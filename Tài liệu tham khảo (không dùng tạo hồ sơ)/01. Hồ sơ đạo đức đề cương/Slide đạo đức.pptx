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699" r:id="rId3"/>
    <p:sldMasterId id="2147483714" r:id="rId4"/>
    <p:sldMasterId id="2147483726" r:id="rId5"/>
  </p:sldMasterIdLst>
  <p:notesMasterIdLst>
    <p:notesMasterId r:id="rId21"/>
  </p:notesMasterIdLst>
  <p:sldIdLst>
    <p:sldId id="283" r:id="rId6"/>
    <p:sldId id="257" r:id="rId7"/>
    <p:sldId id="299" r:id="rId8"/>
    <p:sldId id="258" r:id="rId9"/>
    <p:sldId id="259" r:id="rId10"/>
    <p:sldId id="300" r:id="rId11"/>
    <p:sldId id="308" r:id="rId12"/>
    <p:sldId id="309" r:id="rId13"/>
    <p:sldId id="313" r:id="rId14"/>
    <p:sldId id="310" r:id="rId15"/>
    <p:sldId id="311" r:id="rId16"/>
    <p:sldId id="312" r:id="rId17"/>
    <p:sldId id="294" r:id="rId18"/>
    <p:sldId id="297" r:id="rId19"/>
    <p:sldId id="282"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28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6CA6AB-8B8A-4DDA-AD98-38AB0066C88A}" v="1873" dt="2021-11-08T10:31:56.1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98" autoAdjust="0"/>
    <p:restoredTop sz="56195" autoAdjust="0"/>
  </p:normalViewPr>
  <p:slideViewPr>
    <p:cSldViewPr>
      <p:cViewPr varScale="1">
        <p:scale>
          <a:sx n="58" d="100"/>
          <a:sy n="58" d="100"/>
        </p:scale>
        <p:origin x="67" y="149"/>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oc Dao" userId="71d59247f24a97c6" providerId="LiveId" clId="{F7CF42AA-0196-4038-85DB-2FCE121086E0}"/>
    <pc:docChg chg="delSld modSld">
      <pc:chgData name="Ngoc Dao" userId="71d59247f24a97c6" providerId="LiveId" clId="{F7CF42AA-0196-4038-85DB-2FCE121086E0}" dt="2020-05-25T03:55:42.309" v="5" actId="207"/>
      <pc:docMkLst>
        <pc:docMk/>
      </pc:docMkLst>
      <pc:sldChg chg="del">
        <pc:chgData name="Ngoc Dao" userId="71d59247f24a97c6" providerId="LiveId" clId="{F7CF42AA-0196-4038-85DB-2FCE121086E0}" dt="2020-05-25T03:55:36.149" v="4" actId="2696"/>
        <pc:sldMkLst>
          <pc:docMk/>
          <pc:sldMk cId="4156015417" sldId="256"/>
        </pc:sldMkLst>
      </pc:sldChg>
      <pc:sldChg chg="modSp del mod">
        <pc:chgData name="Ngoc Dao" userId="71d59247f24a97c6" providerId="LiveId" clId="{F7CF42AA-0196-4038-85DB-2FCE121086E0}" dt="2020-05-25T03:55:42.309" v="5" actId="207"/>
        <pc:sldMkLst>
          <pc:docMk/>
          <pc:sldMk cId="3768123219" sldId="283"/>
        </pc:sldMkLst>
        <pc:spChg chg="mod">
          <ac:chgData name="Ngoc Dao" userId="71d59247f24a97c6" providerId="LiveId" clId="{F7CF42AA-0196-4038-85DB-2FCE121086E0}" dt="2020-05-25T03:55:42.309" v="5" actId="207"/>
          <ac:spMkLst>
            <pc:docMk/>
            <pc:sldMk cId="3768123219" sldId="283"/>
            <ac:spMk id="2" creationId="{00000000-0000-0000-0000-000000000000}"/>
          </ac:spMkLst>
        </pc:spChg>
      </pc:sldChg>
    </pc:docChg>
  </pc:docChgLst>
  <pc:docChgLst>
    <pc:chgData name="leminhkhanh@viam.vn" userId="bbb2d7388e46b6b1" providerId="LiveId" clId="{85FC98CB-247B-4A62-B250-2625C025C3CC}"/>
    <pc:docChg chg="custSel modSld">
      <pc:chgData name="leminhkhanh@viam.vn" userId="bbb2d7388e46b6b1" providerId="LiveId" clId="{85FC98CB-247B-4A62-B250-2625C025C3CC}" dt="2020-05-25T07:21:16.723" v="144" actId="14100"/>
      <pc:docMkLst>
        <pc:docMk/>
      </pc:docMkLst>
      <pc:sldChg chg="modSp mod">
        <pc:chgData name="leminhkhanh@viam.vn" userId="bbb2d7388e46b6b1" providerId="LiveId" clId="{85FC98CB-247B-4A62-B250-2625C025C3CC}" dt="2020-05-25T07:21:16.723" v="144" actId="14100"/>
        <pc:sldMkLst>
          <pc:docMk/>
          <pc:sldMk cId="883242560" sldId="258"/>
        </pc:sldMkLst>
        <pc:picChg chg="mod">
          <ac:chgData name="leminhkhanh@viam.vn" userId="bbb2d7388e46b6b1" providerId="LiveId" clId="{85FC98CB-247B-4A62-B250-2625C025C3CC}" dt="2020-05-25T07:21:16.723" v="144" actId="14100"/>
          <ac:picMkLst>
            <pc:docMk/>
            <pc:sldMk cId="883242560" sldId="258"/>
            <ac:picMk id="4" creationId="{00000000-0000-0000-0000-000000000000}"/>
          </ac:picMkLst>
        </pc:picChg>
      </pc:sldChg>
      <pc:sldChg chg="addSp delSp modSp mod modNotesTx">
        <pc:chgData name="leminhkhanh@viam.vn" userId="bbb2d7388e46b6b1" providerId="LiveId" clId="{85FC98CB-247B-4A62-B250-2625C025C3CC}" dt="2020-05-25T07:20:16.269" v="142" actId="14100"/>
        <pc:sldMkLst>
          <pc:docMk/>
          <pc:sldMk cId="3219242147" sldId="259"/>
        </pc:sldMkLst>
        <pc:spChg chg="add del mod">
          <ac:chgData name="leminhkhanh@viam.vn" userId="bbb2d7388e46b6b1" providerId="LiveId" clId="{85FC98CB-247B-4A62-B250-2625C025C3CC}" dt="2020-05-25T07:19:52.681" v="136" actId="931"/>
          <ac:spMkLst>
            <pc:docMk/>
            <pc:sldMk cId="3219242147" sldId="259"/>
            <ac:spMk id="3" creationId="{A51A5A50-98B1-4BF6-804A-4770A765727D}"/>
          </ac:spMkLst>
        </pc:spChg>
        <pc:picChg chg="del mod">
          <ac:chgData name="leminhkhanh@viam.vn" userId="bbb2d7388e46b6b1" providerId="LiveId" clId="{85FC98CB-247B-4A62-B250-2625C025C3CC}" dt="2020-05-25T07:19:44.723" v="135" actId="478"/>
          <ac:picMkLst>
            <pc:docMk/>
            <pc:sldMk cId="3219242147" sldId="259"/>
            <ac:picMk id="5" creationId="{00000000-0000-0000-0000-000000000000}"/>
          </ac:picMkLst>
        </pc:picChg>
        <pc:picChg chg="add mod">
          <ac:chgData name="leminhkhanh@viam.vn" userId="bbb2d7388e46b6b1" providerId="LiveId" clId="{85FC98CB-247B-4A62-B250-2625C025C3CC}" dt="2020-05-25T07:20:16.269" v="142" actId="14100"/>
          <ac:picMkLst>
            <pc:docMk/>
            <pc:sldMk cId="3219242147" sldId="259"/>
            <ac:picMk id="7" creationId="{6C8BB039-F4BA-4DE6-88F0-C27FA1D70C03}"/>
          </ac:picMkLst>
        </pc:picChg>
      </pc:sldChg>
    </pc:docChg>
  </pc:docChgLst>
  <pc:docChgLst>
    <pc:chgData name="Khanh Le" userId="bbb2d7388e46b6b1" providerId="LiveId" clId="{087C23D3-C7F6-404F-ABF4-3DBD0CACF754}"/>
    <pc:docChg chg="undo redo custSel addSld delSld modSld">
      <pc:chgData name="Khanh Le" userId="bbb2d7388e46b6b1" providerId="LiveId" clId="{087C23D3-C7F6-404F-ABF4-3DBD0CACF754}" dt="2021-11-09T03:27:29.537" v="8576" actId="5793"/>
      <pc:docMkLst>
        <pc:docMk/>
      </pc:docMkLst>
      <pc:sldChg chg="addSp delSp modSp add mod modNotesTx">
        <pc:chgData name="Khanh Le" userId="bbb2d7388e46b6b1" providerId="LiveId" clId="{087C23D3-C7F6-404F-ABF4-3DBD0CACF754}" dt="2021-11-08T08:26:58.108" v="7201" actId="1076"/>
        <pc:sldMkLst>
          <pc:docMk/>
          <pc:sldMk cId="1608750514" sldId="256"/>
        </pc:sldMkLst>
        <pc:spChg chg="del mod">
          <ac:chgData name="Khanh Le" userId="bbb2d7388e46b6b1" providerId="LiveId" clId="{087C23D3-C7F6-404F-ABF4-3DBD0CACF754}" dt="2021-11-08T07:21:04.820" v="6880" actId="478"/>
          <ac:spMkLst>
            <pc:docMk/>
            <pc:sldMk cId="1608750514" sldId="256"/>
            <ac:spMk id="4" creationId="{03C84971-3C9A-4E5C-8287-0E67CA5478F7}"/>
          </ac:spMkLst>
        </pc:spChg>
        <pc:spChg chg="del mod">
          <ac:chgData name="Khanh Le" userId="bbb2d7388e46b6b1" providerId="LiveId" clId="{087C23D3-C7F6-404F-ABF4-3DBD0CACF754}" dt="2021-11-08T07:21:04.820" v="6880" actId="478"/>
          <ac:spMkLst>
            <pc:docMk/>
            <pc:sldMk cId="1608750514" sldId="256"/>
            <ac:spMk id="5" creationId="{C6FFBE50-D744-455E-8FA1-D8AE4DEF7265}"/>
          </ac:spMkLst>
        </pc:spChg>
        <pc:spChg chg="del mod">
          <ac:chgData name="Khanh Le" userId="bbb2d7388e46b6b1" providerId="LiveId" clId="{087C23D3-C7F6-404F-ABF4-3DBD0CACF754}" dt="2021-11-08T07:21:04.820" v="6880" actId="478"/>
          <ac:spMkLst>
            <pc:docMk/>
            <pc:sldMk cId="1608750514" sldId="256"/>
            <ac:spMk id="8" creationId="{6A576551-7A77-4AA5-B3ED-F48D77C63626}"/>
          </ac:spMkLst>
        </pc:spChg>
        <pc:spChg chg="del mod">
          <ac:chgData name="Khanh Le" userId="bbb2d7388e46b6b1" providerId="LiveId" clId="{087C23D3-C7F6-404F-ABF4-3DBD0CACF754}" dt="2021-11-08T07:21:04.820" v="6880" actId="478"/>
          <ac:spMkLst>
            <pc:docMk/>
            <pc:sldMk cId="1608750514" sldId="256"/>
            <ac:spMk id="11" creationId="{26CEED22-2CC5-4181-9D71-5FE0CD15455F}"/>
          </ac:spMkLst>
        </pc:spChg>
        <pc:spChg chg="del mod">
          <ac:chgData name="Khanh Le" userId="bbb2d7388e46b6b1" providerId="LiveId" clId="{087C23D3-C7F6-404F-ABF4-3DBD0CACF754}" dt="2021-11-08T07:21:04.820" v="6880" actId="478"/>
          <ac:spMkLst>
            <pc:docMk/>
            <pc:sldMk cId="1608750514" sldId="256"/>
            <ac:spMk id="15" creationId="{A4049E2D-C788-40F4-9567-43D4D8F1E456}"/>
          </ac:spMkLst>
        </pc:spChg>
        <pc:spChg chg="del mod">
          <ac:chgData name="Khanh Le" userId="bbb2d7388e46b6b1" providerId="LiveId" clId="{087C23D3-C7F6-404F-ABF4-3DBD0CACF754}" dt="2021-11-08T07:21:04.820" v="6880" actId="478"/>
          <ac:spMkLst>
            <pc:docMk/>
            <pc:sldMk cId="1608750514" sldId="256"/>
            <ac:spMk id="24" creationId="{EBE8DD4C-78A7-4125-9569-3B01F492EECA}"/>
          </ac:spMkLst>
        </pc:spChg>
        <pc:spChg chg="del mod">
          <ac:chgData name="Khanh Le" userId="bbb2d7388e46b6b1" providerId="LiveId" clId="{087C23D3-C7F6-404F-ABF4-3DBD0CACF754}" dt="2021-11-08T07:21:04.820" v="6880" actId="478"/>
          <ac:spMkLst>
            <pc:docMk/>
            <pc:sldMk cId="1608750514" sldId="256"/>
            <ac:spMk id="32" creationId="{7321DD58-70BB-4CC0-8D19-766683C6890B}"/>
          </ac:spMkLst>
        </pc:spChg>
        <pc:spChg chg="del mod">
          <ac:chgData name="Khanh Le" userId="bbb2d7388e46b6b1" providerId="LiveId" clId="{087C23D3-C7F6-404F-ABF4-3DBD0CACF754}" dt="2021-11-08T07:21:04.820" v="6880" actId="478"/>
          <ac:spMkLst>
            <pc:docMk/>
            <pc:sldMk cId="1608750514" sldId="256"/>
            <ac:spMk id="34" creationId="{A6B9EE1E-69AA-4C11-80AE-D1CB7DD7B1CC}"/>
          </ac:spMkLst>
        </pc:spChg>
        <pc:spChg chg="del mod">
          <ac:chgData name="Khanh Le" userId="bbb2d7388e46b6b1" providerId="LiveId" clId="{087C23D3-C7F6-404F-ABF4-3DBD0CACF754}" dt="2021-11-08T07:21:04.820" v="6880" actId="478"/>
          <ac:spMkLst>
            <pc:docMk/>
            <pc:sldMk cId="1608750514" sldId="256"/>
            <ac:spMk id="36" creationId="{43351D47-0765-46BD-A502-007FD488C736}"/>
          </ac:spMkLst>
        </pc:spChg>
        <pc:spChg chg="add del mod">
          <ac:chgData name="Khanh Le" userId="bbb2d7388e46b6b1" providerId="LiveId" clId="{087C23D3-C7F6-404F-ABF4-3DBD0CACF754}" dt="2021-11-08T07:21:04.820" v="6880" actId="478"/>
          <ac:spMkLst>
            <pc:docMk/>
            <pc:sldMk cId="1608750514" sldId="256"/>
            <ac:spMk id="38" creationId="{27822A57-578C-4444-BBB1-5F736D44E024}"/>
          </ac:spMkLst>
        </pc:spChg>
        <pc:spChg chg="add mod">
          <ac:chgData name="Khanh Le" userId="bbb2d7388e46b6b1" providerId="LiveId" clId="{087C23D3-C7F6-404F-ABF4-3DBD0CACF754}" dt="2021-11-08T08:15:46.617" v="6927" actId="1076"/>
          <ac:spMkLst>
            <pc:docMk/>
            <pc:sldMk cId="1608750514" sldId="256"/>
            <ac:spMk id="39" creationId="{0F6A64DC-81C5-4B6E-9CFE-027561DA83E2}"/>
          </ac:spMkLst>
        </pc:spChg>
        <pc:spChg chg="add mod">
          <ac:chgData name="Khanh Le" userId="bbb2d7388e46b6b1" providerId="LiveId" clId="{087C23D3-C7F6-404F-ABF4-3DBD0CACF754}" dt="2021-11-08T08:26:47.488" v="7198" actId="2711"/>
          <ac:spMkLst>
            <pc:docMk/>
            <pc:sldMk cId="1608750514" sldId="256"/>
            <ac:spMk id="40" creationId="{5726B310-42DE-4DD3-A26C-05A0C3FDC69B}"/>
          </ac:spMkLst>
        </pc:spChg>
        <pc:spChg chg="del mod">
          <ac:chgData name="Khanh Le" userId="bbb2d7388e46b6b1" providerId="LiveId" clId="{087C23D3-C7F6-404F-ABF4-3DBD0CACF754}" dt="2021-11-08T07:21:04.820" v="6880" actId="478"/>
          <ac:spMkLst>
            <pc:docMk/>
            <pc:sldMk cId="1608750514" sldId="256"/>
            <ac:spMk id="45" creationId="{0E35E8DE-2CEF-436B-8AA9-CE98FEF33454}"/>
          </ac:spMkLst>
        </pc:spChg>
        <pc:spChg chg="del mod">
          <ac:chgData name="Khanh Le" userId="bbb2d7388e46b6b1" providerId="LiveId" clId="{087C23D3-C7F6-404F-ABF4-3DBD0CACF754}" dt="2021-11-08T07:21:04.820" v="6880" actId="478"/>
          <ac:spMkLst>
            <pc:docMk/>
            <pc:sldMk cId="1608750514" sldId="256"/>
            <ac:spMk id="46" creationId="{234B7E02-11A8-4453-8DB2-0610AEBD78B5}"/>
          </ac:spMkLst>
        </pc:spChg>
        <pc:spChg chg="del mod">
          <ac:chgData name="Khanh Le" userId="bbb2d7388e46b6b1" providerId="LiveId" clId="{087C23D3-C7F6-404F-ABF4-3DBD0CACF754}" dt="2021-11-08T07:21:04.820" v="6880" actId="478"/>
          <ac:spMkLst>
            <pc:docMk/>
            <pc:sldMk cId="1608750514" sldId="256"/>
            <ac:spMk id="47" creationId="{544F02FD-DE9F-4EBA-89BA-E4DC3E1FCA03}"/>
          </ac:spMkLst>
        </pc:spChg>
        <pc:spChg chg="del mod">
          <ac:chgData name="Khanh Le" userId="bbb2d7388e46b6b1" providerId="LiveId" clId="{087C23D3-C7F6-404F-ABF4-3DBD0CACF754}" dt="2021-11-08T07:21:04.820" v="6880" actId="478"/>
          <ac:spMkLst>
            <pc:docMk/>
            <pc:sldMk cId="1608750514" sldId="256"/>
            <ac:spMk id="48" creationId="{A2D13FF8-071A-494F-8024-F14C9534A7B8}"/>
          </ac:spMkLst>
        </pc:spChg>
        <pc:spChg chg="del mod">
          <ac:chgData name="Khanh Le" userId="bbb2d7388e46b6b1" providerId="LiveId" clId="{087C23D3-C7F6-404F-ABF4-3DBD0CACF754}" dt="2021-11-08T07:21:04.820" v="6880" actId="478"/>
          <ac:spMkLst>
            <pc:docMk/>
            <pc:sldMk cId="1608750514" sldId="256"/>
            <ac:spMk id="49" creationId="{0F61DE23-BA46-4EBF-9293-C0E9D64BECD4}"/>
          </ac:spMkLst>
        </pc:spChg>
        <pc:spChg chg="del mod">
          <ac:chgData name="Khanh Le" userId="bbb2d7388e46b6b1" providerId="LiveId" clId="{087C23D3-C7F6-404F-ABF4-3DBD0CACF754}" dt="2021-11-08T07:21:04.820" v="6880" actId="478"/>
          <ac:spMkLst>
            <pc:docMk/>
            <pc:sldMk cId="1608750514" sldId="256"/>
            <ac:spMk id="50" creationId="{3CCA2B14-CD45-4B7A-A486-DF75CD87C077}"/>
          </ac:spMkLst>
        </pc:spChg>
        <pc:spChg chg="del mod">
          <ac:chgData name="Khanh Le" userId="bbb2d7388e46b6b1" providerId="LiveId" clId="{087C23D3-C7F6-404F-ABF4-3DBD0CACF754}" dt="2021-11-08T07:21:04.820" v="6880" actId="478"/>
          <ac:spMkLst>
            <pc:docMk/>
            <pc:sldMk cId="1608750514" sldId="256"/>
            <ac:spMk id="51" creationId="{3AE01467-BF45-4468-B942-31B3BDD28ED7}"/>
          </ac:spMkLst>
        </pc:spChg>
        <pc:picChg chg="add del mod">
          <ac:chgData name="Khanh Le" userId="bbb2d7388e46b6b1" providerId="LiveId" clId="{087C23D3-C7F6-404F-ABF4-3DBD0CACF754}" dt="2021-11-08T08:24:09.221" v="7158" actId="21"/>
          <ac:picMkLst>
            <pc:docMk/>
            <pc:sldMk cId="1608750514" sldId="256"/>
            <ac:picMk id="3" creationId="{5EA311E5-7E96-4F36-8C91-5852E9E0C2EF}"/>
          </ac:picMkLst>
        </pc:picChg>
        <pc:picChg chg="add mod">
          <ac:chgData name="Khanh Le" userId="bbb2d7388e46b6b1" providerId="LiveId" clId="{087C23D3-C7F6-404F-ABF4-3DBD0CACF754}" dt="2021-11-08T08:26:58.108" v="7201" actId="1076"/>
          <ac:picMkLst>
            <pc:docMk/>
            <pc:sldMk cId="1608750514" sldId="256"/>
            <ac:picMk id="9" creationId="{8533B89B-9A49-429F-B2FD-56C000541900}"/>
          </ac:picMkLst>
        </pc:picChg>
        <pc:cxnChg chg="del mod">
          <ac:chgData name="Khanh Le" userId="bbb2d7388e46b6b1" providerId="LiveId" clId="{087C23D3-C7F6-404F-ABF4-3DBD0CACF754}" dt="2021-11-08T07:21:04.820" v="6880" actId="478"/>
          <ac:cxnSpMkLst>
            <pc:docMk/>
            <pc:sldMk cId="1608750514" sldId="256"/>
            <ac:cxnSpMk id="7" creationId="{426C1007-5224-4B46-A106-2F8E30F7A71A}"/>
          </ac:cxnSpMkLst>
        </pc:cxnChg>
        <pc:cxnChg chg="del mod">
          <ac:chgData name="Khanh Le" userId="bbb2d7388e46b6b1" providerId="LiveId" clId="{087C23D3-C7F6-404F-ABF4-3DBD0CACF754}" dt="2021-11-08T07:21:04.820" v="6880" actId="478"/>
          <ac:cxnSpMkLst>
            <pc:docMk/>
            <pc:sldMk cId="1608750514" sldId="256"/>
            <ac:cxnSpMk id="12" creationId="{49CA5FFE-1405-4105-8020-FDE9FA79A268}"/>
          </ac:cxnSpMkLst>
        </pc:cxnChg>
        <pc:cxnChg chg="del mod">
          <ac:chgData name="Khanh Le" userId="bbb2d7388e46b6b1" providerId="LiveId" clId="{087C23D3-C7F6-404F-ABF4-3DBD0CACF754}" dt="2021-11-08T07:21:04.820" v="6880" actId="478"/>
          <ac:cxnSpMkLst>
            <pc:docMk/>
            <pc:sldMk cId="1608750514" sldId="256"/>
            <ac:cxnSpMk id="16" creationId="{8EA7E428-59E9-47E3-98E6-7221A6CC53C8}"/>
          </ac:cxnSpMkLst>
        </pc:cxnChg>
        <pc:cxnChg chg="del mod">
          <ac:chgData name="Khanh Le" userId="bbb2d7388e46b6b1" providerId="LiveId" clId="{087C23D3-C7F6-404F-ABF4-3DBD0CACF754}" dt="2021-11-08T07:21:04.820" v="6880" actId="478"/>
          <ac:cxnSpMkLst>
            <pc:docMk/>
            <pc:sldMk cId="1608750514" sldId="256"/>
            <ac:cxnSpMk id="25" creationId="{CB0B5991-1D11-4885-B01B-215FCDE6AE96}"/>
          </ac:cxnSpMkLst>
        </pc:cxnChg>
        <pc:cxnChg chg="del mod">
          <ac:chgData name="Khanh Le" userId="bbb2d7388e46b6b1" providerId="LiveId" clId="{087C23D3-C7F6-404F-ABF4-3DBD0CACF754}" dt="2021-11-08T07:21:04.820" v="6880" actId="478"/>
          <ac:cxnSpMkLst>
            <pc:docMk/>
            <pc:sldMk cId="1608750514" sldId="256"/>
            <ac:cxnSpMk id="33" creationId="{6C7239A9-B4B9-4935-89FB-86B4B52F89F5}"/>
          </ac:cxnSpMkLst>
        </pc:cxnChg>
        <pc:cxnChg chg="del mod">
          <ac:chgData name="Khanh Le" userId="bbb2d7388e46b6b1" providerId="LiveId" clId="{087C23D3-C7F6-404F-ABF4-3DBD0CACF754}" dt="2021-11-08T07:21:04.820" v="6880" actId="478"/>
          <ac:cxnSpMkLst>
            <pc:docMk/>
            <pc:sldMk cId="1608750514" sldId="256"/>
            <ac:cxnSpMk id="35" creationId="{6770734B-74D0-40FF-9F7C-6EA068CD738E}"/>
          </ac:cxnSpMkLst>
        </pc:cxnChg>
        <pc:cxnChg chg="del mod">
          <ac:chgData name="Khanh Le" userId="bbb2d7388e46b6b1" providerId="LiveId" clId="{087C23D3-C7F6-404F-ABF4-3DBD0CACF754}" dt="2021-11-08T07:21:04.820" v="6880" actId="478"/>
          <ac:cxnSpMkLst>
            <pc:docMk/>
            <pc:sldMk cId="1608750514" sldId="256"/>
            <ac:cxnSpMk id="37" creationId="{88751040-884A-49C3-9F60-64877334ABFD}"/>
          </ac:cxnSpMkLst>
        </pc:cxnChg>
        <pc:cxnChg chg="del mod">
          <ac:chgData name="Khanh Le" userId="bbb2d7388e46b6b1" providerId="LiveId" clId="{087C23D3-C7F6-404F-ABF4-3DBD0CACF754}" dt="2021-11-08T07:21:04.820" v="6880" actId="478"/>
          <ac:cxnSpMkLst>
            <pc:docMk/>
            <pc:sldMk cId="1608750514" sldId="256"/>
            <ac:cxnSpMk id="53" creationId="{89441D32-4A12-4F6D-B074-1A9DF069BAEA}"/>
          </ac:cxnSpMkLst>
        </pc:cxnChg>
        <pc:cxnChg chg="del mod">
          <ac:chgData name="Khanh Le" userId="bbb2d7388e46b6b1" providerId="LiveId" clId="{087C23D3-C7F6-404F-ABF4-3DBD0CACF754}" dt="2021-11-08T07:21:04.820" v="6880" actId="478"/>
          <ac:cxnSpMkLst>
            <pc:docMk/>
            <pc:sldMk cId="1608750514" sldId="256"/>
            <ac:cxnSpMk id="56" creationId="{9E6D49F2-097F-4B63-86E3-DE3387B46D64}"/>
          </ac:cxnSpMkLst>
        </pc:cxnChg>
        <pc:cxnChg chg="del mod">
          <ac:chgData name="Khanh Le" userId="bbb2d7388e46b6b1" providerId="LiveId" clId="{087C23D3-C7F6-404F-ABF4-3DBD0CACF754}" dt="2021-11-08T07:21:04.820" v="6880" actId="478"/>
          <ac:cxnSpMkLst>
            <pc:docMk/>
            <pc:sldMk cId="1608750514" sldId="256"/>
            <ac:cxnSpMk id="59" creationId="{E597181B-1830-48BC-ABDE-1C3287A7DDA4}"/>
          </ac:cxnSpMkLst>
        </pc:cxnChg>
        <pc:cxnChg chg="del mod">
          <ac:chgData name="Khanh Le" userId="bbb2d7388e46b6b1" providerId="LiveId" clId="{087C23D3-C7F6-404F-ABF4-3DBD0CACF754}" dt="2021-11-08T07:21:04.820" v="6880" actId="478"/>
          <ac:cxnSpMkLst>
            <pc:docMk/>
            <pc:sldMk cId="1608750514" sldId="256"/>
            <ac:cxnSpMk id="63" creationId="{B5653478-FC94-47FE-93B5-301BEBAEB6B8}"/>
          </ac:cxnSpMkLst>
        </pc:cxnChg>
        <pc:cxnChg chg="del mod">
          <ac:chgData name="Khanh Le" userId="bbb2d7388e46b6b1" providerId="LiveId" clId="{087C23D3-C7F6-404F-ABF4-3DBD0CACF754}" dt="2021-11-08T07:21:04.820" v="6880" actId="478"/>
          <ac:cxnSpMkLst>
            <pc:docMk/>
            <pc:sldMk cId="1608750514" sldId="256"/>
            <ac:cxnSpMk id="66" creationId="{986A2360-462A-454B-829C-F24DD71BE19A}"/>
          </ac:cxnSpMkLst>
        </pc:cxnChg>
        <pc:cxnChg chg="del mod">
          <ac:chgData name="Khanh Le" userId="bbb2d7388e46b6b1" providerId="LiveId" clId="{087C23D3-C7F6-404F-ABF4-3DBD0CACF754}" dt="2021-11-08T07:21:04.820" v="6880" actId="478"/>
          <ac:cxnSpMkLst>
            <pc:docMk/>
            <pc:sldMk cId="1608750514" sldId="256"/>
            <ac:cxnSpMk id="69" creationId="{029F693B-1035-4FB2-89FD-75C30DFB5192}"/>
          </ac:cxnSpMkLst>
        </pc:cxnChg>
        <pc:cxnChg chg="del mod">
          <ac:chgData name="Khanh Le" userId="bbb2d7388e46b6b1" providerId="LiveId" clId="{087C23D3-C7F6-404F-ABF4-3DBD0CACF754}" dt="2021-11-08T07:21:04.820" v="6880" actId="478"/>
          <ac:cxnSpMkLst>
            <pc:docMk/>
            <pc:sldMk cId="1608750514" sldId="256"/>
            <ac:cxnSpMk id="72" creationId="{D85F6B8A-EE60-438B-9E5F-D9073E748A0C}"/>
          </ac:cxnSpMkLst>
        </pc:cxnChg>
      </pc:sldChg>
      <pc:sldChg chg="addSp delSp modSp mod modNotesTx">
        <pc:chgData name="Khanh Le" userId="bbb2d7388e46b6b1" providerId="LiveId" clId="{087C23D3-C7F6-404F-ABF4-3DBD0CACF754}" dt="2021-11-08T01:55:31.314" v="1047" actId="6549"/>
        <pc:sldMkLst>
          <pc:docMk/>
          <pc:sldMk cId="883242560" sldId="258"/>
        </pc:sldMkLst>
        <pc:spChg chg="add del mod">
          <ac:chgData name="Khanh Le" userId="bbb2d7388e46b6b1" providerId="LiveId" clId="{087C23D3-C7F6-404F-ABF4-3DBD0CACF754}" dt="2021-11-04T04:26:37.034" v="492" actId="478"/>
          <ac:spMkLst>
            <pc:docMk/>
            <pc:sldMk cId="883242560" sldId="258"/>
            <ac:spMk id="5" creationId="{E63A1B0D-A156-4CB0-AC2E-3E30A1595215}"/>
          </ac:spMkLst>
        </pc:spChg>
        <pc:picChg chg="del">
          <ac:chgData name="Khanh Le" userId="bbb2d7388e46b6b1" providerId="LiveId" clId="{087C23D3-C7F6-404F-ABF4-3DBD0CACF754}" dt="2021-11-04T04:26:35.548" v="491" actId="478"/>
          <ac:picMkLst>
            <pc:docMk/>
            <pc:sldMk cId="883242560" sldId="258"/>
            <ac:picMk id="4" creationId="{00000000-0000-0000-0000-000000000000}"/>
          </ac:picMkLst>
        </pc:picChg>
      </pc:sldChg>
      <pc:sldChg chg="addSp delSp modSp mod modNotesTx">
        <pc:chgData name="Khanh Le" userId="bbb2d7388e46b6b1" providerId="LiveId" clId="{087C23D3-C7F6-404F-ABF4-3DBD0CACF754}" dt="2021-11-04T09:32:02.528" v="574" actId="478"/>
        <pc:sldMkLst>
          <pc:docMk/>
          <pc:sldMk cId="3219242147" sldId="259"/>
        </pc:sldMkLst>
        <pc:spChg chg="add del mod">
          <ac:chgData name="Khanh Le" userId="bbb2d7388e46b6b1" providerId="LiveId" clId="{087C23D3-C7F6-404F-ABF4-3DBD0CACF754}" dt="2021-11-04T09:32:02.528" v="574" actId="478"/>
          <ac:spMkLst>
            <pc:docMk/>
            <pc:sldMk cId="3219242147" sldId="259"/>
            <ac:spMk id="3" creationId="{F84EF126-1461-4F27-9CB0-222C71238512}"/>
          </ac:spMkLst>
        </pc:spChg>
        <pc:picChg chg="del">
          <ac:chgData name="Khanh Le" userId="bbb2d7388e46b6b1" providerId="LiveId" clId="{087C23D3-C7F6-404F-ABF4-3DBD0CACF754}" dt="2021-11-04T09:32:00.685" v="573" actId="478"/>
          <ac:picMkLst>
            <pc:docMk/>
            <pc:sldMk cId="3219242147" sldId="259"/>
            <ac:picMk id="7" creationId="{6C8BB039-F4BA-4DE6-88F0-C27FA1D70C03}"/>
          </ac:picMkLst>
        </pc:picChg>
      </pc:sldChg>
      <pc:sldChg chg="addSp delSp modSp mod modNotesTx">
        <pc:chgData name="Khanh Le" userId="bbb2d7388e46b6b1" providerId="LiveId" clId="{087C23D3-C7F6-404F-ABF4-3DBD0CACF754}" dt="2021-11-04T09:36:34.058" v="587" actId="20577"/>
        <pc:sldMkLst>
          <pc:docMk/>
          <pc:sldMk cId="1477682163" sldId="260"/>
        </pc:sldMkLst>
        <pc:spChg chg="del">
          <ac:chgData name="Khanh Le" userId="bbb2d7388e46b6b1" providerId="LiveId" clId="{087C23D3-C7F6-404F-ABF4-3DBD0CACF754}" dt="2021-11-04T04:21:02.745" v="393" actId="478"/>
          <ac:spMkLst>
            <pc:docMk/>
            <pc:sldMk cId="1477682163" sldId="260"/>
            <ac:spMk id="2" creationId="{00000000-0000-0000-0000-000000000000}"/>
          </ac:spMkLst>
        </pc:spChg>
        <pc:spChg chg="add del mod">
          <ac:chgData name="Khanh Le" userId="bbb2d7388e46b6b1" providerId="LiveId" clId="{087C23D3-C7F6-404F-ABF4-3DBD0CACF754}" dt="2021-11-04T04:21:04.891" v="394" actId="478"/>
          <ac:spMkLst>
            <pc:docMk/>
            <pc:sldMk cId="1477682163" sldId="260"/>
            <ac:spMk id="5" creationId="{49ACF234-AE6E-46EA-BFFB-0655E4163599}"/>
          </ac:spMkLst>
        </pc:spChg>
        <pc:spChg chg="add del mod">
          <ac:chgData name="Khanh Le" userId="bbb2d7388e46b6b1" providerId="LiveId" clId="{087C23D3-C7F6-404F-ABF4-3DBD0CACF754}" dt="2021-11-04T04:22:09.263" v="425" actId="478"/>
          <ac:spMkLst>
            <pc:docMk/>
            <pc:sldMk cId="1477682163" sldId="260"/>
            <ac:spMk id="7" creationId="{B9F4E431-3AFE-4785-88DD-7AB93DA19FE7}"/>
          </ac:spMkLst>
        </pc:spChg>
        <pc:spChg chg="add del">
          <ac:chgData name="Khanh Le" userId="bbb2d7388e46b6b1" providerId="LiveId" clId="{087C23D3-C7F6-404F-ABF4-3DBD0CACF754}" dt="2021-11-04T04:22:38.281" v="427" actId="478"/>
          <ac:spMkLst>
            <pc:docMk/>
            <pc:sldMk cId="1477682163" sldId="260"/>
            <ac:spMk id="8" creationId="{65481DB6-6CA9-452E-976D-502B65FB06B4}"/>
          </ac:spMkLst>
        </pc:spChg>
        <pc:spChg chg="add mod">
          <ac:chgData name="Khanh Le" userId="bbb2d7388e46b6b1" providerId="LiveId" clId="{087C23D3-C7F6-404F-ABF4-3DBD0CACF754}" dt="2021-11-04T04:26:00.662" v="490" actId="1582"/>
          <ac:spMkLst>
            <pc:docMk/>
            <pc:sldMk cId="1477682163" sldId="260"/>
            <ac:spMk id="9" creationId="{8CA230C6-FD53-4E94-B846-CB9F8B994E0B}"/>
          </ac:spMkLst>
        </pc:spChg>
        <pc:graphicFrameChg chg="del mod modGraphic">
          <ac:chgData name="Khanh Le" userId="bbb2d7388e46b6b1" providerId="LiveId" clId="{087C23D3-C7F6-404F-ABF4-3DBD0CACF754}" dt="2021-11-04T04:22:07.919" v="424" actId="478"/>
          <ac:graphicFrameMkLst>
            <pc:docMk/>
            <pc:sldMk cId="1477682163" sldId="260"/>
            <ac:graphicFrameMk id="4" creationId="{00000000-0000-0000-0000-000000000000}"/>
          </ac:graphicFrameMkLst>
        </pc:graphicFrameChg>
      </pc:sldChg>
      <pc:sldChg chg="modSp del mod modNotesTx">
        <pc:chgData name="Khanh Le" userId="bbb2d7388e46b6b1" providerId="LiveId" clId="{087C23D3-C7F6-404F-ABF4-3DBD0CACF754}" dt="2021-11-08T09:18:23.891" v="7711" actId="47"/>
        <pc:sldMkLst>
          <pc:docMk/>
          <pc:sldMk cId="3116497730" sldId="261"/>
        </pc:sldMkLst>
        <pc:spChg chg="mod">
          <ac:chgData name="Khanh Le" userId="bbb2d7388e46b6b1" providerId="LiveId" clId="{087C23D3-C7F6-404F-ABF4-3DBD0CACF754}" dt="2021-11-08T02:00:34.048" v="1455" actId="20577"/>
          <ac:spMkLst>
            <pc:docMk/>
            <pc:sldMk cId="3116497730" sldId="261"/>
            <ac:spMk id="3" creationId="{00000000-0000-0000-0000-000000000000}"/>
          </ac:spMkLst>
        </pc:spChg>
      </pc:sldChg>
      <pc:sldChg chg="addSp delSp modSp del mod modNotesTx">
        <pc:chgData name="Khanh Le" userId="bbb2d7388e46b6b1" providerId="LiveId" clId="{087C23D3-C7F6-404F-ABF4-3DBD0CACF754}" dt="2021-11-08T09:18:23.257" v="7710" actId="47"/>
        <pc:sldMkLst>
          <pc:docMk/>
          <pc:sldMk cId="3614224625" sldId="262"/>
        </pc:sldMkLst>
        <pc:spChg chg="add del mod">
          <ac:chgData name="Khanh Le" userId="bbb2d7388e46b6b1" providerId="LiveId" clId="{087C23D3-C7F6-404F-ABF4-3DBD0CACF754}" dt="2021-11-08T02:04:43.398" v="1505" actId="478"/>
          <ac:spMkLst>
            <pc:docMk/>
            <pc:sldMk cId="3614224625" sldId="262"/>
            <ac:spMk id="5" creationId="{3B07A926-CCAD-4CF6-8A52-4EC63BC18A92}"/>
          </ac:spMkLst>
        </pc:spChg>
        <pc:spChg chg="add del">
          <ac:chgData name="Khanh Le" userId="bbb2d7388e46b6b1" providerId="LiveId" clId="{087C23D3-C7F6-404F-ABF4-3DBD0CACF754}" dt="2021-11-08T02:05:05.874" v="1508" actId="22"/>
          <ac:spMkLst>
            <pc:docMk/>
            <pc:sldMk cId="3614224625" sldId="262"/>
            <ac:spMk id="7" creationId="{2BDDC636-DFE6-4EFC-8638-971D0052AC1B}"/>
          </ac:spMkLst>
        </pc:spChg>
        <pc:spChg chg="add mod">
          <ac:chgData name="Khanh Le" userId="bbb2d7388e46b6b1" providerId="LiveId" clId="{087C23D3-C7F6-404F-ABF4-3DBD0CACF754}" dt="2021-11-08T02:22:10.887" v="2705" actId="20577"/>
          <ac:spMkLst>
            <pc:docMk/>
            <pc:sldMk cId="3614224625" sldId="262"/>
            <ac:spMk id="9" creationId="{C04ABC07-4180-4A29-B0AA-3318AE6D90FB}"/>
          </ac:spMkLst>
        </pc:spChg>
        <pc:picChg chg="del">
          <ac:chgData name="Khanh Le" userId="bbb2d7388e46b6b1" providerId="LiveId" clId="{087C23D3-C7F6-404F-ABF4-3DBD0CACF754}" dt="2021-11-08T02:04:41.072" v="1504" actId="478"/>
          <ac:picMkLst>
            <pc:docMk/>
            <pc:sldMk cId="3614224625" sldId="262"/>
            <ac:picMk id="4" creationId="{00000000-0000-0000-0000-000000000000}"/>
          </ac:picMkLst>
        </pc:picChg>
      </pc:sldChg>
      <pc:sldChg chg="modSp del mod modNotesTx">
        <pc:chgData name="Khanh Le" userId="bbb2d7388e46b6b1" providerId="LiveId" clId="{087C23D3-C7F6-404F-ABF4-3DBD0CACF754}" dt="2021-11-08T09:18:22.424" v="7709" actId="47"/>
        <pc:sldMkLst>
          <pc:docMk/>
          <pc:sldMk cId="1048174065" sldId="263"/>
        </pc:sldMkLst>
        <pc:spChg chg="mod">
          <ac:chgData name="Khanh Le" userId="bbb2d7388e46b6b1" providerId="LiveId" clId="{087C23D3-C7F6-404F-ABF4-3DBD0CACF754}" dt="2021-11-08T04:26:19.352" v="5574" actId="1076"/>
          <ac:spMkLst>
            <pc:docMk/>
            <pc:sldMk cId="1048174065" sldId="263"/>
            <ac:spMk id="2" creationId="{00000000-0000-0000-0000-000000000000}"/>
          </ac:spMkLst>
        </pc:spChg>
        <pc:spChg chg="mod">
          <ac:chgData name="Khanh Le" userId="bbb2d7388e46b6b1" providerId="LiveId" clId="{087C23D3-C7F6-404F-ABF4-3DBD0CACF754}" dt="2021-11-08T04:26:15.644" v="5573" actId="1076"/>
          <ac:spMkLst>
            <pc:docMk/>
            <pc:sldMk cId="1048174065" sldId="263"/>
            <ac:spMk id="3" creationId="{00000000-0000-0000-0000-000000000000}"/>
          </ac:spMkLst>
        </pc:spChg>
      </pc:sldChg>
      <pc:sldChg chg="addSp delSp modSp del mod modNotesTx">
        <pc:chgData name="Khanh Le" userId="bbb2d7388e46b6b1" providerId="LiveId" clId="{087C23D3-C7F6-404F-ABF4-3DBD0CACF754}" dt="2021-11-08T09:18:21.717" v="7708" actId="47"/>
        <pc:sldMkLst>
          <pc:docMk/>
          <pc:sldMk cId="2785070003" sldId="265"/>
        </pc:sldMkLst>
        <pc:spChg chg="add del mod">
          <ac:chgData name="Khanh Le" userId="bbb2d7388e46b6b1" providerId="LiveId" clId="{087C23D3-C7F6-404F-ABF4-3DBD0CACF754}" dt="2021-11-08T03:15:55.303" v="4914" actId="478"/>
          <ac:spMkLst>
            <pc:docMk/>
            <pc:sldMk cId="2785070003" sldId="265"/>
            <ac:spMk id="3" creationId="{B4BF57D3-01A4-44D4-890C-678F6F11A350}"/>
          </ac:spMkLst>
        </pc:spChg>
        <pc:spChg chg="add mod">
          <ac:chgData name="Khanh Le" userId="bbb2d7388e46b6b1" providerId="LiveId" clId="{087C23D3-C7F6-404F-ABF4-3DBD0CACF754}" dt="2021-11-08T04:26:50.496" v="5578" actId="1076"/>
          <ac:spMkLst>
            <pc:docMk/>
            <pc:sldMk cId="2785070003" sldId="265"/>
            <ac:spMk id="6" creationId="{022F28C2-591E-4AED-B418-24F272BFE193}"/>
          </ac:spMkLst>
        </pc:spChg>
        <pc:picChg chg="del">
          <ac:chgData name="Khanh Le" userId="bbb2d7388e46b6b1" providerId="LiveId" clId="{087C23D3-C7F6-404F-ABF4-3DBD0CACF754}" dt="2021-11-08T03:15:53.672" v="4913" actId="478"/>
          <ac:picMkLst>
            <pc:docMk/>
            <pc:sldMk cId="2785070003" sldId="265"/>
            <ac:picMk id="4" creationId="{00000000-0000-0000-0000-000000000000}"/>
          </ac:picMkLst>
        </pc:picChg>
      </pc:sldChg>
      <pc:sldChg chg="addSp delSp modSp mod modNotesTx">
        <pc:chgData name="Khanh Le" userId="bbb2d7388e46b6b1" providerId="LiveId" clId="{087C23D3-C7F6-404F-ABF4-3DBD0CACF754}" dt="2021-11-08T04:26:57.687" v="5580" actId="1076"/>
        <pc:sldMkLst>
          <pc:docMk/>
          <pc:sldMk cId="1438828448" sldId="266"/>
        </pc:sldMkLst>
        <pc:spChg chg="del">
          <ac:chgData name="Khanh Le" userId="bbb2d7388e46b6b1" providerId="LiveId" clId="{087C23D3-C7F6-404F-ABF4-3DBD0CACF754}" dt="2021-11-08T03:42:25.705" v="5000" actId="478"/>
          <ac:spMkLst>
            <pc:docMk/>
            <pc:sldMk cId="1438828448" sldId="266"/>
            <ac:spMk id="3" creationId="{00000000-0000-0000-0000-000000000000}"/>
          </ac:spMkLst>
        </pc:spChg>
        <pc:spChg chg="add mod">
          <ac:chgData name="Khanh Le" userId="bbb2d7388e46b6b1" providerId="LiveId" clId="{087C23D3-C7F6-404F-ABF4-3DBD0CACF754}" dt="2021-11-08T04:26:55.309" v="5579" actId="1076"/>
          <ac:spMkLst>
            <pc:docMk/>
            <pc:sldMk cId="1438828448" sldId="266"/>
            <ac:spMk id="7" creationId="{DF0080E3-88F4-48AD-A91A-7397ABE4985B}"/>
          </ac:spMkLst>
        </pc:spChg>
        <pc:picChg chg="add mod">
          <ac:chgData name="Khanh Le" userId="bbb2d7388e46b6b1" providerId="LiveId" clId="{087C23D3-C7F6-404F-ABF4-3DBD0CACF754}" dt="2021-11-08T04:26:57.687" v="5580" actId="1076"/>
          <ac:picMkLst>
            <pc:docMk/>
            <pc:sldMk cId="1438828448" sldId="266"/>
            <ac:picMk id="6" creationId="{F93FF18E-8D9E-4B8B-9F7D-42864F7C147C}"/>
          </ac:picMkLst>
        </pc:picChg>
        <pc:picChg chg="del">
          <ac:chgData name="Khanh Le" userId="bbb2d7388e46b6b1" providerId="LiveId" clId="{087C23D3-C7F6-404F-ABF4-3DBD0CACF754}" dt="2021-11-08T03:42:23.842" v="4999" actId="478"/>
          <ac:picMkLst>
            <pc:docMk/>
            <pc:sldMk cId="1438828448" sldId="266"/>
            <ac:picMk id="1026" creationId="{00000000-0000-0000-0000-000000000000}"/>
          </ac:picMkLst>
        </pc:picChg>
      </pc:sldChg>
      <pc:sldChg chg="addSp delSp modSp mod modNotesTx">
        <pc:chgData name="Khanh Le" userId="bbb2d7388e46b6b1" providerId="LiveId" clId="{087C23D3-C7F6-404F-ABF4-3DBD0CACF754}" dt="2021-11-08T04:28:25.008" v="5615" actId="1076"/>
        <pc:sldMkLst>
          <pc:docMk/>
          <pc:sldMk cId="3663343397" sldId="267"/>
        </pc:sldMkLst>
        <pc:spChg chg="add del mod">
          <ac:chgData name="Khanh Le" userId="bbb2d7388e46b6b1" providerId="LiveId" clId="{087C23D3-C7F6-404F-ABF4-3DBD0CACF754}" dt="2021-11-08T04:13:32.521" v="5442" actId="478"/>
          <ac:spMkLst>
            <pc:docMk/>
            <pc:sldMk cId="3663343397" sldId="267"/>
            <ac:spMk id="3" creationId="{E46AAB59-A1FD-40FE-9E11-FFAB4CA35E45}"/>
          </ac:spMkLst>
        </pc:spChg>
        <pc:spChg chg="del">
          <ac:chgData name="Khanh Le" userId="bbb2d7388e46b6b1" providerId="LiveId" clId="{087C23D3-C7F6-404F-ABF4-3DBD0CACF754}" dt="2021-11-08T04:13:33.962" v="5443" actId="478"/>
          <ac:spMkLst>
            <pc:docMk/>
            <pc:sldMk cId="3663343397" sldId="267"/>
            <ac:spMk id="7" creationId="{00000000-0000-0000-0000-000000000000}"/>
          </ac:spMkLst>
        </pc:spChg>
        <pc:spChg chg="add mod">
          <ac:chgData name="Khanh Le" userId="bbb2d7388e46b6b1" providerId="LiveId" clId="{087C23D3-C7F6-404F-ABF4-3DBD0CACF754}" dt="2021-11-08T04:28:25.008" v="5615" actId="1076"/>
          <ac:spMkLst>
            <pc:docMk/>
            <pc:sldMk cId="3663343397" sldId="267"/>
            <ac:spMk id="9" creationId="{6781BFAC-906B-4055-A76D-6037D836AEBE}"/>
          </ac:spMkLst>
        </pc:spChg>
        <pc:graphicFrameChg chg="del">
          <ac:chgData name="Khanh Le" userId="bbb2d7388e46b6b1" providerId="LiveId" clId="{087C23D3-C7F6-404F-ABF4-3DBD0CACF754}" dt="2021-11-08T04:13:31.911" v="5441" actId="478"/>
          <ac:graphicFrameMkLst>
            <pc:docMk/>
            <pc:sldMk cId="3663343397" sldId="267"/>
            <ac:graphicFrameMk id="5" creationId="{00000000-0000-0000-0000-000000000000}"/>
          </ac:graphicFrameMkLst>
        </pc:graphicFrameChg>
        <pc:picChg chg="del">
          <ac:chgData name="Khanh Le" userId="bbb2d7388e46b6b1" providerId="LiveId" clId="{087C23D3-C7F6-404F-ABF4-3DBD0CACF754}" dt="2021-11-08T04:13:30.342" v="5440" actId="478"/>
          <ac:picMkLst>
            <pc:docMk/>
            <pc:sldMk cId="3663343397" sldId="267"/>
            <ac:picMk id="6" creationId="{00000000-0000-0000-0000-000000000000}"/>
          </ac:picMkLst>
        </pc:picChg>
      </pc:sldChg>
      <pc:sldChg chg="modSp mod">
        <pc:chgData name="Khanh Le" userId="bbb2d7388e46b6b1" providerId="LiveId" clId="{087C23D3-C7F6-404F-ABF4-3DBD0CACF754}" dt="2021-11-08T04:33:21.514" v="6189" actId="20577"/>
        <pc:sldMkLst>
          <pc:docMk/>
          <pc:sldMk cId="1301992232" sldId="268"/>
        </pc:sldMkLst>
        <pc:spChg chg="mod">
          <ac:chgData name="Khanh Le" userId="bbb2d7388e46b6b1" providerId="LiveId" clId="{087C23D3-C7F6-404F-ABF4-3DBD0CACF754}" dt="2021-11-08T04:32:24.561" v="5947" actId="2711"/>
          <ac:spMkLst>
            <pc:docMk/>
            <pc:sldMk cId="1301992232" sldId="268"/>
            <ac:spMk id="5" creationId="{00000000-0000-0000-0000-000000000000}"/>
          </ac:spMkLst>
        </pc:spChg>
        <pc:spChg chg="mod">
          <ac:chgData name="Khanh Le" userId="bbb2d7388e46b6b1" providerId="LiveId" clId="{087C23D3-C7F6-404F-ABF4-3DBD0CACF754}" dt="2021-11-08T04:33:21.514" v="6189" actId="20577"/>
          <ac:spMkLst>
            <pc:docMk/>
            <pc:sldMk cId="1301992232" sldId="268"/>
            <ac:spMk id="7" creationId="{00000000-0000-0000-0000-000000000000}"/>
          </ac:spMkLst>
        </pc:spChg>
      </pc:sldChg>
      <pc:sldChg chg="modSp mod">
        <pc:chgData name="Khanh Le" userId="bbb2d7388e46b6b1" providerId="LiveId" clId="{087C23D3-C7F6-404F-ABF4-3DBD0CACF754}" dt="2021-11-08T07:16:29.477" v="6841" actId="1076"/>
        <pc:sldMkLst>
          <pc:docMk/>
          <pc:sldMk cId="2045029306" sldId="269"/>
        </pc:sldMkLst>
        <pc:spChg chg="mod">
          <ac:chgData name="Khanh Le" userId="bbb2d7388e46b6b1" providerId="LiveId" clId="{087C23D3-C7F6-404F-ABF4-3DBD0CACF754}" dt="2021-11-08T07:16:29.477" v="6841" actId="1076"/>
          <ac:spMkLst>
            <pc:docMk/>
            <pc:sldMk cId="2045029306" sldId="269"/>
            <ac:spMk id="4" creationId="{00000000-0000-0000-0000-000000000000}"/>
          </ac:spMkLst>
        </pc:spChg>
        <pc:spChg chg="mod">
          <ac:chgData name="Khanh Le" userId="bbb2d7388e46b6b1" providerId="LiveId" clId="{087C23D3-C7F6-404F-ABF4-3DBD0CACF754}" dt="2021-11-08T07:15:06.835" v="6832" actId="1036"/>
          <ac:spMkLst>
            <pc:docMk/>
            <pc:sldMk cId="2045029306" sldId="269"/>
            <ac:spMk id="8" creationId="{00000000-0000-0000-0000-000000000000}"/>
          </ac:spMkLst>
        </pc:spChg>
      </pc:sldChg>
      <pc:sldChg chg="delSp modSp add del mod">
        <pc:chgData name="Khanh Le" userId="bbb2d7388e46b6b1" providerId="LiveId" clId="{087C23D3-C7F6-404F-ABF4-3DBD0CACF754}" dt="2021-11-08T07:16:25.223" v="6840" actId="47"/>
        <pc:sldMkLst>
          <pc:docMk/>
          <pc:sldMk cId="1003504033" sldId="270"/>
        </pc:sldMkLst>
        <pc:spChg chg="del">
          <ac:chgData name="Khanh Le" userId="bbb2d7388e46b6b1" providerId="LiveId" clId="{087C23D3-C7F6-404F-ABF4-3DBD0CACF754}" dt="2021-11-08T07:10:41.800" v="6313" actId="478"/>
          <ac:spMkLst>
            <pc:docMk/>
            <pc:sldMk cId="1003504033" sldId="270"/>
            <ac:spMk id="2" creationId="{00000000-0000-0000-0000-000000000000}"/>
          </ac:spMkLst>
        </pc:spChg>
        <pc:spChg chg="mod">
          <ac:chgData name="Khanh Le" userId="bbb2d7388e46b6b1" providerId="LiveId" clId="{087C23D3-C7F6-404F-ABF4-3DBD0CACF754}" dt="2021-11-08T07:14:09.741" v="6809" actId="21"/>
          <ac:spMkLst>
            <pc:docMk/>
            <pc:sldMk cId="1003504033" sldId="270"/>
            <ac:spMk id="3" creationId="{00000000-0000-0000-0000-000000000000}"/>
          </ac:spMkLst>
        </pc:spChg>
        <pc:picChg chg="del">
          <ac:chgData name="Khanh Le" userId="bbb2d7388e46b6b1" providerId="LiveId" clId="{087C23D3-C7F6-404F-ABF4-3DBD0CACF754}" dt="2021-11-08T07:10:39.316" v="6312" actId="478"/>
          <ac:picMkLst>
            <pc:docMk/>
            <pc:sldMk cId="1003504033" sldId="270"/>
            <ac:picMk id="4" creationId="{00000000-0000-0000-0000-000000000000}"/>
          </ac:picMkLst>
        </pc:picChg>
      </pc:sldChg>
      <pc:sldChg chg="del">
        <pc:chgData name="Khanh Le" userId="bbb2d7388e46b6b1" providerId="LiveId" clId="{087C23D3-C7F6-404F-ABF4-3DBD0CACF754}" dt="2021-11-08T08:35:01.682" v="7209" actId="47"/>
        <pc:sldMkLst>
          <pc:docMk/>
          <pc:sldMk cId="3439948228" sldId="272"/>
        </pc:sldMkLst>
      </pc:sldChg>
      <pc:sldChg chg="delSp modSp mod">
        <pc:chgData name="Khanh Le" userId="bbb2d7388e46b6b1" providerId="LiveId" clId="{087C23D3-C7F6-404F-ABF4-3DBD0CACF754}" dt="2021-11-09T03:26:29.625" v="8556" actId="108"/>
        <pc:sldMkLst>
          <pc:docMk/>
          <pc:sldMk cId="2208187094" sldId="274"/>
        </pc:sldMkLst>
        <pc:spChg chg="del">
          <ac:chgData name="Khanh Le" userId="bbb2d7388e46b6b1" providerId="LiveId" clId="{087C23D3-C7F6-404F-ABF4-3DBD0CACF754}" dt="2021-11-08T08:35:27.254" v="7210" actId="478"/>
          <ac:spMkLst>
            <pc:docMk/>
            <pc:sldMk cId="2208187094" sldId="274"/>
            <ac:spMk id="2" creationId="{00000000-0000-0000-0000-000000000000}"/>
          </ac:spMkLst>
        </pc:spChg>
        <pc:spChg chg="mod">
          <ac:chgData name="Khanh Le" userId="bbb2d7388e46b6b1" providerId="LiveId" clId="{087C23D3-C7F6-404F-ABF4-3DBD0CACF754}" dt="2021-11-09T03:26:29.625" v="8556" actId="108"/>
          <ac:spMkLst>
            <pc:docMk/>
            <pc:sldMk cId="2208187094" sldId="274"/>
            <ac:spMk id="3" creationId="{00000000-0000-0000-0000-000000000000}"/>
          </ac:spMkLst>
        </pc:spChg>
      </pc:sldChg>
      <pc:sldChg chg="modSp mod">
        <pc:chgData name="Khanh Le" userId="bbb2d7388e46b6b1" providerId="LiveId" clId="{087C23D3-C7F6-404F-ABF4-3DBD0CACF754}" dt="2021-11-08T08:56:44.363" v="7443" actId="1076"/>
        <pc:sldMkLst>
          <pc:docMk/>
          <pc:sldMk cId="3790721331" sldId="275"/>
        </pc:sldMkLst>
        <pc:spChg chg="mod">
          <ac:chgData name="Khanh Le" userId="bbb2d7388e46b6b1" providerId="LiveId" clId="{087C23D3-C7F6-404F-ABF4-3DBD0CACF754}" dt="2021-11-08T08:56:44.363" v="7443" actId="1076"/>
          <ac:spMkLst>
            <pc:docMk/>
            <pc:sldMk cId="3790721331" sldId="275"/>
            <ac:spMk id="3" creationId="{00000000-0000-0000-0000-000000000000}"/>
          </ac:spMkLst>
        </pc:spChg>
      </pc:sldChg>
      <pc:sldChg chg="addSp delSp modSp mod">
        <pc:chgData name="Khanh Le" userId="bbb2d7388e46b6b1" providerId="LiveId" clId="{087C23D3-C7F6-404F-ABF4-3DBD0CACF754}" dt="2021-11-08T09:45:06.030" v="8344"/>
        <pc:sldMkLst>
          <pc:docMk/>
          <pc:sldMk cId="4288744501" sldId="276"/>
        </pc:sldMkLst>
        <pc:spChg chg="mod">
          <ac:chgData name="Khanh Le" userId="bbb2d7388e46b6b1" providerId="LiveId" clId="{087C23D3-C7F6-404F-ABF4-3DBD0CACF754}" dt="2021-11-08T09:27:26.805" v="7728" actId="20577"/>
          <ac:spMkLst>
            <pc:docMk/>
            <pc:sldMk cId="4288744501" sldId="276"/>
            <ac:spMk id="5" creationId="{00000000-0000-0000-0000-000000000000}"/>
          </ac:spMkLst>
        </pc:spChg>
        <pc:spChg chg="add del mod">
          <ac:chgData name="Khanh Le" userId="bbb2d7388e46b6b1" providerId="LiveId" clId="{087C23D3-C7F6-404F-ABF4-3DBD0CACF754}" dt="2021-11-08T09:18:52.347" v="7713" actId="478"/>
          <ac:spMkLst>
            <pc:docMk/>
            <pc:sldMk cId="4288744501" sldId="276"/>
            <ac:spMk id="6" creationId="{925B2102-CCDB-45D1-8686-EDCADA001B72}"/>
          </ac:spMkLst>
        </pc:spChg>
        <pc:graphicFrameChg chg="del">
          <ac:chgData name="Khanh Le" userId="bbb2d7388e46b6b1" providerId="LiveId" clId="{087C23D3-C7F6-404F-ABF4-3DBD0CACF754}" dt="2021-11-08T09:18:49.935" v="7712" actId="478"/>
          <ac:graphicFrameMkLst>
            <pc:docMk/>
            <pc:sldMk cId="4288744501" sldId="276"/>
            <ac:graphicFrameMk id="4" creationId="{00000000-0000-0000-0000-000000000000}"/>
          </ac:graphicFrameMkLst>
        </pc:graphicFrameChg>
        <pc:graphicFrameChg chg="add mod modGraphic">
          <ac:chgData name="Khanh Le" userId="bbb2d7388e46b6b1" providerId="LiveId" clId="{087C23D3-C7F6-404F-ABF4-3DBD0CACF754}" dt="2021-11-08T09:45:06.030" v="8344"/>
          <ac:graphicFrameMkLst>
            <pc:docMk/>
            <pc:sldMk cId="4288744501" sldId="276"/>
            <ac:graphicFrameMk id="7" creationId="{73F7987A-E50A-41C4-9326-EC8C3F98D571}"/>
          </ac:graphicFrameMkLst>
        </pc:graphicFrameChg>
      </pc:sldChg>
      <pc:sldChg chg="addSp delSp modSp mod">
        <pc:chgData name="Khanh Le" userId="bbb2d7388e46b6b1" providerId="LiveId" clId="{087C23D3-C7F6-404F-ABF4-3DBD0CACF754}" dt="2021-11-08T09:58:41.210" v="8357" actId="113"/>
        <pc:sldMkLst>
          <pc:docMk/>
          <pc:sldMk cId="3570277324" sldId="277"/>
        </pc:sldMkLst>
        <pc:spChg chg="del mod">
          <ac:chgData name="Khanh Le" userId="bbb2d7388e46b6b1" providerId="LiveId" clId="{087C23D3-C7F6-404F-ABF4-3DBD0CACF754}" dt="2021-11-08T09:27:34.736" v="7730" actId="478"/>
          <ac:spMkLst>
            <pc:docMk/>
            <pc:sldMk cId="3570277324" sldId="277"/>
            <ac:spMk id="2" creationId="{00000000-0000-0000-0000-000000000000}"/>
          </ac:spMkLst>
        </pc:spChg>
        <pc:spChg chg="mod">
          <ac:chgData name="Khanh Le" userId="bbb2d7388e46b6b1" providerId="LiveId" clId="{087C23D3-C7F6-404F-ABF4-3DBD0CACF754}" dt="2021-11-08T09:58:41.210" v="8357" actId="113"/>
          <ac:spMkLst>
            <pc:docMk/>
            <pc:sldMk cId="3570277324" sldId="277"/>
            <ac:spMk id="5" creationId="{00000000-0000-0000-0000-000000000000}"/>
          </ac:spMkLst>
        </pc:spChg>
        <pc:spChg chg="add del mod">
          <ac:chgData name="Khanh Le" userId="bbb2d7388e46b6b1" providerId="LiveId" clId="{087C23D3-C7F6-404F-ABF4-3DBD0CACF754}" dt="2021-11-08T09:27:04.464" v="7720" actId="478"/>
          <ac:spMkLst>
            <pc:docMk/>
            <pc:sldMk cId="3570277324" sldId="277"/>
            <ac:spMk id="6" creationId="{D97635FE-FCD9-4762-B5FF-BB252E0C9EBD}"/>
          </ac:spMkLst>
        </pc:spChg>
        <pc:graphicFrameChg chg="del">
          <ac:chgData name="Khanh Le" userId="bbb2d7388e46b6b1" providerId="LiveId" clId="{087C23D3-C7F6-404F-ABF4-3DBD0CACF754}" dt="2021-11-08T09:27:03.411" v="7719" actId="478"/>
          <ac:graphicFrameMkLst>
            <pc:docMk/>
            <pc:sldMk cId="3570277324" sldId="277"/>
            <ac:graphicFrameMk id="4" creationId="{00000000-0000-0000-0000-000000000000}"/>
          </ac:graphicFrameMkLst>
        </pc:graphicFrameChg>
        <pc:graphicFrameChg chg="add mod">
          <ac:chgData name="Khanh Le" userId="bbb2d7388e46b6b1" providerId="LiveId" clId="{087C23D3-C7F6-404F-ABF4-3DBD0CACF754}" dt="2021-11-08T09:28:39.731" v="7888"/>
          <ac:graphicFrameMkLst>
            <pc:docMk/>
            <pc:sldMk cId="3570277324" sldId="277"/>
            <ac:graphicFrameMk id="7" creationId="{62C885CD-6A8D-42A1-B8F9-C55F2496604E}"/>
          </ac:graphicFrameMkLst>
        </pc:graphicFrameChg>
      </pc:sldChg>
      <pc:sldChg chg="del">
        <pc:chgData name="Khanh Le" userId="bbb2d7388e46b6b1" providerId="LiveId" clId="{087C23D3-C7F6-404F-ABF4-3DBD0CACF754}" dt="2021-11-08T09:28:47.472" v="7889" actId="47"/>
        <pc:sldMkLst>
          <pc:docMk/>
          <pc:sldMk cId="3548935649" sldId="278"/>
        </pc:sldMkLst>
      </pc:sldChg>
      <pc:sldChg chg="addSp delSp modSp mod">
        <pc:chgData name="Khanh Le" userId="bbb2d7388e46b6b1" providerId="LiveId" clId="{087C23D3-C7F6-404F-ABF4-3DBD0CACF754}" dt="2021-11-08T09:29:34.871" v="8034" actId="14100"/>
        <pc:sldMkLst>
          <pc:docMk/>
          <pc:sldMk cId="3297583279" sldId="279"/>
        </pc:sldMkLst>
        <pc:spChg chg="del">
          <ac:chgData name="Khanh Le" userId="bbb2d7388e46b6b1" providerId="LiveId" clId="{087C23D3-C7F6-404F-ABF4-3DBD0CACF754}" dt="2021-11-08T09:28:51.101" v="7890" actId="478"/>
          <ac:spMkLst>
            <pc:docMk/>
            <pc:sldMk cId="3297583279" sldId="279"/>
            <ac:spMk id="2" creationId="{00000000-0000-0000-0000-000000000000}"/>
          </ac:spMkLst>
        </pc:spChg>
        <pc:spChg chg="mod">
          <ac:chgData name="Khanh Le" userId="bbb2d7388e46b6b1" providerId="LiveId" clId="{087C23D3-C7F6-404F-ABF4-3DBD0CACF754}" dt="2021-11-08T09:29:23.312" v="8029" actId="1076"/>
          <ac:spMkLst>
            <pc:docMk/>
            <pc:sldMk cId="3297583279" sldId="279"/>
            <ac:spMk id="3" creationId="{00000000-0000-0000-0000-000000000000}"/>
          </ac:spMkLst>
        </pc:spChg>
        <pc:graphicFrameChg chg="del">
          <ac:chgData name="Khanh Le" userId="bbb2d7388e46b6b1" providerId="LiveId" clId="{087C23D3-C7F6-404F-ABF4-3DBD0CACF754}" dt="2021-11-08T09:29:25.478" v="8030" actId="478"/>
          <ac:graphicFrameMkLst>
            <pc:docMk/>
            <pc:sldMk cId="3297583279" sldId="279"/>
            <ac:graphicFrameMk id="4" creationId="{00000000-0000-0000-0000-000000000000}"/>
          </ac:graphicFrameMkLst>
        </pc:graphicFrameChg>
        <pc:graphicFrameChg chg="add mod">
          <ac:chgData name="Khanh Le" userId="bbb2d7388e46b6b1" providerId="LiveId" clId="{087C23D3-C7F6-404F-ABF4-3DBD0CACF754}" dt="2021-11-08T09:29:34.871" v="8034" actId="14100"/>
          <ac:graphicFrameMkLst>
            <pc:docMk/>
            <pc:sldMk cId="3297583279" sldId="279"/>
            <ac:graphicFrameMk id="5" creationId="{AE282191-B0D8-4C62-BAA0-C419F2785118}"/>
          </ac:graphicFrameMkLst>
        </pc:graphicFrameChg>
      </pc:sldChg>
      <pc:sldChg chg="del">
        <pc:chgData name="Khanh Le" userId="bbb2d7388e46b6b1" providerId="LiveId" clId="{087C23D3-C7F6-404F-ABF4-3DBD0CACF754}" dt="2021-11-08T08:34:59.894" v="7208" actId="47"/>
        <pc:sldMkLst>
          <pc:docMk/>
          <pc:sldMk cId="3502658179" sldId="280"/>
        </pc:sldMkLst>
      </pc:sldChg>
      <pc:sldChg chg="del">
        <pc:chgData name="Khanh Le" userId="bbb2d7388e46b6b1" providerId="LiveId" clId="{087C23D3-C7F6-404F-ABF4-3DBD0CACF754}" dt="2021-11-08T08:34:56.765" v="7207" actId="47"/>
        <pc:sldMkLst>
          <pc:docMk/>
          <pc:sldMk cId="1149413013" sldId="281"/>
        </pc:sldMkLst>
      </pc:sldChg>
      <pc:sldChg chg="addSp delSp modSp mod">
        <pc:chgData name="Khanh Le" userId="bbb2d7388e46b6b1" providerId="LiveId" clId="{087C23D3-C7F6-404F-ABF4-3DBD0CACF754}" dt="2021-11-08T10:32:53.788" v="8388" actId="1076"/>
        <pc:sldMkLst>
          <pc:docMk/>
          <pc:sldMk cId="2002666643" sldId="282"/>
        </pc:sldMkLst>
        <pc:spChg chg="add del mod">
          <ac:chgData name="Khanh Le" userId="bbb2d7388e46b6b1" providerId="LiveId" clId="{087C23D3-C7F6-404F-ABF4-3DBD0CACF754}" dt="2021-11-08T09:35:25.459" v="8331" actId="478"/>
          <ac:spMkLst>
            <pc:docMk/>
            <pc:sldMk cId="2002666643" sldId="282"/>
            <ac:spMk id="3" creationId="{8A89DBCF-114C-4FDA-96FB-47C462593C9A}"/>
          </ac:spMkLst>
        </pc:spChg>
        <pc:spChg chg="del mod">
          <ac:chgData name="Khanh Le" userId="bbb2d7388e46b6b1" providerId="LiveId" clId="{087C23D3-C7F6-404F-ABF4-3DBD0CACF754}" dt="2021-11-08T09:35:23.453" v="8330" actId="21"/>
          <ac:spMkLst>
            <pc:docMk/>
            <pc:sldMk cId="2002666643" sldId="282"/>
            <ac:spMk id="4" creationId="{00000000-0000-0000-0000-000000000000}"/>
          </ac:spMkLst>
        </pc:spChg>
        <pc:spChg chg="add del mod">
          <ac:chgData name="Khanh Le" userId="bbb2d7388e46b6b1" providerId="LiveId" clId="{087C23D3-C7F6-404F-ABF4-3DBD0CACF754}" dt="2021-11-08T10:32:20.710" v="8380" actId="21"/>
          <ac:spMkLst>
            <pc:docMk/>
            <pc:sldMk cId="2002666643" sldId="282"/>
            <ac:spMk id="7" creationId="{1A24E97A-0BDA-4CBE-9970-1A7592FA4D6B}"/>
          </ac:spMkLst>
        </pc:spChg>
        <pc:spChg chg="add del mod">
          <ac:chgData name="Khanh Le" userId="bbb2d7388e46b6b1" providerId="LiveId" clId="{087C23D3-C7F6-404F-ABF4-3DBD0CACF754}" dt="2021-11-08T10:32:34.270" v="8384" actId="478"/>
          <ac:spMkLst>
            <pc:docMk/>
            <pc:sldMk cId="2002666643" sldId="282"/>
            <ac:spMk id="8" creationId="{98A1E985-BD57-4E3F-8110-8679B7012879}"/>
          </ac:spMkLst>
        </pc:spChg>
        <pc:spChg chg="add mod">
          <ac:chgData name="Khanh Le" userId="bbb2d7388e46b6b1" providerId="LiveId" clId="{087C23D3-C7F6-404F-ABF4-3DBD0CACF754}" dt="2021-11-08T10:32:53.788" v="8388" actId="1076"/>
          <ac:spMkLst>
            <pc:docMk/>
            <pc:sldMk cId="2002666643" sldId="282"/>
            <ac:spMk id="11" creationId="{4C82682F-C804-45D5-8A12-56E2627DEA62}"/>
          </ac:spMkLst>
        </pc:spChg>
        <pc:picChg chg="del">
          <ac:chgData name="Khanh Le" userId="bbb2d7388e46b6b1" providerId="LiveId" clId="{087C23D3-C7F6-404F-ABF4-3DBD0CACF754}" dt="2021-11-08T09:32:13.060" v="8324" actId="478"/>
          <ac:picMkLst>
            <pc:docMk/>
            <pc:sldMk cId="2002666643" sldId="282"/>
            <ac:picMk id="5" creationId="{00000000-0000-0000-0000-000000000000}"/>
          </ac:picMkLst>
        </pc:picChg>
        <pc:picChg chg="add del mod">
          <ac:chgData name="Khanh Le" userId="bbb2d7388e46b6b1" providerId="LiveId" clId="{087C23D3-C7F6-404F-ABF4-3DBD0CACF754}" dt="2021-11-08T10:32:17.750" v="8379" actId="478"/>
          <ac:picMkLst>
            <pc:docMk/>
            <pc:sldMk cId="2002666643" sldId="282"/>
            <ac:picMk id="5122" creationId="{A68DB915-1DC1-4AD5-8A31-8A6059F661C9}"/>
          </ac:picMkLst>
        </pc:picChg>
        <pc:picChg chg="add mod">
          <ac:chgData name="Khanh Le" userId="bbb2d7388e46b6b1" providerId="LiveId" clId="{087C23D3-C7F6-404F-ABF4-3DBD0CACF754}" dt="2021-11-08T10:32:37.859" v="8386" actId="1076"/>
          <ac:picMkLst>
            <pc:docMk/>
            <pc:sldMk cId="2002666643" sldId="282"/>
            <ac:picMk id="5124" creationId="{DDFE3250-5BAF-4E60-9DFD-38D00C9B8159}"/>
          </ac:picMkLst>
        </pc:picChg>
      </pc:sldChg>
      <pc:sldChg chg="modSp mod">
        <pc:chgData name="Khanh Le" userId="bbb2d7388e46b6b1" providerId="LiveId" clId="{087C23D3-C7F6-404F-ABF4-3DBD0CACF754}" dt="2021-11-08T10:34:05.675" v="8553" actId="27636"/>
        <pc:sldMkLst>
          <pc:docMk/>
          <pc:sldMk cId="3768123219" sldId="283"/>
        </pc:sldMkLst>
        <pc:spChg chg="mod">
          <ac:chgData name="Khanh Le" userId="bbb2d7388e46b6b1" providerId="LiveId" clId="{087C23D3-C7F6-404F-ABF4-3DBD0CACF754}" dt="2021-11-03T09:36:11.310" v="98" actId="20577"/>
          <ac:spMkLst>
            <pc:docMk/>
            <pc:sldMk cId="3768123219" sldId="283"/>
            <ac:spMk id="2" creationId="{00000000-0000-0000-0000-000000000000}"/>
          </ac:spMkLst>
        </pc:spChg>
        <pc:spChg chg="mod">
          <ac:chgData name="Khanh Le" userId="bbb2d7388e46b6b1" providerId="LiveId" clId="{087C23D3-C7F6-404F-ABF4-3DBD0CACF754}" dt="2021-11-08T10:34:05.675" v="8553" actId="27636"/>
          <ac:spMkLst>
            <pc:docMk/>
            <pc:sldMk cId="3768123219" sldId="283"/>
            <ac:spMk id="3" creationId="{00000000-0000-0000-0000-000000000000}"/>
          </ac:spMkLst>
        </pc:spChg>
      </pc:sldChg>
      <pc:sldChg chg="del">
        <pc:chgData name="Khanh Le" userId="bbb2d7388e46b6b1" providerId="LiveId" clId="{087C23D3-C7F6-404F-ABF4-3DBD0CACF754}" dt="2021-11-08T09:09:06.231" v="7489" actId="47"/>
        <pc:sldMkLst>
          <pc:docMk/>
          <pc:sldMk cId="2370573528" sldId="284"/>
        </pc:sldMkLst>
      </pc:sldChg>
      <pc:sldChg chg="modSp mod">
        <pc:chgData name="Khanh Le" userId="bbb2d7388e46b6b1" providerId="LiveId" clId="{087C23D3-C7F6-404F-ABF4-3DBD0CACF754}" dt="2021-11-09T03:27:16.343" v="8574" actId="20577"/>
        <pc:sldMkLst>
          <pc:docMk/>
          <pc:sldMk cId="2586360386" sldId="285"/>
        </pc:sldMkLst>
        <pc:spChg chg="mod">
          <ac:chgData name="Khanh Le" userId="bbb2d7388e46b6b1" providerId="LiveId" clId="{087C23D3-C7F6-404F-ABF4-3DBD0CACF754}" dt="2021-11-09T03:27:16.343" v="8574" actId="20577"/>
          <ac:spMkLst>
            <pc:docMk/>
            <pc:sldMk cId="2586360386" sldId="285"/>
            <ac:spMk id="3" creationId="{00000000-0000-0000-0000-000000000000}"/>
          </ac:spMkLst>
        </pc:spChg>
      </pc:sldChg>
      <pc:sldChg chg="modSp mod">
        <pc:chgData name="Khanh Le" userId="bbb2d7388e46b6b1" providerId="LiveId" clId="{087C23D3-C7F6-404F-ABF4-3DBD0CACF754}" dt="2021-11-09T03:27:29.537" v="8576" actId="5793"/>
        <pc:sldMkLst>
          <pc:docMk/>
          <pc:sldMk cId="3411423617" sldId="286"/>
        </pc:sldMkLst>
        <pc:spChg chg="mod">
          <ac:chgData name="Khanh Le" userId="bbb2d7388e46b6b1" providerId="LiveId" clId="{087C23D3-C7F6-404F-ABF4-3DBD0CACF754}" dt="2021-11-09T03:27:29.537" v="8576" actId="5793"/>
          <ac:spMkLst>
            <pc:docMk/>
            <pc:sldMk cId="3411423617" sldId="286"/>
            <ac:spMk id="3" creationId="{00000000-0000-0000-0000-000000000000}"/>
          </ac:spMkLst>
        </pc:spChg>
      </pc:sldChg>
      <pc:sldChg chg="modSp mod">
        <pc:chgData name="Khanh Le" userId="bbb2d7388e46b6b1" providerId="LiveId" clId="{087C23D3-C7F6-404F-ABF4-3DBD0CACF754}" dt="2021-11-08T09:03:49.270" v="7449" actId="27636"/>
        <pc:sldMkLst>
          <pc:docMk/>
          <pc:sldMk cId="2963105042" sldId="287"/>
        </pc:sldMkLst>
        <pc:spChg chg="mod">
          <ac:chgData name="Khanh Le" userId="bbb2d7388e46b6b1" providerId="LiveId" clId="{087C23D3-C7F6-404F-ABF4-3DBD0CACF754}" dt="2021-11-08T09:03:49.270" v="7449" actId="27636"/>
          <ac:spMkLst>
            <pc:docMk/>
            <pc:sldMk cId="2963105042" sldId="287"/>
            <ac:spMk id="3" creationId="{00000000-0000-0000-0000-000000000000}"/>
          </ac:spMkLst>
        </pc:spChg>
      </pc:sldChg>
      <pc:sldChg chg="addSp delSp modSp mod">
        <pc:chgData name="Khanh Le" userId="bbb2d7388e46b6b1" providerId="LiveId" clId="{087C23D3-C7F6-404F-ABF4-3DBD0CACF754}" dt="2021-11-08T09:09:57.102" v="7594" actId="14100"/>
        <pc:sldMkLst>
          <pc:docMk/>
          <pc:sldMk cId="3869564824" sldId="288"/>
        </pc:sldMkLst>
        <pc:spChg chg="del">
          <ac:chgData name="Khanh Le" userId="bbb2d7388e46b6b1" providerId="LiveId" clId="{087C23D3-C7F6-404F-ABF4-3DBD0CACF754}" dt="2021-11-08T09:06:15.960" v="7455" actId="478"/>
          <ac:spMkLst>
            <pc:docMk/>
            <pc:sldMk cId="3869564824" sldId="288"/>
            <ac:spMk id="2" creationId="{00000000-0000-0000-0000-000000000000}"/>
          </ac:spMkLst>
        </pc:spChg>
        <pc:spChg chg="add del mod">
          <ac:chgData name="Khanh Le" userId="bbb2d7388e46b6b1" providerId="LiveId" clId="{087C23D3-C7F6-404F-ABF4-3DBD0CACF754}" dt="2021-11-08T09:06:15.343" v="7454" actId="478"/>
          <ac:spMkLst>
            <pc:docMk/>
            <pc:sldMk cId="3869564824" sldId="288"/>
            <ac:spMk id="7" creationId="{DE373BAE-E51D-4CF9-BCFB-80164584CF14}"/>
          </ac:spMkLst>
        </pc:spChg>
        <pc:spChg chg="add mod">
          <ac:chgData name="Khanh Le" userId="bbb2d7388e46b6b1" providerId="LiveId" clId="{087C23D3-C7F6-404F-ABF4-3DBD0CACF754}" dt="2021-11-08T09:09:52.177" v="7593" actId="403"/>
          <ac:spMkLst>
            <pc:docMk/>
            <pc:sldMk cId="3869564824" sldId="288"/>
            <ac:spMk id="17" creationId="{5D404986-2391-46D7-A820-F81784EF0557}"/>
          </ac:spMkLst>
        </pc:spChg>
        <pc:picChg chg="del">
          <ac:chgData name="Khanh Le" userId="bbb2d7388e46b6b1" providerId="LiveId" clId="{087C23D3-C7F6-404F-ABF4-3DBD0CACF754}" dt="2021-11-08T09:06:11.393" v="7452" actId="478"/>
          <ac:picMkLst>
            <pc:docMk/>
            <pc:sldMk cId="3869564824" sldId="288"/>
            <ac:picMk id="4" creationId="{00000000-0000-0000-0000-000000000000}"/>
          </ac:picMkLst>
        </pc:picChg>
        <pc:picChg chg="add del mod">
          <ac:chgData name="Khanh Le" userId="bbb2d7388e46b6b1" providerId="LiveId" clId="{087C23D3-C7F6-404F-ABF4-3DBD0CACF754}" dt="2021-11-08T09:07:13.112" v="7469" actId="478"/>
          <ac:picMkLst>
            <pc:docMk/>
            <pc:sldMk cId="3869564824" sldId="288"/>
            <ac:picMk id="5" creationId="{4AEB34B3-BED7-4188-93A2-493FD5A27E54}"/>
          </ac:picMkLst>
        </pc:picChg>
        <pc:picChg chg="add del mod">
          <ac:chgData name="Khanh Le" userId="bbb2d7388e46b6b1" providerId="LiveId" clId="{087C23D3-C7F6-404F-ABF4-3DBD0CACF754}" dt="2021-11-08T09:07:12.657" v="7468" actId="478"/>
          <ac:picMkLst>
            <pc:docMk/>
            <pc:sldMk cId="3869564824" sldId="288"/>
            <ac:picMk id="9" creationId="{A12F2195-6ACB-4FD4-9131-16A6D8C48E2F}"/>
          </ac:picMkLst>
        </pc:picChg>
        <pc:picChg chg="add del mod">
          <ac:chgData name="Khanh Le" userId="bbb2d7388e46b6b1" providerId="LiveId" clId="{087C23D3-C7F6-404F-ABF4-3DBD0CACF754}" dt="2021-11-08T09:07:13.459" v="7470" actId="478"/>
          <ac:picMkLst>
            <pc:docMk/>
            <pc:sldMk cId="3869564824" sldId="288"/>
            <ac:picMk id="11" creationId="{6BAE66EE-2421-4EEA-9EF3-0DB00EE9246F}"/>
          </ac:picMkLst>
        </pc:picChg>
        <pc:picChg chg="add mod">
          <ac:chgData name="Khanh Le" userId="bbb2d7388e46b6b1" providerId="LiveId" clId="{087C23D3-C7F6-404F-ABF4-3DBD0CACF754}" dt="2021-11-08T09:07:19.795" v="7472" actId="1076"/>
          <ac:picMkLst>
            <pc:docMk/>
            <pc:sldMk cId="3869564824" sldId="288"/>
            <ac:picMk id="13" creationId="{E14BE1C2-A5CA-49A5-954D-B8ED77179673}"/>
          </ac:picMkLst>
        </pc:picChg>
        <pc:picChg chg="add mod">
          <ac:chgData name="Khanh Le" userId="bbb2d7388e46b6b1" providerId="LiveId" clId="{087C23D3-C7F6-404F-ABF4-3DBD0CACF754}" dt="2021-11-08T09:09:57.102" v="7594" actId="14100"/>
          <ac:picMkLst>
            <pc:docMk/>
            <pc:sldMk cId="3869564824" sldId="288"/>
            <ac:picMk id="15" creationId="{3E7BB8CB-02A1-44F3-906A-5F444C9524EF}"/>
          </ac:picMkLst>
        </pc:picChg>
        <pc:picChg chg="del">
          <ac:chgData name="Khanh Le" userId="bbb2d7388e46b6b1" providerId="LiveId" clId="{087C23D3-C7F6-404F-ABF4-3DBD0CACF754}" dt="2021-11-08T09:06:13.856" v="7453" actId="478"/>
          <ac:picMkLst>
            <pc:docMk/>
            <pc:sldMk cId="3869564824" sldId="288"/>
            <ac:picMk id="1026" creationId="{00000000-0000-0000-0000-000000000000}"/>
          </ac:picMkLst>
        </pc:picChg>
      </pc:sldChg>
      <pc:sldChg chg="modSp add del mod modNotesTx">
        <pc:chgData name="Khanh Le" userId="bbb2d7388e46b6b1" providerId="LiveId" clId="{087C23D3-C7F6-404F-ABF4-3DBD0CACF754}" dt="2021-11-08T04:24:46.353" v="5461" actId="47"/>
        <pc:sldMkLst>
          <pc:docMk/>
          <pc:sldMk cId="3077720895" sldId="289"/>
        </pc:sldMkLst>
        <pc:spChg chg="mod">
          <ac:chgData name="Khanh Le" userId="bbb2d7388e46b6b1" providerId="LiveId" clId="{087C23D3-C7F6-404F-ABF4-3DBD0CACF754}" dt="2021-11-08T04:24:04.925" v="5449" actId="21"/>
          <ac:spMkLst>
            <pc:docMk/>
            <pc:sldMk cId="3077720895" sldId="289"/>
            <ac:spMk id="3" creationId="{00000000-0000-0000-0000-000000000000}"/>
          </ac:spMkLst>
        </pc:spChg>
      </pc:sldChg>
      <pc:sldChg chg="modSp add del mod modNotesTx">
        <pc:chgData name="Khanh Le" userId="bbb2d7388e46b6b1" providerId="LiveId" clId="{087C23D3-C7F6-404F-ABF4-3DBD0CACF754}" dt="2021-11-08T04:25:29.748" v="5533" actId="47"/>
        <pc:sldMkLst>
          <pc:docMk/>
          <pc:sldMk cId="3552470355" sldId="290"/>
        </pc:sldMkLst>
        <pc:spChg chg="mod">
          <ac:chgData name="Khanh Le" userId="bbb2d7388e46b6b1" providerId="LiveId" clId="{087C23D3-C7F6-404F-ABF4-3DBD0CACF754}" dt="2021-11-08T04:25:09.065" v="5523" actId="20577"/>
          <ac:spMkLst>
            <pc:docMk/>
            <pc:sldMk cId="3552470355" sldId="290"/>
            <ac:spMk id="3" creationId="{00000000-0000-0000-0000-000000000000}"/>
          </ac:spMkLst>
        </pc:spChg>
      </pc:sldChg>
      <pc:sldChg chg="modSp add del mod modNotesTx">
        <pc:chgData name="Khanh Le" userId="bbb2d7388e46b6b1" providerId="LiveId" clId="{087C23D3-C7F6-404F-ABF4-3DBD0CACF754}" dt="2021-11-08T04:26:40.995" v="5577" actId="47"/>
        <pc:sldMkLst>
          <pc:docMk/>
          <pc:sldMk cId="4086831420" sldId="291"/>
        </pc:sldMkLst>
        <pc:spChg chg="mod">
          <ac:chgData name="Khanh Le" userId="bbb2d7388e46b6b1" providerId="LiveId" clId="{087C23D3-C7F6-404F-ABF4-3DBD0CACF754}" dt="2021-11-08T04:25:39.527" v="5534" actId="21"/>
          <ac:spMkLst>
            <pc:docMk/>
            <pc:sldMk cId="4086831420" sldId="291"/>
            <ac:spMk id="3" creationId="{00000000-0000-0000-0000-000000000000}"/>
          </ac:spMkLst>
        </pc:spChg>
      </pc:sldChg>
      <pc:sldChg chg="addSp modSp add mod modNotesTx">
        <pc:chgData name="Khanh Le" userId="bbb2d7388e46b6b1" providerId="LiveId" clId="{087C23D3-C7F6-404F-ABF4-3DBD0CACF754}" dt="2021-11-08T04:27:34.072" v="5594" actId="1076"/>
        <pc:sldMkLst>
          <pc:docMk/>
          <pc:sldMk cId="1785490789" sldId="292"/>
        </pc:sldMkLst>
        <pc:spChg chg="add mod">
          <ac:chgData name="Khanh Le" userId="bbb2d7388e46b6b1" providerId="LiveId" clId="{087C23D3-C7F6-404F-ABF4-3DBD0CACF754}" dt="2021-11-08T04:27:09.416" v="5581" actId="21"/>
          <ac:spMkLst>
            <pc:docMk/>
            <pc:sldMk cId="1785490789" sldId="292"/>
            <ac:spMk id="4" creationId="{2EAC68DE-DE4B-4EB1-AA35-D1A5248D8F6E}"/>
          </ac:spMkLst>
        </pc:spChg>
        <pc:spChg chg="mod">
          <ac:chgData name="Khanh Le" userId="bbb2d7388e46b6b1" providerId="LiveId" clId="{087C23D3-C7F6-404F-ABF4-3DBD0CACF754}" dt="2021-11-08T04:10:00.147" v="5383" actId="1076"/>
          <ac:spMkLst>
            <pc:docMk/>
            <pc:sldMk cId="1785490789" sldId="292"/>
            <ac:spMk id="5" creationId="{00000000-0000-0000-0000-000000000000}"/>
          </ac:spMkLst>
        </pc:spChg>
        <pc:spChg chg="mod">
          <ac:chgData name="Khanh Le" userId="bbb2d7388e46b6b1" providerId="LiveId" clId="{087C23D3-C7F6-404F-ABF4-3DBD0CACF754}" dt="2021-11-08T04:27:34.072" v="5594" actId="1076"/>
          <ac:spMkLst>
            <pc:docMk/>
            <pc:sldMk cId="1785490789" sldId="292"/>
            <ac:spMk id="6" creationId="{022F28C2-591E-4AED-B418-24F272BFE193}"/>
          </ac:spMkLst>
        </pc:spChg>
      </pc:sldChg>
      <pc:sldChg chg="addSp delSp modSp new del mod">
        <pc:chgData name="Khanh Le" userId="bbb2d7388e46b6b1" providerId="LiveId" clId="{087C23D3-C7F6-404F-ABF4-3DBD0CACF754}" dt="2021-11-08T09:18:20.745" v="7707" actId="47"/>
        <pc:sldMkLst>
          <pc:docMk/>
          <pc:sldMk cId="2437807743" sldId="293"/>
        </pc:sldMkLst>
        <pc:spChg chg="del">
          <ac:chgData name="Khanh Le" userId="bbb2d7388e46b6b1" providerId="LiveId" clId="{087C23D3-C7F6-404F-ABF4-3DBD0CACF754}" dt="2021-11-08T04:29:20.606" v="5618" actId="478"/>
          <ac:spMkLst>
            <pc:docMk/>
            <pc:sldMk cId="2437807743" sldId="293"/>
            <ac:spMk id="2" creationId="{8FDCCADD-72F7-4CD5-BE4E-E31983DD6B3E}"/>
          </ac:spMkLst>
        </pc:spChg>
        <pc:spChg chg="del">
          <ac:chgData name="Khanh Le" userId="bbb2d7388e46b6b1" providerId="LiveId" clId="{087C23D3-C7F6-404F-ABF4-3DBD0CACF754}" dt="2021-11-08T04:29:21.798" v="5619" actId="478"/>
          <ac:spMkLst>
            <pc:docMk/>
            <pc:sldMk cId="2437807743" sldId="293"/>
            <ac:spMk id="3" creationId="{F449C30F-CCE0-474A-91B0-4A938139AF35}"/>
          </ac:spMkLst>
        </pc:spChg>
        <pc:spChg chg="add mod">
          <ac:chgData name="Khanh Le" userId="bbb2d7388e46b6b1" providerId="LiveId" clId="{087C23D3-C7F6-404F-ABF4-3DBD0CACF754}" dt="2021-11-08T04:29:23.988" v="5620" actId="1076"/>
          <ac:spMkLst>
            <pc:docMk/>
            <pc:sldMk cId="2437807743" sldId="293"/>
            <ac:spMk id="4" creationId="{ADD46A8A-0104-4724-A002-FEBA2838A5EE}"/>
          </ac:spMkLst>
        </pc:spChg>
      </pc:sldChg>
      <pc:sldChg chg="add del">
        <pc:chgData name="Khanh Le" userId="bbb2d7388e46b6b1" providerId="LiveId" clId="{087C23D3-C7F6-404F-ABF4-3DBD0CACF754}" dt="2021-11-08T07:16:24.536" v="6839" actId="47"/>
        <pc:sldMkLst>
          <pc:docMk/>
          <pc:sldMk cId="2091737609" sldId="294"/>
        </pc:sldMkLst>
      </pc:sldChg>
      <pc:sldChg chg="addSp delSp modSp new mod modNotesTx">
        <pc:chgData name="Khanh Le" userId="bbb2d7388e46b6b1" providerId="LiveId" clId="{087C23D3-C7F6-404F-ABF4-3DBD0CACF754}" dt="2021-11-08T10:00:22.684" v="8362" actId="1036"/>
        <pc:sldMkLst>
          <pc:docMk/>
          <pc:sldMk cId="2433624919" sldId="295"/>
        </pc:sldMkLst>
        <pc:spChg chg="del">
          <ac:chgData name="Khanh Le" userId="bbb2d7388e46b6b1" providerId="LiveId" clId="{087C23D3-C7F6-404F-ABF4-3DBD0CACF754}" dt="2021-11-08T08:24:16.025" v="7160" actId="478"/>
          <ac:spMkLst>
            <pc:docMk/>
            <pc:sldMk cId="2433624919" sldId="295"/>
            <ac:spMk id="2" creationId="{C2DF9758-3FE3-4B06-9027-E1F6EFF78FAF}"/>
          </ac:spMkLst>
        </pc:spChg>
        <pc:spChg chg="del">
          <ac:chgData name="Khanh Le" userId="bbb2d7388e46b6b1" providerId="LiveId" clId="{087C23D3-C7F6-404F-ABF4-3DBD0CACF754}" dt="2021-11-08T08:24:13.973" v="7159" actId="478"/>
          <ac:spMkLst>
            <pc:docMk/>
            <pc:sldMk cId="2433624919" sldId="295"/>
            <ac:spMk id="3" creationId="{91ED8E2E-A55E-44F9-A5D2-CBD1C3BA2CBD}"/>
          </ac:spMkLst>
        </pc:spChg>
        <pc:picChg chg="add mod">
          <ac:chgData name="Khanh Le" userId="bbb2d7388e46b6b1" providerId="LiveId" clId="{087C23D3-C7F6-404F-ABF4-3DBD0CACF754}" dt="2021-11-08T10:00:22.684" v="8362" actId="1036"/>
          <ac:picMkLst>
            <pc:docMk/>
            <pc:sldMk cId="2433624919" sldId="295"/>
            <ac:picMk id="4" creationId="{D0614E4A-FEF3-4243-976C-E54BB8B3D659}"/>
          </ac:picMkLst>
        </pc:picChg>
      </pc:sldChg>
      <pc:sldChg chg="addSp modSp add mod">
        <pc:chgData name="Khanh Le" userId="bbb2d7388e46b6b1" providerId="LiveId" clId="{087C23D3-C7F6-404F-ABF4-3DBD0CACF754}" dt="2021-11-08T08:52:57.725" v="7427" actId="14100"/>
        <pc:sldMkLst>
          <pc:docMk/>
          <pc:sldMk cId="3433196534" sldId="296"/>
        </pc:sldMkLst>
        <pc:spChg chg="mod">
          <ac:chgData name="Khanh Le" userId="bbb2d7388e46b6b1" providerId="LiveId" clId="{087C23D3-C7F6-404F-ABF4-3DBD0CACF754}" dt="2021-11-08T08:51:14.034" v="7387" actId="1076"/>
          <ac:spMkLst>
            <pc:docMk/>
            <pc:sldMk cId="3433196534" sldId="296"/>
            <ac:spMk id="3" creationId="{00000000-0000-0000-0000-000000000000}"/>
          </ac:spMkLst>
        </pc:spChg>
        <pc:spChg chg="add mod">
          <ac:chgData name="Khanh Le" userId="bbb2d7388e46b6b1" providerId="LiveId" clId="{087C23D3-C7F6-404F-ABF4-3DBD0CACF754}" dt="2021-11-08T08:52:50.748" v="7424" actId="27636"/>
          <ac:spMkLst>
            <pc:docMk/>
            <pc:sldMk cId="3433196534" sldId="296"/>
            <ac:spMk id="4" creationId="{69E3C306-AFF6-480B-8FE9-AFEB34FE9271}"/>
          </ac:spMkLst>
        </pc:spChg>
        <pc:picChg chg="add mod modCrop">
          <ac:chgData name="Khanh Le" userId="bbb2d7388e46b6b1" providerId="LiveId" clId="{087C23D3-C7F6-404F-ABF4-3DBD0CACF754}" dt="2021-11-08T08:52:52.498" v="7425" actId="1076"/>
          <ac:picMkLst>
            <pc:docMk/>
            <pc:sldMk cId="3433196534" sldId="296"/>
            <ac:picMk id="5" creationId="{8DC18CC8-EE8F-4BD9-AA81-B402A0E890BC}"/>
          </ac:picMkLst>
        </pc:picChg>
        <pc:picChg chg="add mod modCrop">
          <ac:chgData name="Khanh Le" userId="bbb2d7388e46b6b1" providerId="LiveId" clId="{087C23D3-C7F6-404F-ABF4-3DBD0CACF754}" dt="2021-11-08T08:52:57.725" v="7427" actId="14100"/>
          <ac:picMkLst>
            <pc:docMk/>
            <pc:sldMk cId="3433196534" sldId="296"/>
            <ac:picMk id="6" creationId="{16CE98FF-87B5-44A9-9220-8BC20D548FC4}"/>
          </ac:picMkLst>
        </pc:picChg>
      </pc:sldChg>
      <pc:sldChg chg="modSp mod">
        <pc:chgData name="Khanh Le" userId="bbb2d7388e46b6b1" providerId="LiveId" clId="{087C23D3-C7F6-404F-ABF4-3DBD0CACF754}" dt="2021-11-09T03:26:40.383" v="8560" actId="27636"/>
        <pc:sldMkLst>
          <pc:docMk/>
          <pc:sldMk cId="3433196534" sldId="298"/>
        </pc:sldMkLst>
        <pc:spChg chg="mod">
          <ac:chgData name="Khanh Le" userId="bbb2d7388e46b6b1" providerId="LiveId" clId="{087C23D3-C7F6-404F-ABF4-3DBD0CACF754}" dt="2021-11-09T03:26:40.383" v="8560" actId="27636"/>
          <ac:spMkLst>
            <pc:docMk/>
            <pc:sldMk cId="3433196534" sldId="298"/>
            <ac:spMk id="4" creationId="{69E3C306-AFF6-480B-8FE9-AFEB34FE9271}"/>
          </ac:spMkLst>
        </pc:spChg>
      </pc:sldChg>
      <pc:sldChg chg="add">
        <pc:chgData name="Khanh Le" userId="bbb2d7388e46b6b1" providerId="LiveId" clId="{087C23D3-C7F6-404F-ABF4-3DBD0CACF754}" dt="2021-11-08T09:07:07.590" v="7467"/>
        <pc:sldMkLst>
          <pc:docMk/>
          <pc:sldMk cId="787271043" sldId="299"/>
        </pc:sldMkLst>
      </pc:sldChg>
      <pc:sldChg chg="addSp delSp modSp add mod">
        <pc:chgData name="Khanh Le" userId="bbb2d7388e46b6b1" providerId="LiveId" clId="{087C23D3-C7F6-404F-ABF4-3DBD0CACF754}" dt="2021-11-08T09:10:45.217" v="7706" actId="20577"/>
        <pc:sldMkLst>
          <pc:docMk/>
          <pc:sldMk cId="1088614602" sldId="300"/>
        </pc:sldMkLst>
        <pc:spChg chg="add mod">
          <ac:chgData name="Khanh Le" userId="bbb2d7388e46b6b1" providerId="LiveId" clId="{087C23D3-C7F6-404F-ABF4-3DBD0CACF754}" dt="2021-11-08T09:10:45.217" v="7706" actId="20577"/>
          <ac:spMkLst>
            <pc:docMk/>
            <pc:sldMk cId="1088614602" sldId="300"/>
            <ac:spMk id="10" creationId="{08FEA278-4D39-4858-95FF-045EAE8DCC30}"/>
          </ac:spMkLst>
        </pc:spChg>
        <pc:picChg chg="add mod">
          <ac:chgData name="Khanh Le" userId="bbb2d7388e46b6b1" providerId="LiveId" clId="{087C23D3-C7F6-404F-ABF4-3DBD0CACF754}" dt="2021-11-08T09:08:24.700" v="7485" actId="1076"/>
          <ac:picMkLst>
            <pc:docMk/>
            <pc:sldMk cId="1088614602" sldId="300"/>
            <ac:picMk id="3" creationId="{ED00E900-C406-49F0-8836-42D7ACDA44C0}"/>
          </ac:picMkLst>
        </pc:picChg>
        <pc:picChg chg="del">
          <ac:chgData name="Khanh Le" userId="bbb2d7388e46b6b1" providerId="LiveId" clId="{087C23D3-C7F6-404F-ABF4-3DBD0CACF754}" dt="2021-11-08T09:08:11.469" v="7481" actId="478"/>
          <ac:picMkLst>
            <pc:docMk/>
            <pc:sldMk cId="1088614602" sldId="300"/>
            <ac:picMk id="5" creationId="{4AEB34B3-BED7-4188-93A2-493FD5A27E54}"/>
          </ac:picMkLst>
        </pc:picChg>
        <pc:picChg chg="add mod">
          <ac:chgData name="Khanh Le" userId="bbb2d7388e46b6b1" providerId="LiveId" clId="{087C23D3-C7F6-404F-ABF4-3DBD0CACF754}" dt="2021-11-08T09:10:06.208" v="7595" actId="14100"/>
          <ac:picMkLst>
            <pc:docMk/>
            <pc:sldMk cId="1088614602" sldId="300"/>
            <ac:picMk id="6" creationId="{A3D1AE62-36A4-4940-BE11-51E137A56122}"/>
          </ac:picMkLst>
        </pc:picChg>
        <pc:picChg chg="del">
          <ac:chgData name="Khanh Le" userId="bbb2d7388e46b6b1" providerId="LiveId" clId="{087C23D3-C7F6-404F-ABF4-3DBD0CACF754}" dt="2021-11-08T09:08:11.952" v="7482" actId="478"/>
          <ac:picMkLst>
            <pc:docMk/>
            <pc:sldMk cId="1088614602" sldId="300"/>
            <ac:picMk id="9" creationId="{A12F2195-6ACB-4FD4-9131-16A6D8C48E2F}"/>
          </ac:picMkLst>
        </pc:picChg>
        <pc:picChg chg="del">
          <ac:chgData name="Khanh Le" userId="bbb2d7388e46b6b1" providerId="LiveId" clId="{087C23D3-C7F6-404F-ABF4-3DBD0CACF754}" dt="2021-11-08T09:08:12.353" v="7483" actId="478"/>
          <ac:picMkLst>
            <pc:docMk/>
            <pc:sldMk cId="1088614602" sldId="300"/>
            <ac:picMk id="11" creationId="{6BAE66EE-2421-4EEA-9EF3-0DB00EE9246F}"/>
          </ac:picMkLst>
        </pc:picChg>
      </pc:sldChg>
      <pc:sldChg chg="addSp delSp modSp add mod">
        <pc:chgData name="Khanh Le" userId="bbb2d7388e46b6b1" providerId="LiveId" clId="{087C23D3-C7F6-404F-ABF4-3DBD0CACF754}" dt="2021-11-08T09:30:21.097" v="8171" actId="20577"/>
        <pc:sldMkLst>
          <pc:docMk/>
          <pc:sldMk cId="926561890" sldId="303"/>
        </pc:sldMkLst>
        <pc:spChg chg="mod">
          <ac:chgData name="Khanh Le" userId="bbb2d7388e46b6b1" providerId="LiveId" clId="{087C23D3-C7F6-404F-ABF4-3DBD0CACF754}" dt="2021-11-08T09:30:21.097" v="8171" actId="20577"/>
          <ac:spMkLst>
            <pc:docMk/>
            <pc:sldMk cId="926561890" sldId="303"/>
            <ac:spMk id="3" creationId="{00000000-0000-0000-0000-000000000000}"/>
          </ac:spMkLst>
        </pc:spChg>
        <pc:graphicFrameChg chg="add mod">
          <ac:chgData name="Khanh Le" userId="bbb2d7388e46b6b1" providerId="LiveId" clId="{087C23D3-C7F6-404F-ABF4-3DBD0CACF754}" dt="2021-11-08T09:29:58.728" v="8040" actId="1076"/>
          <ac:graphicFrameMkLst>
            <pc:docMk/>
            <pc:sldMk cId="926561890" sldId="303"/>
            <ac:graphicFrameMk id="2" creationId="{F4D14524-C763-4970-9F8A-EDF5A6EA84FE}"/>
          </ac:graphicFrameMkLst>
        </pc:graphicFrameChg>
        <pc:graphicFrameChg chg="del">
          <ac:chgData name="Khanh Le" userId="bbb2d7388e46b6b1" providerId="LiveId" clId="{087C23D3-C7F6-404F-ABF4-3DBD0CACF754}" dt="2021-11-08T09:29:47.403" v="8038" actId="478"/>
          <ac:graphicFrameMkLst>
            <pc:docMk/>
            <pc:sldMk cId="926561890" sldId="303"/>
            <ac:graphicFrameMk id="5" creationId="{AE282191-B0D8-4C62-BAA0-C419F2785118}"/>
          </ac:graphicFrameMkLst>
        </pc:graphicFrameChg>
      </pc:sldChg>
      <pc:sldChg chg="delSp modSp add del mod">
        <pc:chgData name="Khanh Le" userId="bbb2d7388e46b6b1" providerId="LiveId" clId="{087C23D3-C7F6-404F-ABF4-3DBD0CACF754}" dt="2021-11-08T09:31:38.691" v="8323" actId="47"/>
        <pc:sldMkLst>
          <pc:docMk/>
          <pc:sldMk cId="3109765964" sldId="304"/>
        </pc:sldMkLst>
        <pc:spChg chg="mod">
          <ac:chgData name="Khanh Le" userId="bbb2d7388e46b6b1" providerId="LiveId" clId="{087C23D3-C7F6-404F-ABF4-3DBD0CACF754}" dt="2021-11-08T09:31:33.260" v="8322" actId="20577"/>
          <ac:spMkLst>
            <pc:docMk/>
            <pc:sldMk cId="3109765964" sldId="304"/>
            <ac:spMk id="3" creationId="{00000000-0000-0000-0000-000000000000}"/>
          </ac:spMkLst>
        </pc:spChg>
        <pc:graphicFrameChg chg="del">
          <ac:chgData name="Khanh Le" userId="bbb2d7388e46b6b1" providerId="LiveId" clId="{087C23D3-C7F6-404F-ABF4-3DBD0CACF754}" dt="2021-11-08T09:30:28.889" v="8172" actId="478"/>
          <ac:graphicFrameMkLst>
            <pc:docMk/>
            <pc:sldMk cId="3109765964" sldId="304"/>
            <ac:graphicFrameMk id="5" creationId="{AE282191-B0D8-4C62-BAA0-C419F2785118}"/>
          </ac:graphicFrameMkLst>
        </pc:graphicFrameChg>
      </pc:sldChg>
      <pc:sldChg chg="add del">
        <pc:chgData name="Khanh Le" userId="bbb2d7388e46b6b1" providerId="LiveId" clId="{087C23D3-C7F6-404F-ABF4-3DBD0CACF754}" dt="2021-11-08T09:31:16.305" v="8317" actId="47"/>
        <pc:sldMkLst>
          <pc:docMk/>
          <pc:sldMk cId="2510383294" sldId="305"/>
        </pc:sldMkLst>
      </pc:sldChg>
      <pc:sldChg chg="addSp modSp add mod">
        <pc:chgData name="Khanh Le" userId="bbb2d7388e46b6b1" providerId="LiveId" clId="{087C23D3-C7F6-404F-ABF4-3DBD0CACF754}" dt="2021-11-08T09:31:27.215" v="8320"/>
        <pc:sldMkLst>
          <pc:docMk/>
          <pc:sldMk cId="1202297637" sldId="306"/>
        </pc:sldMkLst>
        <pc:spChg chg="mod">
          <ac:chgData name="Khanh Le" userId="bbb2d7388e46b6b1" providerId="LiveId" clId="{087C23D3-C7F6-404F-ABF4-3DBD0CACF754}" dt="2021-11-08T09:31:19.727" v="8319" actId="20577"/>
          <ac:spMkLst>
            <pc:docMk/>
            <pc:sldMk cId="1202297637" sldId="306"/>
            <ac:spMk id="3" creationId="{00000000-0000-0000-0000-000000000000}"/>
          </ac:spMkLst>
        </pc:spChg>
        <pc:graphicFrameChg chg="add mod">
          <ac:chgData name="Khanh Le" userId="bbb2d7388e46b6b1" providerId="LiveId" clId="{087C23D3-C7F6-404F-ABF4-3DBD0CACF754}" dt="2021-11-08T09:31:27.215" v="8320"/>
          <ac:graphicFrameMkLst>
            <pc:docMk/>
            <pc:sldMk cId="1202297637" sldId="306"/>
            <ac:graphicFrameMk id="2" creationId="{C7BC4D55-CB78-4F7B-ADAA-AD8B590A4527}"/>
          </ac:graphicFrameMkLst>
        </pc:graphicFrameChg>
      </pc:sldChg>
    </pc:docChg>
  </pc:docChgLst>
  <pc:docChgLst>
    <pc:chgData name="Khanh Le" userId="bbb2d7388e46b6b1" providerId="LiveId" clId="{AC314864-5976-41DE-BF4B-1F2A4CF3ACCD}"/>
    <pc:docChg chg="undo custSel addSld delSld modSld sldOrd">
      <pc:chgData name="Khanh Le" userId="bbb2d7388e46b6b1" providerId="LiveId" clId="{AC314864-5976-41DE-BF4B-1F2A4CF3ACCD}" dt="2021-11-09T08:47:04.709" v="6092" actId="1076"/>
      <pc:docMkLst>
        <pc:docMk/>
      </pc:docMkLst>
      <pc:sldChg chg="del">
        <pc:chgData name="Khanh Le" userId="bbb2d7388e46b6b1" providerId="LiveId" clId="{AC314864-5976-41DE-BF4B-1F2A4CF3ACCD}" dt="2021-11-09T08:40:57.061" v="5605" actId="47"/>
        <pc:sldMkLst>
          <pc:docMk/>
          <pc:sldMk cId="1608750514" sldId="256"/>
        </pc:sldMkLst>
      </pc:sldChg>
      <pc:sldChg chg="modSp mod">
        <pc:chgData name="Khanh Le" userId="bbb2d7388e46b6b1" providerId="LiveId" clId="{AC314864-5976-41DE-BF4B-1F2A4CF3ACCD}" dt="2021-11-09T08:47:04.709" v="6092" actId="1076"/>
        <pc:sldMkLst>
          <pc:docMk/>
          <pc:sldMk cId="3840875554" sldId="257"/>
        </pc:sldMkLst>
        <pc:spChg chg="mod">
          <ac:chgData name="Khanh Le" userId="bbb2d7388e46b6b1" providerId="LiveId" clId="{AC314864-5976-41DE-BF4B-1F2A4CF3ACCD}" dt="2021-11-09T08:47:04.709" v="6092" actId="1076"/>
          <ac:spMkLst>
            <pc:docMk/>
            <pc:sldMk cId="3840875554" sldId="257"/>
            <ac:spMk id="2" creationId="{00000000-0000-0000-0000-000000000000}"/>
          </ac:spMkLst>
        </pc:spChg>
        <pc:graphicFrameChg chg="mod">
          <ac:chgData name="Khanh Le" userId="bbb2d7388e46b6b1" providerId="LiveId" clId="{AC314864-5976-41DE-BF4B-1F2A4CF3ACCD}" dt="2021-11-09T08:46:59.714" v="6091" actId="478"/>
          <ac:graphicFrameMkLst>
            <pc:docMk/>
            <pc:sldMk cId="3840875554" sldId="257"/>
            <ac:graphicFrameMk id="4" creationId="{00000000-0000-0000-0000-000000000000}"/>
          </ac:graphicFrameMkLst>
        </pc:graphicFrameChg>
      </pc:sldChg>
      <pc:sldChg chg="addSp delSp modSp mod modNotesTx">
        <pc:chgData name="Khanh Le" userId="bbb2d7388e46b6b1" providerId="LiveId" clId="{AC314864-5976-41DE-BF4B-1F2A4CF3ACCD}" dt="2021-11-09T08:05:57.706" v="3058" actId="113"/>
        <pc:sldMkLst>
          <pc:docMk/>
          <pc:sldMk cId="883242560" sldId="258"/>
        </pc:sldMkLst>
        <pc:spChg chg="add mod">
          <ac:chgData name="Khanh Le" userId="bbb2d7388e46b6b1" providerId="LiveId" clId="{AC314864-5976-41DE-BF4B-1F2A4CF3ACCD}" dt="2021-11-09T07:57:59.797" v="2231" actId="1036"/>
          <ac:spMkLst>
            <pc:docMk/>
            <pc:sldMk cId="883242560" sldId="258"/>
            <ac:spMk id="28" creationId="{39D3CC76-4C8C-4315-9AA8-9C252013863F}"/>
          </ac:spMkLst>
        </pc:spChg>
        <pc:spChg chg="add mod">
          <ac:chgData name="Khanh Le" userId="bbb2d7388e46b6b1" providerId="LiveId" clId="{AC314864-5976-41DE-BF4B-1F2A4CF3ACCD}" dt="2021-11-09T07:55:48.782" v="2176" actId="1036"/>
          <ac:spMkLst>
            <pc:docMk/>
            <pc:sldMk cId="883242560" sldId="258"/>
            <ac:spMk id="30" creationId="{33560BDF-51CC-40F8-A86E-C9AB989027BD}"/>
          </ac:spMkLst>
        </pc:spChg>
        <pc:grpChg chg="del">
          <ac:chgData name="Khanh Le" userId="bbb2d7388e46b6b1" providerId="LiveId" clId="{AC314864-5976-41DE-BF4B-1F2A4CF3ACCD}" dt="2021-11-09T07:22:18.243" v="177" actId="478"/>
          <ac:grpSpMkLst>
            <pc:docMk/>
            <pc:sldMk cId="883242560" sldId="258"/>
            <ac:grpSpMk id="3" creationId="{05AA45C4-C85F-4178-8ED2-98E565F32E37}"/>
          </ac:grpSpMkLst>
        </pc:grpChg>
        <pc:grpChg chg="del">
          <ac:chgData name="Khanh Le" userId="bbb2d7388e46b6b1" providerId="LiveId" clId="{AC314864-5976-41DE-BF4B-1F2A4CF3ACCD}" dt="2021-11-09T07:22:16.917" v="175" actId="478"/>
          <ac:grpSpMkLst>
            <pc:docMk/>
            <pc:sldMk cId="883242560" sldId="258"/>
            <ac:grpSpMk id="11" creationId="{B45522E2-8B8B-4B9F-8939-CCEEB4D9E42C}"/>
          </ac:grpSpMkLst>
        </pc:grpChg>
        <pc:grpChg chg="del">
          <ac:chgData name="Khanh Le" userId="bbb2d7388e46b6b1" providerId="LiveId" clId="{AC314864-5976-41DE-BF4B-1F2A4CF3ACCD}" dt="2021-11-09T07:22:17.534" v="176" actId="478"/>
          <ac:grpSpMkLst>
            <pc:docMk/>
            <pc:sldMk cId="883242560" sldId="258"/>
            <ac:grpSpMk id="27" creationId="{225E0517-C781-4F20-B36D-60643E9B43E7}"/>
          </ac:grpSpMkLst>
        </pc:grpChg>
      </pc:sldChg>
      <pc:sldChg chg="addSp delSp modSp mod modNotesTx">
        <pc:chgData name="Khanh Le" userId="bbb2d7388e46b6b1" providerId="LiveId" clId="{AC314864-5976-41DE-BF4B-1F2A4CF3ACCD}" dt="2021-11-09T08:23:06.058" v="4688" actId="1076"/>
        <pc:sldMkLst>
          <pc:docMk/>
          <pc:sldMk cId="3219242147" sldId="259"/>
        </pc:sldMkLst>
        <pc:spChg chg="add del mod">
          <ac:chgData name="Khanh Le" userId="bbb2d7388e46b6b1" providerId="LiveId" clId="{AC314864-5976-41DE-BF4B-1F2A4CF3ACCD}" dt="2021-11-09T07:50:44.918" v="1566" actId="478"/>
          <ac:spMkLst>
            <pc:docMk/>
            <pc:sldMk cId="3219242147" sldId="259"/>
            <ac:spMk id="11" creationId="{7FF5C974-02B8-40DE-9CAC-22BA161026E0}"/>
          </ac:spMkLst>
        </pc:spChg>
        <pc:spChg chg="add mod">
          <ac:chgData name="Khanh Le" userId="bbb2d7388e46b6b1" providerId="LiveId" clId="{AC314864-5976-41DE-BF4B-1F2A4CF3ACCD}" dt="2021-11-09T07:53:21.978" v="1720" actId="6549"/>
          <ac:spMkLst>
            <pc:docMk/>
            <pc:sldMk cId="3219242147" sldId="259"/>
            <ac:spMk id="14" creationId="{6080BF5B-5A23-4B5A-8EEE-5D18F1233CDA}"/>
          </ac:spMkLst>
        </pc:spChg>
        <pc:spChg chg="add del mod">
          <ac:chgData name="Khanh Le" userId="bbb2d7388e46b6b1" providerId="LiveId" clId="{AC314864-5976-41DE-BF4B-1F2A4CF3ACCD}" dt="2021-11-09T07:53:45.663" v="1747" actId="478"/>
          <ac:spMkLst>
            <pc:docMk/>
            <pc:sldMk cId="3219242147" sldId="259"/>
            <ac:spMk id="15" creationId="{A92768D7-FE43-4450-BA56-3D9D67FDC101}"/>
          </ac:spMkLst>
        </pc:spChg>
        <pc:spChg chg="add mod">
          <ac:chgData name="Khanh Le" userId="bbb2d7388e46b6b1" providerId="LiveId" clId="{AC314864-5976-41DE-BF4B-1F2A4CF3ACCD}" dt="2021-11-09T08:23:03.741" v="4687" actId="1076"/>
          <ac:spMkLst>
            <pc:docMk/>
            <pc:sldMk cId="3219242147" sldId="259"/>
            <ac:spMk id="17" creationId="{B3CCE472-7E73-4EB2-BC7D-6383168C7893}"/>
          </ac:spMkLst>
        </pc:spChg>
        <pc:spChg chg="add del mod">
          <ac:chgData name="Khanh Le" userId="bbb2d7388e46b6b1" providerId="LiveId" clId="{AC314864-5976-41DE-BF4B-1F2A4CF3ACCD}" dt="2021-11-09T08:22:58.776" v="4685" actId="478"/>
          <ac:spMkLst>
            <pc:docMk/>
            <pc:sldMk cId="3219242147" sldId="259"/>
            <ac:spMk id="18" creationId="{ED09A791-FE77-49C8-832D-F5754CC43F0A}"/>
          </ac:spMkLst>
        </pc:spChg>
        <pc:spChg chg="add del mod">
          <ac:chgData name="Khanh Le" userId="bbb2d7388e46b6b1" providerId="LiveId" clId="{AC314864-5976-41DE-BF4B-1F2A4CF3ACCD}" dt="2021-11-09T08:22:57.537" v="4684" actId="478"/>
          <ac:spMkLst>
            <pc:docMk/>
            <pc:sldMk cId="3219242147" sldId="259"/>
            <ac:spMk id="19" creationId="{46FC8C31-29BE-42BD-9244-A78762DD99F5}"/>
          </ac:spMkLst>
        </pc:spChg>
        <pc:spChg chg="add mod">
          <ac:chgData name="Khanh Le" userId="bbb2d7388e46b6b1" providerId="LiveId" clId="{AC314864-5976-41DE-BF4B-1F2A4CF3ACCD}" dt="2021-11-09T08:23:06.058" v="4688" actId="1076"/>
          <ac:spMkLst>
            <pc:docMk/>
            <pc:sldMk cId="3219242147" sldId="259"/>
            <ac:spMk id="21" creationId="{B1DDFA73-F2C9-4841-A659-16EBB11B5569}"/>
          </ac:spMkLst>
        </pc:spChg>
        <pc:grpChg chg="del">
          <ac:chgData name="Khanh Le" userId="bbb2d7388e46b6b1" providerId="LiveId" clId="{AC314864-5976-41DE-BF4B-1F2A4CF3ACCD}" dt="2021-11-09T07:34:47.208" v="1174" actId="478"/>
          <ac:grpSpMkLst>
            <pc:docMk/>
            <pc:sldMk cId="3219242147" sldId="259"/>
            <ac:grpSpMk id="20" creationId="{09980367-F369-4633-B5F6-4566ACDAF102}"/>
          </ac:grpSpMkLst>
        </pc:grpChg>
        <pc:picChg chg="add del mod">
          <ac:chgData name="Khanh Le" userId="bbb2d7388e46b6b1" providerId="LiveId" clId="{AC314864-5976-41DE-BF4B-1F2A4CF3ACCD}" dt="2021-11-09T07:50:38.863" v="1565" actId="478"/>
          <ac:picMkLst>
            <pc:docMk/>
            <pc:sldMk cId="3219242147" sldId="259"/>
            <ac:picMk id="13" creationId="{B37955CA-D8F6-48C0-9A27-1876D33BE519}"/>
          </ac:picMkLst>
        </pc:picChg>
      </pc:sldChg>
      <pc:sldChg chg="del">
        <pc:chgData name="Khanh Le" userId="bbb2d7388e46b6b1" providerId="LiveId" clId="{AC314864-5976-41DE-BF4B-1F2A4CF3ACCD}" dt="2021-11-09T08:40:51.336" v="5604" actId="47"/>
        <pc:sldMkLst>
          <pc:docMk/>
          <pc:sldMk cId="1438828448" sldId="266"/>
        </pc:sldMkLst>
      </pc:sldChg>
      <pc:sldChg chg="del">
        <pc:chgData name="Khanh Le" userId="bbb2d7388e46b6b1" providerId="LiveId" clId="{AC314864-5976-41DE-BF4B-1F2A4CF3ACCD}" dt="2021-11-09T08:41:10.965" v="5607" actId="47"/>
        <pc:sldMkLst>
          <pc:docMk/>
          <pc:sldMk cId="3663343397" sldId="267"/>
        </pc:sldMkLst>
      </pc:sldChg>
      <pc:sldChg chg="del">
        <pc:chgData name="Khanh Le" userId="bbb2d7388e46b6b1" providerId="LiveId" clId="{AC314864-5976-41DE-BF4B-1F2A4CF3ACCD}" dt="2021-11-09T08:40:57.061" v="5605" actId="47"/>
        <pc:sldMkLst>
          <pc:docMk/>
          <pc:sldMk cId="1301992232" sldId="268"/>
        </pc:sldMkLst>
      </pc:sldChg>
      <pc:sldChg chg="del">
        <pc:chgData name="Khanh Le" userId="bbb2d7388e46b6b1" providerId="LiveId" clId="{AC314864-5976-41DE-BF4B-1F2A4CF3ACCD}" dt="2021-11-09T08:40:57.061" v="5605" actId="47"/>
        <pc:sldMkLst>
          <pc:docMk/>
          <pc:sldMk cId="2045029306" sldId="269"/>
        </pc:sldMkLst>
      </pc:sldChg>
      <pc:sldChg chg="del">
        <pc:chgData name="Khanh Le" userId="bbb2d7388e46b6b1" providerId="LiveId" clId="{AC314864-5976-41DE-BF4B-1F2A4CF3ACCD}" dt="2021-11-09T08:40:57.061" v="5605" actId="47"/>
        <pc:sldMkLst>
          <pc:docMk/>
          <pc:sldMk cId="2208187094" sldId="274"/>
        </pc:sldMkLst>
      </pc:sldChg>
      <pc:sldChg chg="del">
        <pc:chgData name="Khanh Le" userId="bbb2d7388e46b6b1" providerId="LiveId" clId="{AC314864-5976-41DE-BF4B-1F2A4CF3ACCD}" dt="2021-11-09T08:40:57.061" v="5605" actId="47"/>
        <pc:sldMkLst>
          <pc:docMk/>
          <pc:sldMk cId="3790721331" sldId="275"/>
        </pc:sldMkLst>
      </pc:sldChg>
      <pc:sldChg chg="del">
        <pc:chgData name="Khanh Le" userId="bbb2d7388e46b6b1" providerId="LiveId" clId="{AC314864-5976-41DE-BF4B-1F2A4CF3ACCD}" dt="2021-11-09T08:41:05.606" v="5606" actId="47"/>
        <pc:sldMkLst>
          <pc:docMk/>
          <pc:sldMk cId="4288744501" sldId="276"/>
        </pc:sldMkLst>
      </pc:sldChg>
      <pc:sldChg chg="del">
        <pc:chgData name="Khanh Le" userId="bbb2d7388e46b6b1" providerId="LiveId" clId="{AC314864-5976-41DE-BF4B-1F2A4CF3ACCD}" dt="2021-11-09T08:41:05.606" v="5606" actId="47"/>
        <pc:sldMkLst>
          <pc:docMk/>
          <pc:sldMk cId="3570277324" sldId="277"/>
        </pc:sldMkLst>
      </pc:sldChg>
      <pc:sldChg chg="del">
        <pc:chgData name="Khanh Le" userId="bbb2d7388e46b6b1" providerId="LiveId" clId="{AC314864-5976-41DE-BF4B-1F2A4CF3ACCD}" dt="2021-11-09T08:41:10.965" v="5607" actId="47"/>
        <pc:sldMkLst>
          <pc:docMk/>
          <pc:sldMk cId="3297583279" sldId="279"/>
        </pc:sldMkLst>
      </pc:sldChg>
      <pc:sldChg chg="del">
        <pc:chgData name="Khanh Le" userId="bbb2d7388e46b6b1" providerId="LiveId" clId="{AC314864-5976-41DE-BF4B-1F2A4CF3ACCD}" dt="2021-11-09T08:40:57.061" v="5605" actId="47"/>
        <pc:sldMkLst>
          <pc:docMk/>
          <pc:sldMk cId="2586360386" sldId="285"/>
        </pc:sldMkLst>
      </pc:sldChg>
      <pc:sldChg chg="del">
        <pc:chgData name="Khanh Le" userId="bbb2d7388e46b6b1" providerId="LiveId" clId="{AC314864-5976-41DE-BF4B-1F2A4CF3ACCD}" dt="2021-11-09T08:41:05.606" v="5606" actId="47"/>
        <pc:sldMkLst>
          <pc:docMk/>
          <pc:sldMk cId="3411423617" sldId="286"/>
        </pc:sldMkLst>
      </pc:sldChg>
      <pc:sldChg chg="del">
        <pc:chgData name="Khanh Le" userId="bbb2d7388e46b6b1" providerId="LiveId" clId="{AC314864-5976-41DE-BF4B-1F2A4CF3ACCD}" dt="2021-11-09T08:41:05.606" v="5606" actId="47"/>
        <pc:sldMkLst>
          <pc:docMk/>
          <pc:sldMk cId="2963105042" sldId="287"/>
        </pc:sldMkLst>
      </pc:sldChg>
      <pc:sldChg chg="del">
        <pc:chgData name="Khanh Le" userId="bbb2d7388e46b6b1" providerId="LiveId" clId="{AC314864-5976-41DE-BF4B-1F2A4CF3ACCD}" dt="2021-11-09T08:41:05.606" v="5606" actId="47"/>
        <pc:sldMkLst>
          <pc:docMk/>
          <pc:sldMk cId="3869564824" sldId="288"/>
        </pc:sldMkLst>
      </pc:sldChg>
      <pc:sldChg chg="del">
        <pc:chgData name="Khanh Le" userId="bbb2d7388e46b6b1" providerId="LiveId" clId="{AC314864-5976-41DE-BF4B-1F2A4CF3ACCD}" dt="2021-11-09T08:41:10.965" v="5607" actId="47"/>
        <pc:sldMkLst>
          <pc:docMk/>
          <pc:sldMk cId="1785490789" sldId="292"/>
        </pc:sldMkLst>
      </pc:sldChg>
      <pc:sldChg chg="addSp delSp modSp mod modNotesTx">
        <pc:chgData name="Khanh Le" userId="bbb2d7388e46b6b1" providerId="LiveId" clId="{AC314864-5976-41DE-BF4B-1F2A4CF3ACCD}" dt="2021-11-09T08:39:17.719" v="5570" actId="1038"/>
        <pc:sldMkLst>
          <pc:docMk/>
          <pc:sldMk cId="4048200360" sldId="294"/>
        </pc:sldMkLst>
        <pc:spChg chg="add mod">
          <ac:chgData name="Khanh Le" userId="bbb2d7388e46b6b1" providerId="LiveId" clId="{AC314864-5976-41DE-BF4B-1F2A4CF3ACCD}" dt="2021-11-09T08:39:17.719" v="5570" actId="1038"/>
          <ac:spMkLst>
            <pc:docMk/>
            <pc:sldMk cId="4048200360" sldId="294"/>
            <ac:spMk id="6" creationId="{26C91F74-B726-4AE4-A9E3-CB0E44EF8D24}"/>
          </ac:spMkLst>
        </pc:spChg>
        <pc:picChg chg="del">
          <ac:chgData name="Khanh Le" userId="bbb2d7388e46b6b1" providerId="LiveId" clId="{AC314864-5976-41DE-BF4B-1F2A4CF3ACCD}" dt="2021-11-09T08:37:52.486" v="5487" actId="478"/>
          <ac:picMkLst>
            <pc:docMk/>
            <pc:sldMk cId="4048200360" sldId="294"/>
            <ac:picMk id="3" creationId="{1619C310-8869-433C-BA2B-B41619CDD59D}"/>
          </ac:picMkLst>
        </pc:picChg>
        <pc:picChg chg="add mod">
          <ac:chgData name="Khanh Le" userId="bbb2d7388e46b6b1" providerId="LiveId" clId="{AC314864-5976-41DE-BF4B-1F2A4CF3ACCD}" dt="2021-11-09T08:39:13.287" v="5563" actId="1038"/>
          <ac:picMkLst>
            <pc:docMk/>
            <pc:sldMk cId="4048200360" sldId="294"/>
            <ac:picMk id="4" creationId="{30BFB86F-B6B9-4D62-8337-DAB16F22AAFC}"/>
          </ac:picMkLst>
        </pc:picChg>
        <pc:picChg chg="del">
          <ac:chgData name="Khanh Le" userId="bbb2d7388e46b6b1" providerId="LiveId" clId="{AC314864-5976-41DE-BF4B-1F2A4CF3ACCD}" dt="2021-11-09T08:37:52.183" v="5486" actId="478"/>
          <ac:picMkLst>
            <pc:docMk/>
            <pc:sldMk cId="4048200360" sldId="294"/>
            <ac:picMk id="5" creationId="{83D5844D-7746-44CC-BDF2-FF2E7E560979}"/>
          </ac:picMkLst>
        </pc:picChg>
        <pc:picChg chg="add mod">
          <ac:chgData name="Khanh Le" userId="bbb2d7388e46b6b1" providerId="LiveId" clId="{AC314864-5976-41DE-BF4B-1F2A4CF3ACCD}" dt="2021-11-09T08:39:06.287" v="5560" actId="1076"/>
          <ac:picMkLst>
            <pc:docMk/>
            <pc:sldMk cId="4048200360" sldId="294"/>
            <ac:picMk id="8" creationId="{56222055-2E1B-43DA-B468-E473D700DA64}"/>
          </ac:picMkLst>
        </pc:picChg>
        <pc:picChg chg="del">
          <ac:chgData name="Khanh Le" userId="bbb2d7388e46b6b1" providerId="LiveId" clId="{AC314864-5976-41DE-BF4B-1F2A4CF3ACCD}" dt="2021-11-09T08:37:51.081" v="5484" actId="478"/>
          <ac:picMkLst>
            <pc:docMk/>
            <pc:sldMk cId="4048200360" sldId="294"/>
            <ac:picMk id="2050" creationId="{38F30DE4-6780-4635-B4AA-18ED9D52E733}"/>
          </ac:picMkLst>
        </pc:picChg>
        <pc:picChg chg="del">
          <ac:chgData name="Khanh Le" userId="bbb2d7388e46b6b1" providerId="LiveId" clId="{AC314864-5976-41DE-BF4B-1F2A4CF3ACCD}" dt="2021-11-09T08:37:51.527" v="5485" actId="478"/>
          <ac:picMkLst>
            <pc:docMk/>
            <pc:sldMk cId="4048200360" sldId="294"/>
            <ac:picMk id="2052" creationId="{0CCED0A3-E7E2-4627-9D95-8D8E7D2FFC55}"/>
          </ac:picMkLst>
        </pc:picChg>
      </pc:sldChg>
      <pc:sldChg chg="del">
        <pc:chgData name="Khanh Le" userId="bbb2d7388e46b6b1" providerId="LiveId" clId="{AC314864-5976-41DE-BF4B-1F2A4CF3ACCD}" dt="2021-11-09T08:40:57.061" v="5605" actId="47"/>
        <pc:sldMkLst>
          <pc:docMk/>
          <pc:sldMk cId="2433624919" sldId="295"/>
        </pc:sldMkLst>
      </pc:sldChg>
      <pc:sldChg chg="addSp delSp modSp mod modNotesTx">
        <pc:chgData name="Khanh Le" userId="bbb2d7388e46b6b1" providerId="LiveId" clId="{AC314864-5976-41DE-BF4B-1F2A4CF3ACCD}" dt="2021-11-09T08:40:36.359" v="5603" actId="6549"/>
        <pc:sldMkLst>
          <pc:docMk/>
          <pc:sldMk cId="2747114160" sldId="297"/>
        </pc:sldMkLst>
        <pc:spChg chg="del">
          <ac:chgData name="Khanh Le" userId="bbb2d7388e46b6b1" providerId="LiveId" clId="{AC314864-5976-41DE-BF4B-1F2A4CF3ACCD}" dt="2021-11-09T08:39:41.993" v="5576" actId="478"/>
          <ac:spMkLst>
            <pc:docMk/>
            <pc:sldMk cId="2747114160" sldId="297"/>
            <ac:spMk id="2" creationId="{8DE278C4-2ED9-4BE5-8EA8-2CD99F2669AD}"/>
          </ac:spMkLst>
        </pc:spChg>
        <pc:spChg chg="add del mod">
          <ac:chgData name="Khanh Le" userId="bbb2d7388e46b6b1" providerId="LiveId" clId="{AC314864-5976-41DE-BF4B-1F2A4CF3ACCD}" dt="2021-11-09T08:39:44.976" v="5577" actId="478"/>
          <ac:spMkLst>
            <pc:docMk/>
            <pc:sldMk cId="2747114160" sldId="297"/>
            <ac:spMk id="4" creationId="{C0C46B28-AB81-484A-8D92-75BEC971CA8F}"/>
          </ac:spMkLst>
        </pc:spChg>
        <pc:spChg chg="del">
          <ac:chgData name="Khanh Le" userId="bbb2d7388e46b6b1" providerId="LiveId" clId="{AC314864-5976-41DE-BF4B-1F2A4CF3ACCD}" dt="2021-11-09T08:39:40.775" v="5575" actId="478"/>
          <ac:spMkLst>
            <pc:docMk/>
            <pc:sldMk cId="2747114160" sldId="297"/>
            <ac:spMk id="10" creationId="{AC13E90B-9689-4668-8B7D-A7D62B6876DA}"/>
          </ac:spMkLst>
        </pc:spChg>
        <pc:spChg chg="add mod">
          <ac:chgData name="Khanh Le" userId="bbb2d7388e46b6b1" providerId="LiveId" clId="{AC314864-5976-41DE-BF4B-1F2A4CF3ACCD}" dt="2021-11-09T08:40:30.667" v="5601" actId="1076"/>
          <ac:spMkLst>
            <pc:docMk/>
            <pc:sldMk cId="2747114160" sldId="297"/>
            <ac:spMk id="11" creationId="{2CC7799B-B2A3-458E-B9FC-B2E2A241D18F}"/>
          </ac:spMkLst>
        </pc:spChg>
        <pc:spChg chg="del">
          <ac:chgData name="Khanh Le" userId="bbb2d7388e46b6b1" providerId="LiveId" clId="{AC314864-5976-41DE-BF4B-1F2A4CF3ACCD}" dt="2021-11-09T08:39:37.135" v="5572" actId="478"/>
          <ac:spMkLst>
            <pc:docMk/>
            <pc:sldMk cId="2747114160" sldId="297"/>
            <ac:spMk id="14" creationId="{BB2BCAE9-9151-445A-8BB0-15BD3D93A65B}"/>
          </ac:spMkLst>
        </pc:spChg>
        <pc:spChg chg="del">
          <ac:chgData name="Khanh Le" userId="bbb2d7388e46b6b1" providerId="LiveId" clId="{AC314864-5976-41DE-BF4B-1F2A4CF3ACCD}" dt="2021-11-09T08:39:39.912" v="5574" actId="478"/>
          <ac:spMkLst>
            <pc:docMk/>
            <pc:sldMk cId="2747114160" sldId="297"/>
            <ac:spMk id="17" creationId="{30C822F3-FDD0-40B1-98AE-A06E35492F7D}"/>
          </ac:spMkLst>
        </pc:spChg>
        <pc:picChg chg="del">
          <ac:chgData name="Khanh Le" userId="bbb2d7388e46b6b1" providerId="LiveId" clId="{AC314864-5976-41DE-BF4B-1F2A4CF3ACCD}" dt="2021-11-09T08:39:38.568" v="5573" actId="478"/>
          <ac:picMkLst>
            <pc:docMk/>
            <pc:sldMk cId="2747114160" sldId="297"/>
            <ac:picMk id="6" creationId="{B67D9C78-0FF2-40A8-A595-74C1E3CEC047}"/>
          </ac:picMkLst>
        </pc:picChg>
        <pc:picChg chg="add mod">
          <ac:chgData name="Khanh Le" userId="bbb2d7388e46b6b1" providerId="LiveId" clId="{AC314864-5976-41DE-BF4B-1F2A4CF3ACCD}" dt="2021-11-09T08:40:33.176" v="5602" actId="1076"/>
          <ac:picMkLst>
            <pc:docMk/>
            <pc:sldMk cId="2747114160" sldId="297"/>
            <ac:picMk id="7" creationId="{6365DC6A-0161-498A-9CF1-B592452D9E11}"/>
          </ac:picMkLst>
        </pc:picChg>
        <pc:picChg chg="del">
          <ac:chgData name="Khanh Le" userId="bbb2d7388e46b6b1" providerId="LiveId" clId="{AC314864-5976-41DE-BF4B-1F2A4CF3ACCD}" dt="2021-11-09T08:39:34.928" v="5571" actId="478"/>
          <ac:picMkLst>
            <pc:docMk/>
            <pc:sldMk cId="2747114160" sldId="297"/>
            <ac:picMk id="8" creationId="{C22FBAF3-B4D4-4301-B871-4C4CD3472740}"/>
          </ac:picMkLst>
        </pc:picChg>
      </pc:sldChg>
      <pc:sldChg chg="del">
        <pc:chgData name="Khanh Le" userId="bbb2d7388e46b6b1" providerId="LiveId" clId="{AC314864-5976-41DE-BF4B-1F2A4CF3ACCD}" dt="2021-11-09T08:40:57.061" v="5605" actId="47"/>
        <pc:sldMkLst>
          <pc:docMk/>
          <pc:sldMk cId="3433196534" sldId="298"/>
        </pc:sldMkLst>
      </pc:sldChg>
      <pc:sldChg chg="modSp mod">
        <pc:chgData name="Khanh Le" userId="bbb2d7388e46b6b1" providerId="LiveId" clId="{AC314864-5976-41DE-BF4B-1F2A4CF3ACCD}" dt="2021-11-09T07:21:31.664" v="174" actId="20577"/>
        <pc:sldMkLst>
          <pc:docMk/>
          <pc:sldMk cId="2068070440" sldId="299"/>
        </pc:sldMkLst>
        <pc:spChg chg="mod">
          <ac:chgData name="Khanh Le" userId="bbb2d7388e46b6b1" providerId="LiveId" clId="{AC314864-5976-41DE-BF4B-1F2A4CF3ACCD}" dt="2021-11-09T07:21:31.664" v="174" actId="20577"/>
          <ac:spMkLst>
            <pc:docMk/>
            <pc:sldMk cId="2068070440" sldId="299"/>
            <ac:spMk id="7" creationId="{F4800535-7F9E-4E19-8F4F-9C3E5AB9E018}"/>
          </ac:spMkLst>
        </pc:spChg>
      </pc:sldChg>
      <pc:sldChg chg="addSp delSp modSp mod ord">
        <pc:chgData name="Khanh Le" userId="bbb2d7388e46b6b1" providerId="LiveId" clId="{AC314864-5976-41DE-BF4B-1F2A4CF3ACCD}" dt="2021-11-09T08:43:07.696" v="5753" actId="20577"/>
        <pc:sldMkLst>
          <pc:docMk/>
          <pc:sldMk cId="990012153" sldId="300"/>
        </pc:sldMkLst>
        <pc:spChg chg="add mod">
          <ac:chgData name="Khanh Le" userId="bbb2d7388e46b6b1" providerId="LiveId" clId="{AC314864-5976-41DE-BF4B-1F2A4CF3ACCD}" dt="2021-11-09T08:43:07.696" v="5753" actId="20577"/>
          <ac:spMkLst>
            <pc:docMk/>
            <pc:sldMk cId="990012153" sldId="300"/>
            <ac:spMk id="3" creationId="{1FE0FB53-AF01-429C-9506-EAFF7A2EB9A2}"/>
          </ac:spMkLst>
        </pc:spChg>
        <pc:spChg chg="del">
          <ac:chgData name="Khanh Le" userId="bbb2d7388e46b6b1" providerId="LiveId" clId="{AC314864-5976-41DE-BF4B-1F2A4CF3ACCD}" dt="2021-11-09T08:41:14.862" v="5608" actId="478"/>
          <ac:spMkLst>
            <pc:docMk/>
            <pc:sldMk cId="990012153" sldId="300"/>
            <ac:spMk id="7" creationId="{F4800535-7F9E-4E19-8F4F-9C3E5AB9E018}"/>
          </ac:spMkLst>
        </pc:spChg>
      </pc:sldChg>
      <pc:sldChg chg="del">
        <pc:chgData name="Khanh Le" userId="bbb2d7388e46b6b1" providerId="LiveId" clId="{AC314864-5976-41DE-BF4B-1F2A4CF3ACCD}" dt="2021-11-09T08:41:05.606" v="5606" actId="47"/>
        <pc:sldMkLst>
          <pc:docMk/>
          <pc:sldMk cId="787271043" sldId="301"/>
        </pc:sldMkLst>
      </pc:sldChg>
      <pc:sldChg chg="del">
        <pc:chgData name="Khanh Le" userId="bbb2d7388e46b6b1" providerId="LiveId" clId="{AC314864-5976-41DE-BF4B-1F2A4CF3ACCD}" dt="2021-11-09T08:41:05.606" v="5606" actId="47"/>
        <pc:sldMkLst>
          <pc:docMk/>
          <pc:sldMk cId="1088614602" sldId="302"/>
        </pc:sldMkLst>
      </pc:sldChg>
      <pc:sldChg chg="del">
        <pc:chgData name="Khanh Le" userId="bbb2d7388e46b6b1" providerId="LiveId" clId="{AC314864-5976-41DE-BF4B-1F2A4CF3ACCD}" dt="2021-11-09T08:41:10.965" v="5607" actId="47"/>
        <pc:sldMkLst>
          <pc:docMk/>
          <pc:sldMk cId="926561890" sldId="303"/>
        </pc:sldMkLst>
      </pc:sldChg>
      <pc:sldChg chg="del">
        <pc:chgData name="Khanh Le" userId="bbb2d7388e46b6b1" providerId="LiveId" clId="{AC314864-5976-41DE-BF4B-1F2A4CF3ACCD}" dt="2021-11-09T08:41:10.965" v="5607" actId="47"/>
        <pc:sldMkLst>
          <pc:docMk/>
          <pc:sldMk cId="1202297637" sldId="306"/>
        </pc:sldMkLst>
      </pc:sldChg>
      <pc:sldChg chg="del">
        <pc:chgData name="Khanh Le" userId="bbb2d7388e46b6b1" providerId="LiveId" clId="{AC314864-5976-41DE-BF4B-1F2A4CF3ACCD}" dt="2021-11-09T08:41:05.606" v="5606" actId="47"/>
        <pc:sldMkLst>
          <pc:docMk/>
          <pc:sldMk cId="4259792372" sldId="307"/>
        </pc:sldMkLst>
      </pc:sldChg>
      <pc:sldChg chg="delSp modSp add mod">
        <pc:chgData name="Khanh Le" userId="bbb2d7388e46b6b1" providerId="LiveId" clId="{AC314864-5976-41DE-BF4B-1F2A4CF3ACCD}" dt="2021-11-09T08:31:31.854" v="5166" actId="27636"/>
        <pc:sldMkLst>
          <pc:docMk/>
          <pc:sldMk cId="3519854134" sldId="308"/>
        </pc:sldMkLst>
        <pc:spChg chg="del">
          <ac:chgData name="Khanh Le" userId="bbb2d7388e46b6b1" providerId="LiveId" clId="{AC314864-5976-41DE-BF4B-1F2A4CF3ACCD}" dt="2021-11-09T08:23:21.135" v="4689" actId="478"/>
          <ac:spMkLst>
            <pc:docMk/>
            <pc:sldMk cId="3519854134" sldId="308"/>
            <ac:spMk id="17" creationId="{B3CCE472-7E73-4EB2-BC7D-6383168C7893}"/>
          </ac:spMkLst>
        </pc:spChg>
        <pc:spChg chg="mod">
          <ac:chgData name="Khanh Le" userId="bbb2d7388e46b6b1" providerId="LiveId" clId="{AC314864-5976-41DE-BF4B-1F2A4CF3ACCD}" dt="2021-11-09T08:23:54.237" v="4693" actId="1076"/>
          <ac:spMkLst>
            <pc:docMk/>
            <pc:sldMk cId="3519854134" sldId="308"/>
            <ac:spMk id="18" creationId="{ED09A791-FE77-49C8-832D-F5754CC43F0A}"/>
          </ac:spMkLst>
        </pc:spChg>
        <pc:spChg chg="mod">
          <ac:chgData name="Khanh Le" userId="bbb2d7388e46b6b1" providerId="LiveId" clId="{AC314864-5976-41DE-BF4B-1F2A4CF3ACCD}" dt="2021-11-09T08:31:31.854" v="5166" actId="27636"/>
          <ac:spMkLst>
            <pc:docMk/>
            <pc:sldMk cId="3519854134" sldId="308"/>
            <ac:spMk id="19" creationId="{46FC8C31-29BE-42BD-9244-A78762DD99F5}"/>
          </ac:spMkLst>
        </pc:spChg>
        <pc:spChg chg="del">
          <ac:chgData name="Khanh Le" userId="bbb2d7388e46b6b1" providerId="LiveId" clId="{AC314864-5976-41DE-BF4B-1F2A4CF3ACCD}" dt="2021-11-09T08:23:22.254" v="4690" actId="478"/>
          <ac:spMkLst>
            <pc:docMk/>
            <pc:sldMk cId="3519854134" sldId="308"/>
            <ac:spMk id="21" creationId="{B1DDFA73-F2C9-4841-A659-16EBB11B5569}"/>
          </ac:spMkLst>
        </pc:spChg>
      </pc:sldChg>
      <pc:sldChg chg="modSp add mod">
        <pc:chgData name="Khanh Le" userId="bbb2d7388e46b6b1" providerId="LiveId" clId="{AC314864-5976-41DE-BF4B-1F2A4CF3ACCD}" dt="2021-11-09T08:33:05.110" v="5365" actId="1035"/>
        <pc:sldMkLst>
          <pc:docMk/>
          <pc:sldMk cId="3490814591" sldId="309"/>
        </pc:sldMkLst>
        <pc:spChg chg="mod">
          <ac:chgData name="Khanh Le" userId="bbb2d7388e46b6b1" providerId="LiveId" clId="{AC314864-5976-41DE-BF4B-1F2A4CF3ACCD}" dt="2021-11-09T08:33:05.110" v="5365" actId="1035"/>
          <ac:spMkLst>
            <pc:docMk/>
            <pc:sldMk cId="3490814591" sldId="309"/>
            <ac:spMk id="18" creationId="{ED09A791-FE77-49C8-832D-F5754CC43F0A}"/>
          </ac:spMkLst>
        </pc:spChg>
        <pc:spChg chg="mod">
          <ac:chgData name="Khanh Le" userId="bbb2d7388e46b6b1" providerId="LiveId" clId="{AC314864-5976-41DE-BF4B-1F2A4CF3ACCD}" dt="2021-11-09T08:33:03.038" v="5364" actId="1036"/>
          <ac:spMkLst>
            <pc:docMk/>
            <pc:sldMk cId="3490814591" sldId="309"/>
            <ac:spMk id="19" creationId="{46FC8C31-29BE-42BD-9244-A78762DD99F5}"/>
          </ac:spMkLst>
        </pc:spChg>
      </pc:sldChg>
      <pc:sldChg chg="modSp add mod">
        <pc:chgData name="Khanh Le" userId="bbb2d7388e46b6b1" providerId="LiveId" clId="{AC314864-5976-41DE-BF4B-1F2A4CF3ACCD}" dt="2021-11-09T08:36:42.024" v="5440" actId="20577"/>
        <pc:sldMkLst>
          <pc:docMk/>
          <pc:sldMk cId="953591213" sldId="310"/>
        </pc:sldMkLst>
        <pc:spChg chg="mod">
          <ac:chgData name="Khanh Le" userId="bbb2d7388e46b6b1" providerId="LiveId" clId="{AC314864-5976-41DE-BF4B-1F2A4CF3ACCD}" dt="2021-11-09T08:35:32.295" v="5409" actId="1076"/>
          <ac:spMkLst>
            <pc:docMk/>
            <pc:sldMk cId="953591213" sldId="310"/>
            <ac:spMk id="18" creationId="{ED09A791-FE77-49C8-832D-F5754CC43F0A}"/>
          </ac:spMkLst>
        </pc:spChg>
        <pc:spChg chg="mod">
          <ac:chgData name="Khanh Le" userId="bbb2d7388e46b6b1" providerId="LiveId" clId="{AC314864-5976-41DE-BF4B-1F2A4CF3ACCD}" dt="2021-11-09T08:36:42.024" v="5440" actId="20577"/>
          <ac:spMkLst>
            <pc:docMk/>
            <pc:sldMk cId="953591213" sldId="310"/>
            <ac:spMk id="19" creationId="{46FC8C31-29BE-42BD-9244-A78762DD99F5}"/>
          </ac:spMkLst>
        </pc:spChg>
      </pc:sldChg>
      <pc:sldChg chg="modSp add mod">
        <pc:chgData name="Khanh Le" userId="bbb2d7388e46b6b1" providerId="LiveId" clId="{AC314864-5976-41DE-BF4B-1F2A4CF3ACCD}" dt="2021-11-09T08:36:38.199" v="5439" actId="1037"/>
        <pc:sldMkLst>
          <pc:docMk/>
          <pc:sldMk cId="3162910924" sldId="311"/>
        </pc:sldMkLst>
        <pc:spChg chg="mod">
          <ac:chgData name="Khanh Le" userId="bbb2d7388e46b6b1" providerId="LiveId" clId="{AC314864-5976-41DE-BF4B-1F2A4CF3ACCD}" dt="2021-11-09T08:36:38.199" v="5439" actId="1037"/>
          <ac:spMkLst>
            <pc:docMk/>
            <pc:sldMk cId="3162910924" sldId="311"/>
            <ac:spMk id="18" creationId="{ED09A791-FE77-49C8-832D-F5754CC43F0A}"/>
          </ac:spMkLst>
        </pc:spChg>
        <pc:spChg chg="mod">
          <ac:chgData name="Khanh Le" userId="bbb2d7388e46b6b1" providerId="LiveId" clId="{AC314864-5976-41DE-BF4B-1F2A4CF3ACCD}" dt="2021-11-09T08:36:35.398" v="5435" actId="1076"/>
          <ac:spMkLst>
            <pc:docMk/>
            <pc:sldMk cId="3162910924" sldId="311"/>
            <ac:spMk id="19" creationId="{46FC8C31-29BE-42BD-9244-A78762DD99F5}"/>
          </ac:spMkLst>
        </pc:spChg>
      </pc:sldChg>
      <pc:sldChg chg="modSp add mod">
        <pc:chgData name="Khanh Le" userId="bbb2d7388e46b6b1" providerId="LiveId" clId="{AC314864-5976-41DE-BF4B-1F2A4CF3ACCD}" dt="2021-11-09T08:37:37.891" v="5483" actId="20577"/>
        <pc:sldMkLst>
          <pc:docMk/>
          <pc:sldMk cId="1127207085" sldId="312"/>
        </pc:sldMkLst>
        <pc:spChg chg="mod">
          <ac:chgData name="Khanh Le" userId="bbb2d7388e46b6b1" providerId="LiveId" clId="{AC314864-5976-41DE-BF4B-1F2A4CF3ACCD}" dt="2021-11-09T08:36:59.107" v="5468" actId="27636"/>
          <ac:spMkLst>
            <pc:docMk/>
            <pc:sldMk cId="1127207085" sldId="312"/>
            <ac:spMk id="18" creationId="{ED09A791-FE77-49C8-832D-F5754CC43F0A}"/>
          </ac:spMkLst>
        </pc:spChg>
        <pc:spChg chg="mod">
          <ac:chgData name="Khanh Le" userId="bbb2d7388e46b6b1" providerId="LiveId" clId="{AC314864-5976-41DE-BF4B-1F2A4CF3ACCD}" dt="2021-11-09T08:37:37.891" v="5483" actId="20577"/>
          <ac:spMkLst>
            <pc:docMk/>
            <pc:sldMk cId="1127207085" sldId="312"/>
            <ac:spMk id="19" creationId="{46FC8C31-29BE-42BD-9244-A78762DD99F5}"/>
          </ac:spMkLst>
        </pc:spChg>
      </pc:sldChg>
      <pc:sldChg chg="modSp add mod ord">
        <pc:chgData name="Khanh Le" userId="bbb2d7388e46b6b1" providerId="LiveId" clId="{AC314864-5976-41DE-BF4B-1F2A4CF3ACCD}" dt="2021-11-09T08:44:11.026" v="5812" actId="6549"/>
        <pc:sldMkLst>
          <pc:docMk/>
          <pc:sldMk cId="772288722" sldId="313"/>
        </pc:sldMkLst>
        <pc:spChg chg="mod">
          <ac:chgData name="Khanh Le" userId="bbb2d7388e46b6b1" providerId="LiveId" clId="{AC314864-5976-41DE-BF4B-1F2A4CF3ACCD}" dt="2021-11-09T08:44:11.026" v="5812" actId="6549"/>
          <ac:spMkLst>
            <pc:docMk/>
            <pc:sldMk cId="772288722" sldId="313"/>
            <ac:spMk id="3" creationId="{1FE0FB53-AF01-429C-9506-EAFF7A2EB9A2}"/>
          </ac:spMkLst>
        </pc:spChg>
      </pc:sldChg>
    </pc:docChg>
  </pc:docChgLst>
  <pc:docChgLst>
    <pc:chgData name="RESEARCH CENTER VIAM" userId="be51958547f944e7" providerId="LiveId" clId="{836CA6AB-8B8A-4DDA-AD98-38AB0066C88A}"/>
    <pc:docChg chg="undo redo custSel addSld delSld modSld sldOrd">
      <pc:chgData name="RESEARCH CENTER VIAM" userId="be51958547f944e7" providerId="LiveId" clId="{836CA6AB-8B8A-4DDA-AD98-38AB0066C88A}" dt="2021-11-08T10:31:56.150" v="1868" actId="931"/>
      <pc:docMkLst>
        <pc:docMk/>
      </pc:docMkLst>
      <pc:sldChg chg="modSp mod ord">
        <pc:chgData name="RESEARCH CENTER VIAM" userId="be51958547f944e7" providerId="LiveId" clId="{836CA6AB-8B8A-4DDA-AD98-38AB0066C88A}" dt="2021-11-08T10:19:04.740" v="1685" actId="113"/>
        <pc:sldMkLst>
          <pc:docMk/>
          <pc:sldMk cId="1608750514" sldId="256"/>
        </pc:sldMkLst>
        <pc:spChg chg="mod">
          <ac:chgData name="RESEARCH CENTER VIAM" userId="be51958547f944e7" providerId="LiveId" clId="{836CA6AB-8B8A-4DDA-AD98-38AB0066C88A}" dt="2021-11-08T10:19:04.740" v="1685" actId="113"/>
          <ac:spMkLst>
            <pc:docMk/>
            <pc:sldMk cId="1608750514" sldId="256"/>
            <ac:spMk id="39" creationId="{0F6A64DC-81C5-4B6E-9CFE-027561DA83E2}"/>
          </ac:spMkLst>
        </pc:spChg>
      </pc:sldChg>
      <pc:sldChg chg="modSp mod">
        <pc:chgData name="RESEARCH CENTER VIAM" userId="be51958547f944e7" providerId="LiveId" clId="{836CA6AB-8B8A-4DDA-AD98-38AB0066C88A}" dt="2021-11-08T03:59:55.058" v="53" actId="255"/>
        <pc:sldMkLst>
          <pc:docMk/>
          <pc:sldMk cId="3840875554" sldId="257"/>
        </pc:sldMkLst>
        <pc:spChg chg="mod">
          <ac:chgData name="RESEARCH CENTER VIAM" userId="be51958547f944e7" providerId="LiveId" clId="{836CA6AB-8B8A-4DDA-AD98-38AB0066C88A}" dt="2021-11-08T03:59:55.058" v="53" actId="255"/>
          <ac:spMkLst>
            <pc:docMk/>
            <pc:sldMk cId="3840875554" sldId="257"/>
            <ac:spMk id="2" creationId="{00000000-0000-0000-0000-000000000000}"/>
          </ac:spMkLst>
        </pc:spChg>
      </pc:sldChg>
      <pc:sldChg chg="addSp delSp modSp mod modNotesTx">
        <pc:chgData name="RESEARCH CENTER VIAM" userId="be51958547f944e7" providerId="LiveId" clId="{836CA6AB-8B8A-4DDA-AD98-38AB0066C88A}" dt="2021-11-08T09:09:14.222" v="1153" actId="1076"/>
        <pc:sldMkLst>
          <pc:docMk/>
          <pc:sldMk cId="883242560" sldId="258"/>
        </pc:sldMkLst>
        <pc:spChg chg="del mod">
          <ac:chgData name="RESEARCH CENTER VIAM" userId="be51958547f944e7" providerId="LiveId" clId="{836CA6AB-8B8A-4DDA-AD98-38AB0066C88A}" dt="2021-11-08T09:09:01.800" v="1149" actId="478"/>
          <ac:spMkLst>
            <pc:docMk/>
            <pc:sldMk cId="883242560" sldId="258"/>
            <ac:spMk id="2" creationId="{00000000-0000-0000-0000-000000000000}"/>
          </ac:spMkLst>
        </pc:spChg>
        <pc:spChg chg="add del mod">
          <ac:chgData name="RESEARCH CENTER VIAM" userId="be51958547f944e7" providerId="LiveId" clId="{836CA6AB-8B8A-4DDA-AD98-38AB0066C88A}" dt="2021-11-08T09:09:03.285" v="1150" actId="478"/>
          <ac:spMkLst>
            <pc:docMk/>
            <pc:sldMk cId="883242560" sldId="258"/>
            <ac:spMk id="5" creationId="{DA5B634D-DEBE-49E1-8362-AD2042DDDBAC}"/>
          </ac:spMkLst>
        </pc:spChg>
        <pc:spChg chg="add del mod">
          <ac:chgData name="RESEARCH CENTER VIAM" userId="be51958547f944e7" providerId="LiveId" clId="{836CA6AB-8B8A-4DDA-AD98-38AB0066C88A}" dt="2021-11-08T04:20:47.813" v="373" actId="478"/>
          <ac:spMkLst>
            <pc:docMk/>
            <pc:sldMk cId="883242560" sldId="258"/>
            <ac:spMk id="26" creationId="{4F1AFCA7-C866-4272-B3D3-4000A1AE591C}"/>
          </ac:spMkLst>
        </pc:spChg>
        <pc:spChg chg="add del mod">
          <ac:chgData name="RESEARCH CENTER VIAM" userId="be51958547f944e7" providerId="LiveId" clId="{836CA6AB-8B8A-4DDA-AD98-38AB0066C88A}" dt="2021-11-08T04:24:50.817" v="409" actId="478"/>
          <ac:spMkLst>
            <pc:docMk/>
            <pc:sldMk cId="883242560" sldId="258"/>
            <ac:spMk id="31" creationId="{0D20EA4A-70D1-445F-8CE4-277046DA7B70}"/>
          </ac:spMkLst>
        </pc:spChg>
        <pc:spChg chg="add mod topLvl">
          <ac:chgData name="RESEARCH CENTER VIAM" userId="be51958547f944e7" providerId="LiveId" clId="{836CA6AB-8B8A-4DDA-AD98-38AB0066C88A}" dt="2021-11-08T06:59:24.048" v="653" actId="164"/>
          <ac:spMkLst>
            <pc:docMk/>
            <pc:sldMk cId="883242560" sldId="258"/>
            <ac:spMk id="39" creationId="{871ED6DE-9529-4D00-AE78-373C71516329}"/>
          </ac:spMkLst>
        </pc:spChg>
        <pc:spChg chg="add del mod">
          <ac:chgData name="RESEARCH CENTER VIAM" userId="be51958547f944e7" providerId="LiveId" clId="{836CA6AB-8B8A-4DDA-AD98-38AB0066C88A}" dt="2021-11-08T06:57:38.761" v="627" actId="478"/>
          <ac:spMkLst>
            <pc:docMk/>
            <pc:sldMk cId="883242560" sldId="258"/>
            <ac:spMk id="43" creationId="{87C59CF6-9727-46A9-9F5F-F7A8009518CF}"/>
          </ac:spMkLst>
        </pc:spChg>
        <pc:spChg chg="add del mod">
          <ac:chgData name="RESEARCH CENTER VIAM" userId="be51958547f944e7" providerId="LiveId" clId="{836CA6AB-8B8A-4DDA-AD98-38AB0066C88A}" dt="2021-11-08T04:30:55.840" v="470"/>
          <ac:spMkLst>
            <pc:docMk/>
            <pc:sldMk cId="883242560" sldId="258"/>
            <ac:spMk id="44" creationId="{4C29FC43-0A42-45E8-BA49-B86440224F34}"/>
          </ac:spMkLst>
        </pc:spChg>
        <pc:spChg chg="add del mod">
          <ac:chgData name="RESEARCH CENTER VIAM" userId="be51958547f944e7" providerId="LiveId" clId="{836CA6AB-8B8A-4DDA-AD98-38AB0066C88A}" dt="2021-11-08T04:31:20.925" v="499"/>
          <ac:spMkLst>
            <pc:docMk/>
            <pc:sldMk cId="883242560" sldId="258"/>
            <ac:spMk id="45" creationId="{FC0AD686-7BAD-4577-99C4-E617973CB767}"/>
          </ac:spMkLst>
        </pc:spChg>
        <pc:grpChg chg="add mod">
          <ac:chgData name="RESEARCH CENTER VIAM" userId="be51958547f944e7" providerId="LiveId" clId="{836CA6AB-8B8A-4DDA-AD98-38AB0066C88A}" dt="2021-11-08T09:09:14.222" v="1153" actId="1076"/>
          <ac:grpSpMkLst>
            <pc:docMk/>
            <pc:sldMk cId="883242560" sldId="258"/>
            <ac:grpSpMk id="3" creationId="{05AA45C4-C85F-4178-8ED2-98E565F32E37}"/>
          </ac:grpSpMkLst>
        </pc:grpChg>
        <pc:grpChg chg="add mod">
          <ac:chgData name="RESEARCH CENTER VIAM" userId="be51958547f944e7" providerId="LiveId" clId="{836CA6AB-8B8A-4DDA-AD98-38AB0066C88A}" dt="2021-11-08T09:09:06.691" v="1151" actId="1076"/>
          <ac:grpSpMkLst>
            <pc:docMk/>
            <pc:sldMk cId="883242560" sldId="258"/>
            <ac:grpSpMk id="11" creationId="{B45522E2-8B8B-4B9F-8939-CCEEB4D9E42C}"/>
          </ac:grpSpMkLst>
        </pc:grpChg>
        <pc:grpChg chg="add mod">
          <ac:chgData name="RESEARCH CENTER VIAM" userId="be51958547f944e7" providerId="LiveId" clId="{836CA6AB-8B8A-4DDA-AD98-38AB0066C88A}" dt="2021-11-08T09:09:09.909" v="1152" actId="1076"/>
          <ac:grpSpMkLst>
            <pc:docMk/>
            <pc:sldMk cId="883242560" sldId="258"/>
            <ac:grpSpMk id="27" creationId="{225E0517-C781-4F20-B36D-60643E9B43E7}"/>
          </ac:grpSpMkLst>
        </pc:grpChg>
        <pc:grpChg chg="add mod topLvl">
          <ac:chgData name="RESEARCH CENTER VIAM" userId="be51958547f944e7" providerId="LiveId" clId="{836CA6AB-8B8A-4DDA-AD98-38AB0066C88A}" dt="2021-11-08T06:59:24.048" v="653" actId="164"/>
          <ac:grpSpMkLst>
            <pc:docMk/>
            <pc:sldMk cId="883242560" sldId="258"/>
            <ac:grpSpMk id="37" creationId="{E6C80A1F-BDE7-48FE-9570-0453609F3A89}"/>
          </ac:grpSpMkLst>
        </pc:grpChg>
        <pc:grpChg chg="add del mod">
          <ac:chgData name="RESEARCH CENTER VIAM" userId="be51958547f944e7" providerId="LiveId" clId="{836CA6AB-8B8A-4DDA-AD98-38AB0066C88A}" dt="2021-11-08T06:58:49.834" v="642" actId="165"/>
          <ac:grpSpMkLst>
            <pc:docMk/>
            <pc:sldMk cId="883242560" sldId="258"/>
            <ac:grpSpMk id="40" creationId="{219E1337-0376-49A5-8896-568168F7AFD3}"/>
          </ac:grpSpMkLst>
        </pc:grpChg>
        <pc:graphicFrameChg chg="add del mod">
          <ac:chgData name="RESEARCH CENTER VIAM" userId="be51958547f944e7" providerId="LiveId" clId="{836CA6AB-8B8A-4DDA-AD98-38AB0066C88A}" dt="2021-11-08T04:29:01.820" v="457" actId="478"/>
          <ac:graphicFrameMkLst>
            <pc:docMk/>
            <pc:sldMk cId="883242560" sldId="258"/>
            <ac:graphicFrameMk id="41" creationId="{DE4D4B18-CFA2-4FC3-8D56-1B28D75E9BBC}"/>
          </ac:graphicFrameMkLst>
        </pc:graphicFrameChg>
        <pc:graphicFrameChg chg="add mod modGraphic">
          <ac:chgData name="RESEARCH CENTER VIAM" userId="be51958547f944e7" providerId="LiveId" clId="{836CA6AB-8B8A-4DDA-AD98-38AB0066C88A}" dt="2021-11-08T06:59:24.048" v="653" actId="164"/>
          <ac:graphicFrameMkLst>
            <pc:docMk/>
            <pc:sldMk cId="883242560" sldId="258"/>
            <ac:graphicFrameMk id="42" creationId="{25EE4EED-A65F-498C-AC72-505D6D5AC20B}"/>
          </ac:graphicFrameMkLst>
        </pc:graphicFrameChg>
        <pc:picChg chg="add del mod modCrop">
          <ac:chgData name="RESEARCH CENTER VIAM" userId="be51958547f944e7" providerId="LiveId" clId="{836CA6AB-8B8A-4DDA-AD98-38AB0066C88A}" dt="2021-11-08T03:56:10.626" v="30" actId="478"/>
          <ac:picMkLst>
            <pc:docMk/>
            <pc:sldMk cId="883242560" sldId="258"/>
            <ac:picMk id="4" creationId="{8D2A2CB2-2047-4BD8-8048-52C7116A3694}"/>
          </ac:picMkLst>
        </pc:picChg>
        <pc:picChg chg="add del mod modCrop">
          <ac:chgData name="RESEARCH CENTER VIAM" userId="be51958547f944e7" providerId="LiveId" clId="{836CA6AB-8B8A-4DDA-AD98-38AB0066C88A}" dt="2021-11-08T03:56:10.077" v="29" actId="478"/>
          <ac:picMkLst>
            <pc:docMk/>
            <pc:sldMk cId="883242560" sldId="258"/>
            <ac:picMk id="6" creationId="{32E297C2-3E08-44AA-823A-45A43AC6AAF6}"/>
          </ac:picMkLst>
        </pc:picChg>
        <pc:picChg chg="add mod modCrop">
          <ac:chgData name="RESEARCH CENTER VIAM" userId="be51958547f944e7" providerId="LiveId" clId="{836CA6AB-8B8A-4DDA-AD98-38AB0066C88A}" dt="2021-11-08T04:08:22.513" v="303" actId="732"/>
          <ac:picMkLst>
            <pc:docMk/>
            <pc:sldMk cId="883242560" sldId="258"/>
            <ac:picMk id="8" creationId="{7DB036D8-C3E2-4B20-866B-D9EBFBFE795B}"/>
          </ac:picMkLst>
        </pc:picChg>
        <pc:picChg chg="add mod modCrop">
          <ac:chgData name="RESEARCH CENTER VIAM" userId="be51958547f944e7" providerId="LiveId" clId="{836CA6AB-8B8A-4DDA-AD98-38AB0066C88A}" dt="2021-11-08T04:08:13.982" v="301" actId="732"/>
          <ac:picMkLst>
            <pc:docMk/>
            <pc:sldMk cId="883242560" sldId="258"/>
            <ac:picMk id="10" creationId="{EAF66800-4AEA-4D86-8E72-10662CD03371}"/>
          </ac:picMkLst>
        </pc:picChg>
        <pc:picChg chg="add mod">
          <ac:chgData name="RESEARCH CENTER VIAM" userId="be51958547f944e7" providerId="LiveId" clId="{836CA6AB-8B8A-4DDA-AD98-38AB0066C88A}" dt="2021-11-08T04:19:53.095" v="371" actId="164"/>
          <ac:picMkLst>
            <pc:docMk/>
            <pc:sldMk cId="883242560" sldId="258"/>
            <ac:picMk id="13" creationId="{F7C8B203-D4A2-45F9-82CF-A50605EC2761}"/>
          </ac:picMkLst>
        </pc:picChg>
        <pc:picChg chg="add mod">
          <ac:chgData name="RESEARCH CENTER VIAM" userId="be51958547f944e7" providerId="LiveId" clId="{836CA6AB-8B8A-4DDA-AD98-38AB0066C88A}" dt="2021-11-08T04:19:53.095" v="371" actId="164"/>
          <ac:picMkLst>
            <pc:docMk/>
            <pc:sldMk cId="883242560" sldId="258"/>
            <ac:picMk id="14" creationId="{8381112A-6A1B-481D-9B91-92CC5AE0958C}"/>
          </ac:picMkLst>
        </pc:picChg>
        <pc:picChg chg="add mod">
          <ac:chgData name="RESEARCH CENTER VIAM" userId="be51958547f944e7" providerId="LiveId" clId="{836CA6AB-8B8A-4DDA-AD98-38AB0066C88A}" dt="2021-11-08T04:19:53.095" v="371" actId="164"/>
          <ac:picMkLst>
            <pc:docMk/>
            <pc:sldMk cId="883242560" sldId="258"/>
            <ac:picMk id="15" creationId="{EC8A2CC9-A27C-407F-908F-2CC271AAC7C1}"/>
          </ac:picMkLst>
        </pc:picChg>
        <pc:picChg chg="add mod">
          <ac:chgData name="RESEARCH CENTER VIAM" userId="be51958547f944e7" providerId="LiveId" clId="{836CA6AB-8B8A-4DDA-AD98-38AB0066C88A}" dt="2021-11-08T04:19:53.095" v="371" actId="164"/>
          <ac:picMkLst>
            <pc:docMk/>
            <pc:sldMk cId="883242560" sldId="258"/>
            <ac:picMk id="16" creationId="{9F034227-1D9A-4652-BCA0-0D27C55F27B0}"/>
          </ac:picMkLst>
        </pc:picChg>
        <pc:picChg chg="add mod">
          <ac:chgData name="RESEARCH CENTER VIAM" userId="be51958547f944e7" providerId="LiveId" clId="{836CA6AB-8B8A-4DDA-AD98-38AB0066C88A}" dt="2021-11-08T04:19:53.095" v="371" actId="164"/>
          <ac:picMkLst>
            <pc:docMk/>
            <pc:sldMk cId="883242560" sldId="258"/>
            <ac:picMk id="17" creationId="{93EF4DF2-0D13-45F6-97ED-8FEEC8EEB731}"/>
          </ac:picMkLst>
        </pc:picChg>
        <pc:picChg chg="add mod">
          <ac:chgData name="RESEARCH CENTER VIAM" userId="be51958547f944e7" providerId="LiveId" clId="{836CA6AB-8B8A-4DDA-AD98-38AB0066C88A}" dt="2021-11-08T04:19:53.095" v="371" actId="164"/>
          <ac:picMkLst>
            <pc:docMk/>
            <pc:sldMk cId="883242560" sldId="258"/>
            <ac:picMk id="18" creationId="{D56B35AC-2F19-48CC-BB56-AAD8F28B3F7D}"/>
          </ac:picMkLst>
        </pc:picChg>
        <pc:picChg chg="add mod">
          <ac:chgData name="RESEARCH CENTER VIAM" userId="be51958547f944e7" providerId="LiveId" clId="{836CA6AB-8B8A-4DDA-AD98-38AB0066C88A}" dt="2021-11-08T04:19:53.095" v="371" actId="164"/>
          <ac:picMkLst>
            <pc:docMk/>
            <pc:sldMk cId="883242560" sldId="258"/>
            <ac:picMk id="19" creationId="{C7D52676-9E6D-4A10-B5AB-5A13C733B445}"/>
          </ac:picMkLst>
        </pc:picChg>
        <pc:picChg chg="add mod">
          <ac:chgData name="RESEARCH CENTER VIAM" userId="be51958547f944e7" providerId="LiveId" clId="{836CA6AB-8B8A-4DDA-AD98-38AB0066C88A}" dt="2021-11-08T04:19:53.095" v="371" actId="164"/>
          <ac:picMkLst>
            <pc:docMk/>
            <pc:sldMk cId="883242560" sldId="258"/>
            <ac:picMk id="20" creationId="{30DBFB3D-A239-43B1-96DB-A7B37A9BB5FF}"/>
          </ac:picMkLst>
        </pc:picChg>
        <pc:picChg chg="add mod">
          <ac:chgData name="RESEARCH CENTER VIAM" userId="be51958547f944e7" providerId="LiveId" clId="{836CA6AB-8B8A-4DDA-AD98-38AB0066C88A}" dt="2021-11-08T04:19:53.095" v="371" actId="164"/>
          <ac:picMkLst>
            <pc:docMk/>
            <pc:sldMk cId="883242560" sldId="258"/>
            <ac:picMk id="21" creationId="{47100FE1-D093-422D-A68B-7C11747A7B3F}"/>
          </ac:picMkLst>
        </pc:picChg>
        <pc:picChg chg="add mod">
          <ac:chgData name="RESEARCH CENTER VIAM" userId="be51958547f944e7" providerId="LiveId" clId="{836CA6AB-8B8A-4DDA-AD98-38AB0066C88A}" dt="2021-11-08T04:19:53.095" v="371" actId="164"/>
          <ac:picMkLst>
            <pc:docMk/>
            <pc:sldMk cId="883242560" sldId="258"/>
            <ac:picMk id="22" creationId="{5CF30297-2352-4DDF-93F2-44E0C18896A4}"/>
          </ac:picMkLst>
        </pc:picChg>
        <pc:picChg chg="add mod">
          <ac:chgData name="RESEARCH CENTER VIAM" userId="be51958547f944e7" providerId="LiveId" clId="{836CA6AB-8B8A-4DDA-AD98-38AB0066C88A}" dt="2021-11-08T04:19:53.095" v="371" actId="164"/>
          <ac:picMkLst>
            <pc:docMk/>
            <pc:sldMk cId="883242560" sldId="258"/>
            <ac:picMk id="23" creationId="{28CF9051-E801-4435-AA91-AA18F384449D}"/>
          </ac:picMkLst>
        </pc:picChg>
        <pc:picChg chg="add del mod">
          <ac:chgData name="RESEARCH CENTER VIAM" userId="be51958547f944e7" providerId="LiveId" clId="{836CA6AB-8B8A-4DDA-AD98-38AB0066C88A}" dt="2021-11-08T04:17:04.042" v="359" actId="478"/>
          <ac:picMkLst>
            <pc:docMk/>
            <pc:sldMk cId="883242560" sldId="258"/>
            <ac:picMk id="24" creationId="{CE85F4BA-D2A8-444B-A595-A5518C70B8A8}"/>
          </ac:picMkLst>
        </pc:picChg>
        <pc:picChg chg="add mod">
          <ac:chgData name="RESEARCH CENTER VIAM" userId="be51958547f944e7" providerId="LiveId" clId="{836CA6AB-8B8A-4DDA-AD98-38AB0066C88A}" dt="2021-11-08T06:58:49.834" v="642" actId="165"/>
          <ac:picMkLst>
            <pc:docMk/>
            <pc:sldMk cId="883242560" sldId="258"/>
            <ac:picMk id="29" creationId="{BF420210-A1BF-46B1-9266-C03C08E63F18}"/>
          </ac:picMkLst>
        </pc:picChg>
        <pc:picChg chg="add mod">
          <ac:chgData name="RESEARCH CENTER VIAM" userId="be51958547f944e7" providerId="LiveId" clId="{836CA6AB-8B8A-4DDA-AD98-38AB0066C88A}" dt="2021-11-08T06:58:49.834" v="642" actId="165"/>
          <ac:picMkLst>
            <pc:docMk/>
            <pc:sldMk cId="883242560" sldId="258"/>
            <ac:picMk id="32" creationId="{90D288BD-E494-4B5B-91C6-2E52B16384EC}"/>
          </ac:picMkLst>
        </pc:picChg>
        <pc:picChg chg="add mod">
          <ac:chgData name="RESEARCH CENTER VIAM" userId="be51958547f944e7" providerId="LiveId" clId="{836CA6AB-8B8A-4DDA-AD98-38AB0066C88A}" dt="2021-11-08T06:58:49.834" v="642" actId="165"/>
          <ac:picMkLst>
            <pc:docMk/>
            <pc:sldMk cId="883242560" sldId="258"/>
            <ac:picMk id="33" creationId="{09E4E509-4A1E-4692-9CC4-9B07825ECC2E}"/>
          </ac:picMkLst>
        </pc:picChg>
        <pc:picChg chg="add mod">
          <ac:chgData name="RESEARCH CENTER VIAM" userId="be51958547f944e7" providerId="LiveId" clId="{836CA6AB-8B8A-4DDA-AD98-38AB0066C88A}" dt="2021-11-08T06:58:49.834" v="642" actId="165"/>
          <ac:picMkLst>
            <pc:docMk/>
            <pc:sldMk cId="883242560" sldId="258"/>
            <ac:picMk id="34" creationId="{D74F5312-BB48-4828-8A7B-C21D29562835}"/>
          </ac:picMkLst>
        </pc:picChg>
        <pc:picChg chg="add mod">
          <ac:chgData name="RESEARCH CENTER VIAM" userId="be51958547f944e7" providerId="LiveId" clId="{836CA6AB-8B8A-4DDA-AD98-38AB0066C88A}" dt="2021-11-08T06:58:49.834" v="642" actId="165"/>
          <ac:picMkLst>
            <pc:docMk/>
            <pc:sldMk cId="883242560" sldId="258"/>
            <ac:picMk id="35" creationId="{51415D9B-3A30-43DE-828B-77154A7563E3}"/>
          </ac:picMkLst>
        </pc:picChg>
        <pc:picChg chg="add mod">
          <ac:chgData name="RESEARCH CENTER VIAM" userId="be51958547f944e7" providerId="LiveId" clId="{836CA6AB-8B8A-4DDA-AD98-38AB0066C88A}" dt="2021-11-08T06:58:49.834" v="642" actId="165"/>
          <ac:picMkLst>
            <pc:docMk/>
            <pc:sldMk cId="883242560" sldId="258"/>
            <ac:picMk id="36" creationId="{FA0CBC20-8B23-4A49-A046-5A072EC82607}"/>
          </ac:picMkLst>
        </pc:picChg>
      </pc:sldChg>
      <pc:sldChg chg="addSp delSp modSp mod modNotesTx">
        <pc:chgData name="RESEARCH CENTER VIAM" userId="be51958547f944e7" providerId="LiveId" clId="{836CA6AB-8B8A-4DDA-AD98-38AB0066C88A}" dt="2021-11-08T09:09:23.770" v="1160" actId="1035"/>
        <pc:sldMkLst>
          <pc:docMk/>
          <pc:sldMk cId="3219242147" sldId="259"/>
        </pc:sldMkLst>
        <pc:spChg chg="add del mod">
          <ac:chgData name="RESEARCH CENTER VIAM" userId="be51958547f944e7" providerId="LiveId" clId="{836CA6AB-8B8A-4DDA-AD98-38AB0066C88A}" dt="2021-11-08T06:59:40.654" v="657" actId="478"/>
          <ac:spMkLst>
            <pc:docMk/>
            <pc:sldMk cId="3219242147" sldId="259"/>
            <ac:spMk id="3" creationId="{9AC4BA49-D935-4307-A538-BB10079945E6}"/>
          </ac:spMkLst>
        </pc:spChg>
        <pc:spChg chg="del">
          <ac:chgData name="RESEARCH CENTER VIAM" userId="be51958547f944e7" providerId="LiveId" clId="{836CA6AB-8B8A-4DDA-AD98-38AB0066C88A}" dt="2021-11-08T06:59:37.941" v="654" actId="478"/>
          <ac:spMkLst>
            <pc:docMk/>
            <pc:sldMk cId="3219242147" sldId="259"/>
            <ac:spMk id="4" creationId="{00000000-0000-0000-0000-000000000000}"/>
          </ac:spMkLst>
        </pc:spChg>
        <pc:spChg chg="add del mod">
          <ac:chgData name="RESEARCH CENTER VIAM" userId="be51958547f944e7" providerId="LiveId" clId="{836CA6AB-8B8A-4DDA-AD98-38AB0066C88A}" dt="2021-11-08T06:59:39.117" v="656"/>
          <ac:spMkLst>
            <pc:docMk/>
            <pc:sldMk cId="3219242147" sldId="259"/>
            <ac:spMk id="5" creationId="{9F63FA73-8D6F-4DD6-93E0-7797A1261EC4}"/>
          </ac:spMkLst>
        </pc:spChg>
        <pc:spChg chg="add del mod">
          <ac:chgData name="RESEARCH CENTER VIAM" userId="be51958547f944e7" providerId="LiveId" clId="{836CA6AB-8B8A-4DDA-AD98-38AB0066C88A}" dt="2021-11-08T09:09:19.472" v="1154" actId="478"/>
          <ac:spMkLst>
            <pc:docMk/>
            <pc:sldMk cId="3219242147" sldId="259"/>
            <ac:spMk id="6" creationId="{58996879-8D48-440A-A350-26B63E855AF5}"/>
          </ac:spMkLst>
        </pc:spChg>
        <pc:spChg chg="add del mod">
          <ac:chgData name="RESEARCH CENTER VIAM" userId="be51958547f944e7" providerId="LiveId" clId="{836CA6AB-8B8A-4DDA-AD98-38AB0066C88A}" dt="2021-11-08T09:09:20.610" v="1155" actId="478"/>
          <ac:spMkLst>
            <pc:docMk/>
            <pc:sldMk cId="3219242147" sldId="259"/>
            <ac:spMk id="22" creationId="{5814CAC6-1D7A-4846-BFF4-0E20C4DA9EAB}"/>
          </ac:spMkLst>
        </pc:spChg>
        <pc:grpChg chg="add mod">
          <ac:chgData name="RESEARCH CENTER VIAM" userId="be51958547f944e7" providerId="LiveId" clId="{836CA6AB-8B8A-4DDA-AD98-38AB0066C88A}" dt="2021-11-08T09:09:23.770" v="1160" actId="1035"/>
          <ac:grpSpMkLst>
            <pc:docMk/>
            <pc:sldMk cId="3219242147" sldId="259"/>
            <ac:grpSpMk id="10" creationId="{9422A058-3D2F-404C-9103-2E62C945AAC9}"/>
          </ac:grpSpMkLst>
        </pc:grpChg>
        <pc:grpChg chg="add mod">
          <ac:chgData name="RESEARCH CENTER VIAM" userId="be51958547f944e7" providerId="LiveId" clId="{836CA6AB-8B8A-4DDA-AD98-38AB0066C88A}" dt="2021-11-08T09:09:23.770" v="1160" actId="1035"/>
          <ac:grpSpMkLst>
            <pc:docMk/>
            <pc:sldMk cId="3219242147" sldId="259"/>
            <ac:grpSpMk id="20" creationId="{09980367-F369-4633-B5F6-4566ACDAF102}"/>
          </ac:grpSpMkLst>
        </pc:grpChg>
        <pc:graphicFrameChg chg="add mod">
          <ac:chgData name="RESEARCH CENTER VIAM" userId="be51958547f944e7" providerId="LiveId" clId="{836CA6AB-8B8A-4DDA-AD98-38AB0066C88A}" dt="2021-11-08T09:09:23.770" v="1160" actId="1035"/>
          <ac:graphicFrameMkLst>
            <pc:docMk/>
            <pc:sldMk cId="3219242147" sldId="259"/>
            <ac:graphicFrameMk id="9" creationId="{A34A203F-B520-4D36-9CD0-2116DEF7A36C}"/>
          </ac:graphicFrameMkLst>
        </pc:graphicFrameChg>
        <pc:picChg chg="add mod">
          <ac:chgData name="RESEARCH CENTER VIAM" userId="be51958547f944e7" providerId="LiveId" clId="{836CA6AB-8B8A-4DDA-AD98-38AB0066C88A}" dt="2021-11-08T09:09:23.770" v="1160" actId="1035"/>
          <ac:picMkLst>
            <pc:docMk/>
            <pc:sldMk cId="3219242147" sldId="259"/>
            <ac:picMk id="8" creationId="{988D49BF-F34B-49A8-AD7D-602A6129B4FB}"/>
          </ac:picMkLst>
        </pc:picChg>
        <pc:picChg chg="add mod">
          <ac:chgData name="RESEARCH CENTER VIAM" userId="be51958547f944e7" providerId="LiveId" clId="{836CA6AB-8B8A-4DDA-AD98-38AB0066C88A}" dt="2021-11-08T09:09:23.770" v="1160" actId="1035"/>
          <ac:picMkLst>
            <pc:docMk/>
            <pc:sldMk cId="3219242147" sldId="259"/>
            <ac:picMk id="1026" creationId="{BEC535F1-43A6-4271-BF93-EB9C810C5736}"/>
          </ac:picMkLst>
        </pc:picChg>
        <pc:cxnChg chg="add mod ord">
          <ac:chgData name="RESEARCH CENTER VIAM" userId="be51958547f944e7" providerId="LiveId" clId="{836CA6AB-8B8A-4DDA-AD98-38AB0066C88A}" dt="2021-11-08T09:09:23.770" v="1160" actId="1035"/>
          <ac:cxnSpMkLst>
            <pc:docMk/>
            <pc:sldMk cId="3219242147" sldId="259"/>
            <ac:cxnSpMk id="12" creationId="{235ED582-8D1B-4A73-954F-7B5014C1704D}"/>
          </ac:cxnSpMkLst>
        </pc:cxnChg>
        <pc:cxnChg chg="add mod">
          <ac:chgData name="RESEARCH CENTER VIAM" userId="be51958547f944e7" providerId="LiveId" clId="{836CA6AB-8B8A-4DDA-AD98-38AB0066C88A}" dt="2021-11-08T09:09:23.770" v="1160" actId="1035"/>
          <ac:cxnSpMkLst>
            <pc:docMk/>
            <pc:sldMk cId="3219242147" sldId="259"/>
            <ac:cxnSpMk id="16" creationId="{258EC612-058A-4384-936B-9C8CE1AEF54B}"/>
          </ac:cxnSpMkLst>
        </pc:cxnChg>
      </pc:sldChg>
      <pc:sldChg chg="addSp delSp modSp del mod">
        <pc:chgData name="RESEARCH CENTER VIAM" userId="be51958547f944e7" providerId="LiveId" clId="{836CA6AB-8B8A-4DDA-AD98-38AB0066C88A}" dt="2021-11-08T08:35:11.612" v="1003" actId="47"/>
        <pc:sldMkLst>
          <pc:docMk/>
          <pc:sldMk cId="1477682163" sldId="260"/>
        </pc:sldMkLst>
        <pc:spChg chg="add">
          <ac:chgData name="RESEARCH CENTER VIAM" userId="be51958547f944e7" providerId="LiveId" clId="{836CA6AB-8B8A-4DDA-AD98-38AB0066C88A}" dt="2021-11-08T08:34:59.144" v="996" actId="22"/>
          <ac:spMkLst>
            <pc:docMk/>
            <pc:sldMk cId="1477682163" sldId="260"/>
            <ac:spMk id="4" creationId="{F0C4BD62-C1FE-4136-9D94-C01100472709}"/>
          </ac:spMkLst>
        </pc:spChg>
        <pc:spChg chg="del mod">
          <ac:chgData name="RESEARCH CENTER VIAM" userId="be51958547f944e7" providerId="LiveId" clId="{836CA6AB-8B8A-4DDA-AD98-38AB0066C88A}" dt="2021-11-08T08:34:57.952" v="995" actId="478"/>
          <ac:spMkLst>
            <pc:docMk/>
            <pc:sldMk cId="1477682163" sldId="260"/>
            <ac:spMk id="9" creationId="{8CA230C6-FD53-4E94-B846-CB9F8B994E0B}"/>
          </ac:spMkLst>
        </pc:spChg>
      </pc:sldChg>
      <pc:sldChg chg="ord">
        <pc:chgData name="RESEARCH CENTER VIAM" userId="be51958547f944e7" providerId="LiveId" clId="{836CA6AB-8B8A-4DDA-AD98-38AB0066C88A}" dt="2021-11-08T09:00:50.546" v="1136"/>
        <pc:sldMkLst>
          <pc:docMk/>
          <pc:sldMk cId="3116497730" sldId="261"/>
        </pc:sldMkLst>
      </pc:sldChg>
      <pc:sldChg chg="ord">
        <pc:chgData name="RESEARCH CENTER VIAM" userId="be51958547f944e7" providerId="LiveId" clId="{836CA6AB-8B8A-4DDA-AD98-38AB0066C88A}" dt="2021-11-08T09:00:50.546" v="1136"/>
        <pc:sldMkLst>
          <pc:docMk/>
          <pc:sldMk cId="3614224625" sldId="262"/>
        </pc:sldMkLst>
      </pc:sldChg>
      <pc:sldChg chg="ord">
        <pc:chgData name="RESEARCH CENTER VIAM" userId="be51958547f944e7" providerId="LiveId" clId="{836CA6AB-8B8A-4DDA-AD98-38AB0066C88A}" dt="2021-11-08T09:00:50.546" v="1136"/>
        <pc:sldMkLst>
          <pc:docMk/>
          <pc:sldMk cId="1048174065" sldId="263"/>
        </pc:sldMkLst>
      </pc:sldChg>
      <pc:sldChg chg="ord">
        <pc:chgData name="RESEARCH CENTER VIAM" userId="be51958547f944e7" providerId="LiveId" clId="{836CA6AB-8B8A-4DDA-AD98-38AB0066C88A}" dt="2021-11-08T09:00:50.546" v="1136"/>
        <pc:sldMkLst>
          <pc:docMk/>
          <pc:sldMk cId="2785070003" sldId="265"/>
        </pc:sldMkLst>
      </pc:sldChg>
      <pc:sldChg chg="addSp delSp modSp mod ord modNotesTx">
        <pc:chgData name="RESEARCH CENTER VIAM" userId="be51958547f944e7" providerId="LiveId" clId="{836CA6AB-8B8A-4DDA-AD98-38AB0066C88A}" dt="2021-11-08T09:34:53.310" v="1396" actId="114"/>
        <pc:sldMkLst>
          <pc:docMk/>
          <pc:sldMk cId="1438828448" sldId="266"/>
        </pc:sldMkLst>
        <pc:spChg chg="add del mod">
          <ac:chgData name="RESEARCH CENTER VIAM" userId="be51958547f944e7" providerId="LiveId" clId="{836CA6AB-8B8A-4DDA-AD98-38AB0066C88A}" dt="2021-11-08T09:18:27.647" v="1168" actId="478"/>
          <ac:spMkLst>
            <pc:docMk/>
            <pc:sldMk cId="1438828448" sldId="266"/>
            <ac:spMk id="3" creationId="{DB82C74F-6A9B-4AAE-BECA-95EAD5D6A956}"/>
          </ac:spMkLst>
        </pc:spChg>
        <pc:spChg chg="del">
          <ac:chgData name="RESEARCH CENTER VIAM" userId="be51958547f944e7" providerId="LiveId" clId="{836CA6AB-8B8A-4DDA-AD98-38AB0066C88A}" dt="2021-11-08T09:18:25.428" v="1167" actId="478"/>
          <ac:spMkLst>
            <pc:docMk/>
            <pc:sldMk cId="1438828448" sldId="266"/>
            <ac:spMk id="5" creationId="{00000000-0000-0000-0000-000000000000}"/>
          </ac:spMkLst>
        </pc:spChg>
        <pc:spChg chg="del mod">
          <ac:chgData name="RESEARCH CENTER VIAM" userId="be51958547f944e7" providerId="LiveId" clId="{836CA6AB-8B8A-4DDA-AD98-38AB0066C88A}" dt="2021-11-08T09:19:45.691" v="1215" actId="478"/>
          <ac:spMkLst>
            <pc:docMk/>
            <pc:sldMk cId="1438828448" sldId="266"/>
            <ac:spMk id="7" creationId="{DF0080E3-88F4-48AD-A91A-7397ABE4985B}"/>
          </ac:spMkLst>
        </pc:spChg>
        <pc:spChg chg="add mod">
          <ac:chgData name="RESEARCH CENTER VIAM" userId="be51958547f944e7" providerId="LiveId" clId="{836CA6AB-8B8A-4DDA-AD98-38AB0066C88A}" dt="2021-11-08T09:33:43.234" v="1364" actId="14100"/>
          <ac:spMkLst>
            <pc:docMk/>
            <pc:sldMk cId="1438828448" sldId="266"/>
            <ac:spMk id="8" creationId="{2DBA373C-ADF9-4113-90FB-6B6DCB516D82}"/>
          </ac:spMkLst>
        </pc:spChg>
        <pc:spChg chg="add del mod">
          <ac:chgData name="RESEARCH CENTER VIAM" userId="be51958547f944e7" providerId="LiveId" clId="{836CA6AB-8B8A-4DDA-AD98-38AB0066C88A}" dt="2021-11-08T09:33:46.312" v="1365" actId="478"/>
          <ac:spMkLst>
            <pc:docMk/>
            <pc:sldMk cId="1438828448" sldId="266"/>
            <ac:spMk id="9" creationId="{E0077879-7E41-47E1-AA2C-5D4BE257C95D}"/>
          </ac:spMkLst>
        </pc:spChg>
        <pc:spChg chg="add del mod">
          <ac:chgData name="RESEARCH CENTER VIAM" userId="be51958547f944e7" providerId="LiveId" clId="{836CA6AB-8B8A-4DDA-AD98-38AB0066C88A}" dt="2021-11-08T09:33:50.312" v="1366" actId="478"/>
          <ac:spMkLst>
            <pc:docMk/>
            <pc:sldMk cId="1438828448" sldId="266"/>
            <ac:spMk id="11" creationId="{15AEED09-1305-4AE0-9D06-ABDCFA60AB11}"/>
          </ac:spMkLst>
        </pc:spChg>
        <pc:spChg chg="add mod">
          <ac:chgData name="RESEARCH CENTER VIAM" userId="be51958547f944e7" providerId="LiveId" clId="{836CA6AB-8B8A-4DDA-AD98-38AB0066C88A}" dt="2021-11-08T09:34:53.310" v="1396" actId="114"/>
          <ac:spMkLst>
            <pc:docMk/>
            <pc:sldMk cId="1438828448" sldId="266"/>
            <ac:spMk id="13" creationId="{5505E17D-6383-4B70-9BF5-0CE1021F9879}"/>
          </ac:spMkLst>
        </pc:spChg>
        <pc:picChg chg="mod modCrop">
          <ac:chgData name="RESEARCH CENTER VIAM" userId="be51958547f944e7" providerId="LiveId" clId="{836CA6AB-8B8A-4DDA-AD98-38AB0066C88A}" dt="2021-11-08T09:34:40.170" v="1392" actId="1076"/>
          <ac:picMkLst>
            <pc:docMk/>
            <pc:sldMk cId="1438828448" sldId="266"/>
            <ac:picMk id="6" creationId="{F93FF18E-8D9E-4B8B-9F7D-42864F7C147C}"/>
          </ac:picMkLst>
        </pc:picChg>
      </pc:sldChg>
      <pc:sldChg chg="ord">
        <pc:chgData name="RESEARCH CENTER VIAM" userId="be51958547f944e7" providerId="LiveId" clId="{836CA6AB-8B8A-4DDA-AD98-38AB0066C88A}" dt="2021-11-08T09:35:53.121" v="1398"/>
        <pc:sldMkLst>
          <pc:docMk/>
          <pc:sldMk cId="3663343397" sldId="267"/>
        </pc:sldMkLst>
      </pc:sldChg>
      <pc:sldChg chg="addSp delSp modSp mod">
        <pc:chgData name="RESEARCH CENTER VIAM" userId="be51958547f944e7" providerId="LiveId" clId="{836CA6AB-8B8A-4DDA-AD98-38AB0066C88A}" dt="2021-11-08T09:40:35.987" v="1480" actId="20577"/>
        <pc:sldMkLst>
          <pc:docMk/>
          <pc:sldMk cId="1301992232" sldId="268"/>
        </pc:sldMkLst>
        <pc:spChg chg="del">
          <ac:chgData name="RESEARCH CENTER VIAM" userId="be51958547f944e7" providerId="LiveId" clId="{836CA6AB-8B8A-4DDA-AD98-38AB0066C88A}" dt="2021-11-08T09:02:24.341" v="1138" actId="478"/>
          <ac:spMkLst>
            <pc:docMk/>
            <pc:sldMk cId="1301992232" sldId="268"/>
            <ac:spMk id="2" creationId="{00000000-0000-0000-0000-000000000000}"/>
          </ac:spMkLst>
        </pc:spChg>
        <pc:spChg chg="mod">
          <ac:chgData name="RESEARCH CENTER VIAM" userId="be51958547f944e7" providerId="LiveId" clId="{836CA6AB-8B8A-4DDA-AD98-38AB0066C88A}" dt="2021-11-08T09:37:39.820" v="1447" actId="12789"/>
          <ac:spMkLst>
            <pc:docMk/>
            <pc:sldMk cId="1301992232" sldId="268"/>
            <ac:spMk id="4" creationId="{00000000-0000-0000-0000-000000000000}"/>
          </ac:spMkLst>
        </pc:spChg>
        <pc:spChg chg="mod">
          <ac:chgData name="RESEARCH CENTER VIAM" userId="be51958547f944e7" providerId="LiveId" clId="{836CA6AB-8B8A-4DDA-AD98-38AB0066C88A}" dt="2021-11-08T09:40:35.987" v="1480" actId="20577"/>
          <ac:spMkLst>
            <pc:docMk/>
            <pc:sldMk cId="1301992232" sldId="268"/>
            <ac:spMk id="5" creationId="{00000000-0000-0000-0000-000000000000}"/>
          </ac:spMkLst>
        </pc:spChg>
        <pc:spChg chg="mod">
          <ac:chgData name="RESEARCH CENTER VIAM" userId="be51958547f944e7" providerId="LiveId" clId="{836CA6AB-8B8A-4DDA-AD98-38AB0066C88A}" dt="2021-11-08T09:37:39.820" v="1447" actId="12789"/>
          <ac:spMkLst>
            <pc:docMk/>
            <pc:sldMk cId="1301992232" sldId="268"/>
            <ac:spMk id="6" creationId="{00000000-0000-0000-0000-000000000000}"/>
          </ac:spMkLst>
        </pc:spChg>
        <pc:spChg chg="mod">
          <ac:chgData name="RESEARCH CENTER VIAM" userId="be51958547f944e7" providerId="LiveId" clId="{836CA6AB-8B8A-4DDA-AD98-38AB0066C88A}" dt="2021-11-08T09:37:57.444" v="1449" actId="13822"/>
          <ac:spMkLst>
            <pc:docMk/>
            <pc:sldMk cId="1301992232" sldId="268"/>
            <ac:spMk id="7" creationId="{00000000-0000-0000-0000-000000000000}"/>
          </ac:spMkLst>
        </pc:spChg>
        <pc:spChg chg="add del mod">
          <ac:chgData name="RESEARCH CENTER VIAM" userId="be51958547f944e7" providerId="LiveId" clId="{836CA6AB-8B8A-4DDA-AD98-38AB0066C88A}" dt="2021-11-08T09:37:14.164" v="1399" actId="478"/>
          <ac:spMkLst>
            <pc:docMk/>
            <pc:sldMk cId="1301992232" sldId="268"/>
            <ac:spMk id="8" creationId="{275A79CC-0505-41F1-9B36-E71B294CB9F5}"/>
          </ac:spMkLst>
        </pc:spChg>
        <pc:spChg chg="add del mod">
          <ac:chgData name="RESEARCH CENTER VIAM" userId="be51958547f944e7" providerId="LiveId" clId="{836CA6AB-8B8A-4DDA-AD98-38AB0066C88A}" dt="2021-11-08T09:02:26.419" v="1139" actId="478"/>
          <ac:spMkLst>
            <pc:docMk/>
            <pc:sldMk cId="1301992232" sldId="268"/>
            <ac:spMk id="9" creationId="{D0FA47A5-DE08-42E4-A536-C50B0113A664}"/>
          </ac:spMkLst>
        </pc:spChg>
        <pc:spChg chg="add mod">
          <ac:chgData name="RESEARCH CENTER VIAM" userId="be51958547f944e7" providerId="LiveId" clId="{836CA6AB-8B8A-4DDA-AD98-38AB0066C88A}" dt="2021-11-08T09:37:22.726" v="1446" actId="20577"/>
          <ac:spMkLst>
            <pc:docMk/>
            <pc:sldMk cId="1301992232" sldId="268"/>
            <ac:spMk id="10" creationId="{C786E1A5-4BDC-4907-863B-F343322ADB94}"/>
          </ac:spMkLst>
        </pc:spChg>
      </pc:sldChg>
      <pc:sldChg chg="addSp delSp modSp mod">
        <pc:chgData name="RESEARCH CENTER VIAM" userId="be51958547f944e7" providerId="LiveId" clId="{836CA6AB-8B8A-4DDA-AD98-38AB0066C88A}" dt="2021-11-08T10:14:09.283" v="1673"/>
        <pc:sldMkLst>
          <pc:docMk/>
          <pc:sldMk cId="2045029306" sldId="269"/>
        </pc:sldMkLst>
        <pc:spChg chg="del mod">
          <ac:chgData name="RESEARCH CENTER VIAM" userId="be51958547f944e7" providerId="LiveId" clId="{836CA6AB-8B8A-4DDA-AD98-38AB0066C88A}" dt="2021-11-08T10:14:06.080" v="1672" actId="478"/>
          <ac:spMkLst>
            <pc:docMk/>
            <pc:sldMk cId="2045029306" sldId="269"/>
            <ac:spMk id="4" creationId="{00000000-0000-0000-0000-000000000000}"/>
          </ac:spMkLst>
        </pc:spChg>
        <pc:spChg chg="add del">
          <ac:chgData name="RESEARCH CENTER VIAM" userId="be51958547f944e7" providerId="LiveId" clId="{836CA6AB-8B8A-4DDA-AD98-38AB0066C88A}" dt="2021-11-08T10:01:55.602" v="1516" actId="11529"/>
          <ac:spMkLst>
            <pc:docMk/>
            <pc:sldMk cId="2045029306" sldId="269"/>
            <ac:spMk id="7" creationId="{1BCB084A-3BF5-4D47-BE96-0328DBEA2925}"/>
          </ac:spMkLst>
        </pc:spChg>
        <pc:spChg chg="mod">
          <ac:chgData name="RESEARCH CENTER VIAM" userId="be51958547f944e7" providerId="LiveId" clId="{836CA6AB-8B8A-4DDA-AD98-38AB0066C88A}" dt="2021-11-08T10:13:36.003" v="1669" actId="404"/>
          <ac:spMkLst>
            <pc:docMk/>
            <pc:sldMk cId="2045029306" sldId="269"/>
            <ac:spMk id="8" creationId="{00000000-0000-0000-0000-000000000000}"/>
          </ac:spMkLst>
        </pc:spChg>
        <pc:spChg chg="add mod">
          <ac:chgData name="RESEARCH CENTER VIAM" userId="be51958547f944e7" providerId="LiveId" clId="{836CA6AB-8B8A-4DDA-AD98-38AB0066C88A}" dt="2021-11-08T10:06:08.094" v="1549" actId="164"/>
          <ac:spMkLst>
            <pc:docMk/>
            <pc:sldMk cId="2045029306" sldId="269"/>
            <ac:spMk id="12" creationId="{83C205DD-E7EA-478E-9086-656FD0FEC469}"/>
          </ac:spMkLst>
        </pc:spChg>
        <pc:spChg chg="add del mod">
          <ac:chgData name="RESEARCH CENTER VIAM" userId="be51958547f944e7" providerId="LiveId" clId="{836CA6AB-8B8A-4DDA-AD98-38AB0066C88A}" dt="2021-11-08T10:05:37.270" v="1547" actId="478"/>
          <ac:spMkLst>
            <pc:docMk/>
            <pc:sldMk cId="2045029306" sldId="269"/>
            <ac:spMk id="13" creationId="{19DF0196-9631-4D23-A78A-87DB34FB1CCE}"/>
          </ac:spMkLst>
        </pc:spChg>
        <pc:spChg chg="add del mod">
          <ac:chgData name="RESEARCH CENTER VIAM" userId="be51958547f944e7" providerId="LiveId" clId="{836CA6AB-8B8A-4DDA-AD98-38AB0066C88A}" dt="2021-11-08T10:05:39.637" v="1548" actId="478"/>
          <ac:spMkLst>
            <pc:docMk/>
            <pc:sldMk cId="2045029306" sldId="269"/>
            <ac:spMk id="14" creationId="{C076D8CD-CC08-48AA-B204-05C1727AA8F6}"/>
          </ac:spMkLst>
        </pc:spChg>
        <pc:spChg chg="add mod">
          <ac:chgData name="RESEARCH CENTER VIAM" userId="be51958547f944e7" providerId="LiveId" clId="{836CA6AB-8B8A-4DDA-AD98-38AB0066C88A}" dt="2021-11-08T10:06:08.094" v="1549" actId="164"/>
          <ac:spMkLst>
            <pc:docMk/>
            <pc:sldMk cId="2045029306" sldId="269"/>
            <ac:spMk id="15" creationId="{BC37DEC0-1F7E-44DF-A930-607D9BFBE29E}"/>
          </ac:spMkLst>
        </pc:spChg>
        <pc:spChg chg="add mod">
          <ac:chgData name="RESEARCH CENTER VIAM" userId="be51958547f944e7" providerId="LiveId" clId="{836CA6AB-8B8A-4DDA-AD98-38AB0066C88A}" dt="2021-11-08T10:06:08.094" v="1549" actId="164"/>
          <ac:spMkLst>
            <pc:docMk/>
            <pc:sldMk cId="2045029306" sldId="269"/>
            <ac:spMk id="17" creationId="{81FFC897-303D-40CD-BE7E-3E6E2D2A2046}"/>
          </ac:spMkLst>
        </pc:spChg>
        <pc:spChg chg="add mod">
          <ac:chgData name="RESEARCH CENTER VIAM" userId="be51958547f944e7" providerId="LiveId" clId="{836CA6AB-8B8A-4DDA-AD98-38AB0066C88A}" dt="2021-11-08T10:12:29.567" v="1664" actId="164"/>
          <ac:spMkLst>
            <pc:docMk/>
            <pc:sldMk cId="2045029306" sldId="269"/>
            <ac:spMk id="20" creationId="{753BA93A-8A6A-4808-B070-25E426113CD3}"/>
          </ac:spMkLst>
        </pc:spChg>
        <pc:spChg chg="add del mod">
          <ac:chgData name="RESEARCH CENTER VIAM" userId="be51958547f944e7" providerId="LiveId" clId="{836CA6AB-8B8A-4DDA-AD98-38AB0066C88A}" dt="2021-11-08T10:12:29.567" v="1664" actId="164"/>
          <ac:spMkLst>
            <pc:docMk/>
            <pc:sldMk cId="2045029306" sldId="269"/>
            <ac:spMk id="21" creationId="{F951934E-2076-422C-A8C2-7182D0E1D605}"/>
          </ac:spMkLst>
        </pc:spChg>
        <pc:spChg chg="add mod">
          <ac:chgData name="RESEARCH CENTER VIAM" userId="be51958547f944e7" providerId="LiveId" clId="{836CA6AB-8B8A-4DDA-AD98-38AB0066C88A}" dt="2021-11-08T10:12:29.567" v="1664" actId="164"/>
          <ac:spMkLst>
            <pc:docMk/>
            <pc:sldMk cId="2045029306" sldId="269"/>
            <ac:spMk id="22" creationId="{2774BA1E-AF4D-4C5A-816B-949F98399B64}"/>
          </ac:spMkLst>
        </pc:spChg>
        <pc:spChg chg="add mod">
          <ac:chgData name="RESEARCH CENTER VIAM" userId="be51958547f944e7" providerId="LiveId" clId="{836CA6AB-8B8A-4DDA-AD98-38AB0066C88A}" dt="2021-11-08T10:12:29.567" v="1664" actId="164"/>
          <ac:spMkLst>
            <pc:docMk/>
            <pc:sldMk cId="2045029306" sldId="269"/>
            <ac:spMk id="23" creationId="{E4255199-2DCA-4260-A501-2E1BCD44F109}"/>
          </ac:spMkLst>
        </pc:spChg>
        <pc:spChg chg="add mod">
          <ac:chgData name="RESEARCH CENTER VIAM" userId="be51958547f944e7" providerId="LiveId" clId="{836CA6AB-8B8A-4DDA-AD98-38AB0066C88A}" dt="2021-11-08T10:12:29.567" v="1664" actId="164"/>
          <ac:spMkLst>
            <pc:docMk/>
            <pc:sldMk cId="2045029306" sldId="269"/>
            <ac:spMk id="24" creationId="{EF4732B9-19DF-46CC-86D3-2DDB5CC82A04}"/>
          </ac:spMkLst>
        </pc:spChg>
        <pc:spChg chg="add mod">
          <ac:chgData name="RESEARCH CENTER VIAM" userId="be51958547f944e7" providerId="LiveId" clId="{836CA6AB-8B8A-4DDA-AD98-38AB0066C88A}" dt="2021-11-08T10:12:29.567" v="1664" actId="164"/>
          <ac:spMkLst>
            <pc:docMk/>
            <pc:sldMk cId="2045029306" sldId="269"/>
            <ac:spMk id="25" creationId="{C4EADA70-ED7D-4EB6-AE14-73F0508FAD7A}"/>
          </ac:spMkLst>
        </pc:spChg>
        <pc:spChg chg="add mod">
          <ac:chgData name="RESEARCH CENTER VIAM" userId="be51958547f944e7" providerId="LiveId" clId="{836CA6AB-8B8A-4DDA-AD98-38AB0066C88A}" dt="2021-11-08T10:14:09.283" v="1673"/>
          <ac:spMkLst>
            <pc:docMk/>
            <pc:sldMk cId="2045029306" sldId="269"/>
            <ac:spMk id="27" creationId="{8464DA09-BF91-4120-9EB4-081E8069C2A7}"/>
          </ac:spMkLst>
        </pc:spChg>
        <pc:grpChg chg="add mod">
          <ac:chgData name="RESEARCH CENTER VIAM" userId="be51958547f944e7" providerId="LiveId" clId="{836CA6AB-8B8A-4DDA-AD98-38AB0066C88A}" dt="2021-11-08T10:12:29.567" v="1664" actId="164"/>
          <ac:grpSpMkLst>
            <pc:docMk/>
            <pc:sldMk cId="2045029306" sldId="269"/>
            <ac:grpSpMk id="18" creationId="{DCC82755-8FE4-45C6-9E19-68321DF228E9}"/>
          </ac:grpSpMkLst>
        </pc:grpChg>
        <pc:grpChg chg="add mod">
          <ac:chgData name="RESEARCH CENTER VIAM" userId="be51958547f944e7" providerId="LiveId" clId="{836CA6AB-8B8A-4DDA-AD98-38AB0066C88A}" dt="2021-11-08T10:12:29.567" v="1664" actId="164"/>
          <ac:grpSpMkLst>
            <pc:docMk/>
            <pc:sldMk cId="2045029306" sldId="269"/>
            <ac:grpSpMk id="26" creationId="{90C22010-52A0-47B6-B81D-6124D197C5FF}"/>
          </ac:grpSpMkLst>
        </pc:grpChg>
        <pc:cxnChg chg="add mod">
          <ac:chgData name="RESEARCH CENTER VIAM" userId="be51958547f944e7" providerId="LiveId" clId="{836CA6AB-8B8A-4DDA-AD98-38AB0066C88A}" dt="2021-11-08T10:06:08.094" v="1549" actId="164"/>
          <ac:cxnSpMkLst>
            <pc:docMk/>
            <pc:sldMk cId="2045029306" sldId="269"/>
            <ac:cxnSpMk id="3" creationId="{158062AC-9B80-450E-A705-6248948A2E00}"/>
          </ac:cxnSpMkLst>
        </pc:cxnChg>
        <pc:cxnChg chg="add mod">
          <ac:chgData name="RESEARCH CENTER VIAM" userId="be51958547f944e7" providerId="LiveId" clId="{836CA6AB-8B8A-4DDA-AD98-38AB0066C88A}" dt="2021-11-08T10:06:08.094" v="1549" actId="164"/>
          <ac:cxnSpMkLst>
            <pc:docMk/>
            <pc:sldMk cId="2045029306" sldId="269"/>
            <ac:cxnSpMk id="6" creationId="{39A49140-0F36-453E-8428-CBE2D2C3865B}"/>
          </ac:cxnSpMkLst>
        </pc:cxnChg>
        <pc:cxnChg chg="add mod">
          <ac:chgData name="RESEARCH CENTER VIAM" userId="be51958547f944e7" providerId="LiveId" clId="{836CA6AB-8B8A-4DDA-AD98-38AB0066C88A}" dt="2021-11-08T10:06:08.094" v="1549" actId="164"/>
          <ac:cxnSpMkLst>
            <pc:docMk/>
            <pc:sldMk cId="2045029306" sldId="269"/>
            <ac:cxnSpMk id="9" creationId="{A4DDD772-31A5-4088-AD6D-65B49FE42A60}"/>
          </ac:cxnSpMkLst>
        </pc:cxnChg>
        <pc:cxnChg chg="add mod">
          <ac:chgData name="RESEARCH CENTER VIAM" userId="be51958547f944e7" providerId="LiveId" clId="{836CA6AB-8B8A-4DDA-AD98-38AB0066C88A}" dt="2021-11-08T10:06:08.094" v="1549" actId="164"/>
          <ac:cxnSpMkLst>
            <pc:docMk/>
            <pc:sldMk cId="2045029306" sldId="269"/>
            <ac:cxnSpMk id="10" creationId="{82BB0CEE-EC9C-4F52-83E0-C0EC23AAE6EE}"/>
          </ac:cxnSpMkLst>
        </pc:cxnChg>
        <pc:cxnChg chg="add mod">
          <ac:chgData name="RESEARCH CENTER VIAM" userId="be51958547f944e7" providerId="LiveId" clId="{836CA6AB-8B8A-4DDA-AD98-38AB0066C88A}" dt="2021-11-08T10:06:08.094" v="1549" actId="164"/>
          <ac:cxnSpMkLst>
            <pc:docMk/>
            <pc:sldMk cId="2045029306" sldId="269"/>
            <ac:cxnSpMk id="11" creationId="{90F09D7A-AC97-4645-A051-88B55F9FF4D4}"/>
          </ac:cxnSpMkLst>
        </pc:cxnChg>
      </pc:sldChg>
      <pc:sldChg chg="modSp mod">
        <pc:chgData name="RESEARCH CENTER VIAM" userId="be51958547f944e7" providerId="LiveId" clId="{836CA6AB-8B8A-4DDA-AD98-38AB0066C88A}" dt="2021-11-08T10:19:14.008" v="1687" actId="113"/>
        <pc:sldMkLst>
          <pc:docMk/>
          <pc:sldMk cId="3790721331" sldId="275"/>
        </pc:sldMkLst>
        <pc:spChg chg="mod">
          <ac:chgData name="RESEARCH CENTER VIAM" userId="be51958547f944e7" providerId="LiveId" clId="{836CA6AB-8B8A-4DDA-AD98-38AB0066C88A}" dt="2021-11-08T10:19:14.008" v="1687" actId="113"/>
          <ac:spMkLst>
            <pc:docMk/>
            <pc:sldMk cId="3790721331" sldId="275"/>
            <ac:spMk id="2" creationId="{00000000-0000-0000-0000-000000000000}"/>
          </ac:spMkLst>
        </pc:spChg>
      </pc:sldChg>
      <pc:sldChg chg="addSp delSp modSp mod">
        <pc:chgData name="RESEARCH CENTER VIAM" userId="be51958547f944e7" providerId="LiveId" clId="{836CA6AB-8B8A-4DDA-AD98-38AB0066C88A}" dt="2021-11-08T10:29:23.411" v="1849" actId="14100"/>
        <pc:sldMkLst>
          <pc:docMk/>
          <pc:sldMk cId="4288744501" sldId="276"/>
        </pc:sldMkLst>
        <pc:spChg chg="del mod">
          <ac:chgData name="RESEARCH CENTER VIAM" userId="be51958547f944e7" providerId="LiveId" clId="{836CA6AB-8B8A-4DDA-AD98-38AB0066C88A}" dt="2021-11-08T10:22:43.183" v="1740" actId="478"/>
          <ac:spMkLst>
            <pc:docMk/>
            <pc:sldMk cId="4288744501" sldId="276"/>
            <ac:spMk id="2" creationId="{00000000-0000-0000-0000-000000000000}"/>
          </ac:spMkLst>
        </pc:spChg>
        <pc:spChg chg="del mod">
          <ac:chgData name="RESEARCH CENTER VIAM" userId="be51958547f944e7" providerId="LiveId" clId="{836CA6AB-8B8A-4DDA-AD98-38AB0066C88A}" dt="2021-11-08T10:29:15.514" v="1846" actId="478"/>
          <ac:spMkLst>
            <pc:docMk/>
            <pc:sldMk cId="4288744501" sldId="276"/>
            <ac:spMk id="5" creationId="{00000000-0000-0000-0000-000000000000}"/>
          </ac:spMkLst>
        </pc:spChg>
        <pc:spChg chg="add del mod">
          <ac:chgData name="RESEARCH CENTER VIAM" userId="be51958547f944e7" providerId="LiveId" clId="{836CA6AB-8B8A-4DDA-AD98-38AB0066C88A}" dt="2021-11-08T10:22:46.053" v="1741" actId="478"/>
          <ac:spMkLst>
            <pc:docMk/>
            <pc:sldMk cId="4288744501" sldId="276"/>
            <ac:spMk id="6" creationId="{9C297995-AC84-4A8F-BF6F-4A473050B9F4}"/>
          </ac:spMkLst>
        </pc:spChg>
        <pc:graphicFrameChg chg="del mod modGraphic">
          <ac:chgData name="RESEARCH CENTER VIAM" userId="be51958547f944e7" providerId="LiveId" clId="{836CA6AB-8B8A-4DDA-AD98-38AB0066C88A}" dt="2021-11-08T10:28:25.943" v="1832" actId="478"/>
          <ac:graphicFrameMkLst>
            <pc:docMk/>
            <pc:sldMk cId="4288744501" sldId="276"/>
            <ac:graphicFrameMk id="7" creationId="{73F7987A-E50A-41C4-9326-EC8C3F98D571}"/>
          </ac:graphicFrameMkLst>
        </pc:graphicFrameChg>
        <pc:picChg chg="add del mod">
          <ac:chgData name="RESEARCH CENTER VIAM" userId="be51958547f944e7" providerId="LiveId" clId="{836CA6AB-8B8A-4DDA-AD98-38AB0066C88A}" dt="2021-11-08T10:28:56.817" v="1845" actId="478"/>
          <ac:picMkLst>
            <pc:docMk/>
            <pc:sldMk cId="4288744501" sldId="276"/>
            <ac:picMk id="8" creationId="{45E723D5-8091-40CD-AB7C-0DF44568DF8F}"/>
          </ac:picMkLst>
        </pc:picChg>
        <pc:picChg chg="add mod">
          <ac:chgData name="RESEARCH CENTER VIAM" userId="be51958547f944e7" providerId="LiveId" clId="{836CA6AB-8B8A-4DDA-AD98-38AB0066C88A}" dt="2021-11-08T10:29:23.411" v="1849" actId="14100"/>
          <ac:picMkLst>
            <pc:docMk/>
            <pc:sldMk cId="4288744501" sldId="276"/>
            <ac:picMk id="10" creationId="{91DCFCC7-07B2-4993-8340-CED4D4C73E61}"/>
          </ac:picMkLst>
        </pc:picChg>
      </pc:sldChg>
      <pc:sldChg chg="addSp delSp modSp mod">
        <pc:chgData name="RESEARCH CENTER VIAM" userId="be51958547f944e7" providerId="LiveId" clId="{836CA6AB-8B8A-4DDA-AD98-38AB0066C88A}" dt="2021-11-08T10:30:12.813" v="1855" actId="22"/>
        <pc:sldMkLst>
          <pc:docMk/>
          <pc:sldMk cId="3570277324" sldId="277"/>
        </pc:sldMkLst>
        <pc:spChg chg="del mod">
          <ac:chgData name="RESEARCH CENTER VIAM" userId="be51958547f944e7" providerId="LiveId" clId="{836CA6AB-8B8A-4DDA-AD98-38AB0066C88A}" dt="2021-11-08T10:30:11.266" v="1854" actId="478"/>
          <ac:spMkLst>
            <pc:docMk/>
            <pc:sldMk cId="3570277324" sldId="277"/>
            <ac:spMk id="5" creationId="{00000000-0000-0000-0000-000000000000}"/>
          </ac:spMkLst>
        </pc:spChg>
        <pc:graphicFrameChg chg="del modGraphic">
          <ac:chgData name="RESEARCH CENTER VIAM" userId="be51958547f944e7" providerId="LiveId" clId="{836CA6AB-8B8A-4DDA-AD98-38AB0066C88A}" dt="2021-11-08T10:30:11.266" v="1854" actId="478"/>
          <ac:graphicFrameMkLst>
            <pc:docMk/>
            <pc:sldMk cId="3570277324" sldId="277"/>
            <ac:graphicFrameMk id="7" creationId="{62C885CD-6A8D-42A1-B8F9-C55F2496604E}"/>
          </ac:graphicFrameMkLst>
        </pc:graphicFrameChg>
        <pc:picChg chg="add">
          <ac:chgData name="RESEARCH CENTER VIAM" userId="be51958547f944e7" providerId="LiveId" clId="{836CA6AB-8B8A-4DDA-AD98-38AB0066C88A}" dt="2021-11-08T10:30:12.813" v="1855" actId="22"/>
          <ac:picMkLst>
            <pc:docMk/>
            <pc:sldMk cId="3570277324" sldId="277"/>
            <ac:picMk id="6" creationId="{6F3C6E81-72E0-4D16-86D5-9A22200BEAA8}"/>
          </ac:picMkLst>
        </pc:picChg>
      </pc:sldChg>
      <pc:sldChg chg="modSp mod">
        <pc:chgData name="RESEARCH CENTER VIAM" userId="be51958547f944e7" providerId="LiveId" clId="{836CA6AB-8B8A-4DDA-AD98-38AB0066C88A}" dt="2021-11-08T10:23:40.003" v="1780" actId="5793"/>
        <pc:sldMkLst>
          <pc:docMk/>
          <pc:sldMk cId="3297583279" sldId="279"/>
        </pc:sldMkLst>
        <pc:spChg chg="mod">
          <ac:chgData name="RESEARCH CENTER VIAM" userId="be51958547f944e7" providerId="LiveId" clId="{836CA6AB-8B8A-4DDA-AD98-38AB0066C88A}" dt="2021-11-08T10:23:40.003" v="1780" actId="5793"/>
          <ac:spMkLst>
            <pc:docMk/>
            <pc:sldMk cId="3297583279" sldId="279"/>
            <ac:spMk id="3" creationId="{00000000-0000-0000-0000-000000000000}"/>
          </ac:spMkLst>
        </pc:spChg>
      </pc:sldChg>
      <pc:sldChg chg="addSp delSp modSp mod">
        <pc:chgData name="RESEARCH CENTER VIAM" userId="be51958547f944e7" providerId="LiveId" clId="{836CA6AB-8B8A-4DDA-AD98-38AB0066C88A}" dt="2021-11-08T10:31:56.150" v="1868" actId="931"/>
        <pc:sldMkLst>
          <pc:docMk/>
          <pc:sldMk cId="2002666643" sldId="282"/>
        </pc:sldMkLst>
        <pc:spChg chg="add del mod">
          <ac:chgData name="RESEARCH CENTER VIAM" userId="be51958547f944e7" providerId="LiveId" clId="{836CA6AB-8B8A-4DDA-AD98-38AB0066C88A}" dt="2021-11-08T10:31:56.150" v="1868" actId="931"/>
          <ac:spMkLst>
            <pc:docMk/>
            <pc:sldMk cId="2002666643" sldId="282"/>
            <ac:spMk id="6" creationId="{259160BF-6FBF-40C9-B259-476385DDBB67}"/>
          </ac:spMkLst>
        </pc:spChg>
        <pc:picChg chg="add del mod">
          <ac:chgData name="RESEARCH CENTER VIAM" userId="be51958547f944e7" providerId="LiveId" clId="{836CA6AB-8B8A-4DDA-AD98-38AB0066C88A}" dt="2021-11-08T10:31:56.150" v="1868" actId="931"/>
          <ac:picMkLst>
            <pc:docMk/>
            <pc:sldMk cId="2002666643" sldId="282"/>
            <ac:picMk id="3" creationId="{39F87AE1-DF83-42EB-B012-2415A7CA68DA}"/>
          </ac:picMkLst>
        </pc:picChg>
      </pc:sldChg>
      <pc:sldChg chg="modSp mod">
        <pc:chgData name="RESEARCH CENTER VIAM" userId="be51958547f944e7" providerId="LiveId" clId="{836CA6AB-8B8A-4DDA-AD98-38AB0066C88A}" dt="2021-11-08T07:12:20.033" v="913" actId="12788"/>
        <pc:sldMkLst>
          <pc:docMk/>
          <pc:sldMk cId="3768123219" sldId="283"/>
        </pc:sldMkLst>
        <pc:spChg chg="mod">
          <ac:chgData name="RESEARCH CENTER VIAM" userId="be51958547f944e7" providerId="LiveId" clId="{836CA6AB-8B8A-4DDA-AD98-38AB0066C88A}" dt="2021-11-08T07:12:20.033" v="913" actId="12788"/>
          <ac:spMkLst>
            <pc:docMk/>
            <pc:sldMk cId="3768123219" sldId="283"/>
            <ac:spMk id="2" creationId="{00000000-0000-0000-0000-000000000000}"/>
          </ac:spMkLst>
        </pc:spChg>
      </pc:sldChg>
      <pc:sldChg chg="modSp mod">
        <pc:chgData name="RESEARCH CENTER VIAM" userId="be51958547f944e7" providerId="LiveId" clId="{836CA6AB-8B8A-4DDA-AD98-38AB0066C88A}" dt="2021-11-08T10:19:19.608" v="1689" actId="404"/>
        <pc:sldMkLst>
          <pc:docMk/>
          <pc:sldMk cId="2586360386" sldId="285"/>
        </pc:sldMkLst>
        <pc:spChg chg="mod">
          <ac:chgData name="RESEARCH CENTER VIAM" userId="be51958547f944e7" providerId="LiveId" clId="{836CA6AB-8B8A-4DDA-AD98-38AB0066C88A}" dt="2021-11-08T10:19:19.608" v="1689" actId="404"/>
          <ac:spMkLst>
            <pc:docMk/>
            <pc:sldMk cId="2586360386" sldId="285"/>
            <ac:spMk id="2" creationId="{00000000-0000-0000-0000-000000000000}"/>
          </ac:spMkLst>
        </pc:spChg>
      </pc:sldChg>
      <pc:sldChg chg="modSp mod">
        <pc:chgData name="RESEARCH CENTER VIAM" userId="be51958547f944e7" providerId="LiveId" clId="{836CA6AB-8B8A-4DDA-AD98-38AB0066C88A}" dt="2021-11-08T10:19:24.255" v="1691" actId="113"/>
        <pc:sldMkLst>
          <pc:docMk/>
          <pc:sldMk cId="3411423617" sldId="286"/>
        </pc:sldMkLst>
        <pc:spChg chg="mod">
          <ac:chgData name="RESEARCH CENTER VIAM" userId="be51958547f944e7" providerId="LiveId" clId="{836CA6AB-8B8A-4DDA-AD98-38AB0066C88A}" dt="2021-11-08T10:19:24.255" v="1691" actId="113"/>
          <ac:spMkLst>
            <pc:docMk/>
            <pc:sldMk cId="3411423617" sldId="286"/>
            <ac:spMk id="2" creationId="{00000000-0000-0000-0000-000000000000}"/>
          </ac:spMkLst>
        </pc:spChg>
      </pc:sldChg>
      <pc:sldChg chg="modSp mod">
        <pc:chgData name="RESEARCH CENTER VIAM" userId="be51958547f944e7" providerId="LiveId" clId="{836CA6AB-8B8A-4DDA-AD98-38AB0066C88A}" dt="2021-11-08T10:19:30.418" v="1693" actId="404"/>
        <pc:sldMkLst>
          <pc:docMk/>
          <pc:sldMk cId="2963105042" sldId="287"/>
        </pc:sldMkLst>
        <pc:spChg chg="mod">
          <ac:chgData name="RESEARCH CENTER VIAM" userId="be51958547f944e7" providerId="LiveId" clId="{836CA6AB-8B8A-4DDA-AD98-38AB0066C88A}" dt="2021-11-08T10:19:30.418" v="1693" actId="404"/>
          <ac:spMkLst>
            <pc:docMk/>
            <pc:sldMk cId="2963105042" sldId="287"/>
            <ac:spMk id="2" creationId="{00000000-0000-0000-0000-000000000000}"/>
          </ac:spMkLst>
        </pc:spChg>
      </pc:sldChg>
      <pc:sldChg chg="ord">
        <pc:chgData name="RESEARCH CENTER VIAM" userId="be51958547f944e7" providerId="LiveId" clId="{836CA6AB-8B8A-4DDA-AD98-38AB0066C88A}" dt="2021-11-08T09:35:53.121" v="1398"/>
        <pc:sldMkLst>
          <pc:docMk/>
          <pc:sldMk cId="1785490789" sldId="292"/>
        </pc:sldMkLst>
      </pc:sldChg>
      <pc:sldChg chg="ord">
        <pc:chgData name="RESEARCH CENTER VIAM" userId="be51958547f944e7" providerId="LiveId" clId="{836CA6AB-8B8A-4DDA-AD98-38AB0066C88A}" dt="2021-11-08T09:00:50.546" v="1136"/>
        <pc:sldMkLst>
          <pc:docMk/>
          <pc:sldMk cId="2437807743" sldId="293"/>
        </pc:sldMkLst>
      </pc:sldChg>
      <pc:sldChg chg="addSp delSp modSp add mod modNotesTx">
        <pc:chgData name="RESEARCH CENTER VIAM" userId="be51958547f944e7" providerId="LiveId" clId="{836CA6AB-8B8A-4DDA-AD98-38AB0066C88A}" dt="2021-11-08T09:09:37.832" v="1166" actId="478"/>
        <pc:sldMkLst>
          <pc:docMk/>
          <pc:sldMk cId="4048200360" sldId="294"/>
        </pc:sldMkLst>
        <pc:spChg chg="del">
          <ac:chgData name="RESEARCH CENTER VIAM" userId="be51958547f944e7" providerId="LiveId" clId="{836CA6AB-8B8A-4DDA-AD98-38AB0066C88A}" dt="2021-11-08T09:09:26.816" v="1161" actId="478"/>
          <ac:spMkLst>
            <pc:docMk/>
            <pc:sldMk cId="4048200360" sldId="294"/>
            <ac:spMk id="6" creationId="{58996879-8D48-440A-A350-26B63E855AF5}"/>
          </ac:spMkLst>
        </pc:spChg>
        <pc:spChg chg="add del mod">
          <ac:chgData name="RESEARCH CENTER VIAM" userId="be51958547f944e7" providerId="LiveId" clId="{836CA6AB-8B8A-4DDA-AD98-38AB0066C88A}" dt="2021-11-08T09:09:37.832" v="1166" actId="478"/>
          <ac:spMkLst>
            <pc:docMk/>
            <pc:sldMk cId="4048200360" sldId="294"/>
            <ac:spMk id="7" creationId="{77F2897D-1191-4639-BE25-74589E48DE37}"/>
          </ac:spMkLst>
        </pc:spChg>
        <pc:spChg chg="add del mod">
          <ac:chgData name="RESEARCH CENTER VIAM" userId="be51958547f944e7" providerId="LiveId" clId="{836CA6AB-8B8A-4DDA-AD98-38AB0066C88A}" dt="2021-11-08T09:09:28.691" v="1162" actId="478"/>
          <ac:spMkLst>
            <pc:docMk/>
            <pc:sldMk cId="4048200360" sldId="294"/>
            <ac:spMk id="13" creationId="{CCFC7A83-1D24-473E-B157-F4D0D28C5270}"/>
          </ac:spMkLst>
        </pc:spChg>
        <pc:grpChg chg="del mod topLvl">
          <ac:chgData name="RESEARCH CENTER VIAM" userId="be51958547f944e7" providerId="LiveId" clId="{836CA6AB-8B8A-4DDA-AD98-38AB0066C88A}" dt="2021-11-08T07:15:10.525" v="927" actId="165"/>
          <ac:grpSpMkLst>
            <pc:docMk/>
            <pc:sldMk cId="4048200360" sldId="294"/>
            <ac:grpSpMk id="10" creationId="{9422A058-3D2F-404C-9103-2E62C945AAC9}"/>
          </ac:grpSpMkLst>
        </pc:grpChg>
        <pc:grpChg chg="del">
          <ac:chgData name="RESEARCH CENTER VIAM" userId="be51958547f944e7" providerId="LiveId" clId="{836CA6AB-8B8A-4DDA-AD98-38AB0066C88A}" dt="2021-11-08T07:14:58.088" v="924" actId="165"/>
          <ac:grpSpMkLst>
            <pc:docMk/>
            <pc:sldMk cId="4048200360" sldId="294"/>
            <ac:grpSpMk id="20" creationId="{09980367-F369-4633-B5F6-4566ACDAF102}"/>
          </ac:grpSpMkLst>
        </pc:grpChg>
        <pc:graphicFrameChg chg="del mod topLvl">
          <ac:chgData name="RESEARCH CENTER VIAM" userId="be51958547f944e7" providerId="LiveId" clId="{836CA6AB-8B8A-4DDA-AD98-38AB0066C88A}" dt="2021-11-08T07:15:23.103" v="928" actId="478"/>
          <ac:graphicFrameMkLst>
            <pc:docMk/>
            <pc:sldMk cId="4048200360" sldId="294"/>
            <ac:graphicFrameMk id="9" creationId="{A34A203F-B520-4D36-9CD0-2116DEF7A36C}"/>
          </ac:graphicFrameMkLst>
        </pc:graphicFrameChg>
        <pc:picChg chg="add mod">
          <ac:chgData name="RESEARCH CENTER VIAM" userId="be51958547f944e7" providerId="LiveId" clId="{836CA6AB-8B8A-4DDA-AD98-38AB0066C88A}" dt="2021-11-08T09:09:31.441" v="1164" actId="1076"/>
          <ac:picMkLst>
            <pc:docMk/>
            <pc:sldMk cId="4048200360" sldId="294"/>
            <ac:picMk id="3" creationId="{1619C310-8869-433C-BA2B-B41619CDD59D}"/>
          </ac:picMkLst>
        </pc:picChg>
        <pc:picChg chg="add mod">
          <ac:chgData name="RESEARCH CENTER VIAM" userId="be51958547f944e7" providerId="LiveId" clId="{836CA6AB-8B8A-4DDA-AD98-38AB0066C88A}" dt="2021-11-08T09:09:35.863" v="1165" actId="1076"/>
          <ac:picMkLst>
            <pc:docMk/>
            <pc:sldMk cId="4048200360" sldId="294"/>
            <ac:picMk id="5" creationId="{83D5844D-7746-44CC-BDF2-FF2E7E560979}"/>
          </ac:picMkLst>
        </pc:picChg>
        <pc:picChg chg="del mod topLvl">
          <ac:chgData name="RESEARCH CENTER VIAM" userId="be51958547f944e7" providerId="LiveId" clId="{836CA6AB-8B8A-4DDA-AD98-38AB0066C88A}" dt="2021-11-08T07:15:24.713" v="931" actId="478"/>
          <ac:picMkLst>
            <pc:docMk/>
            <pc:sldMk cId="4048200360" sldId="294"/>
            <ac:picMk id="8" creationId="{988D49BF-F34B-49A8-AD7D-602A6129B4FB}"/>
          </ac:picMkLst>
        </pc:picChg>
        <pc:picChg chg="del mod topLvl">
          <ac:chgData name="RESEARCH CENTER VIAM" userId="be51958547f944e7" providerId="LiveId" clId="{836CA6AB-8B8A-4DDA-AD98-38AB0066C88A}" dt="2021-11-08T07:15:24.041" v="930" actId="478"/>
          <ac:picMkLst>
            <pc:docMk/>
            <pc:sldMk cId="4048200360" sldId="294"/>
            <ac:picMk id="1026" creationId="{BEC535F1-43A6-4271-BF93-EB9C810C5736}"/>
          </ac:picMkLst>
        </pc:picChg>
        <pc:picChg chg="add mod">
          <ac:chgData name="RESEARCH CENTER VIAM" userId="be51958547f944e7" providerId="LiveId" clId="{836CA6AB-8B8A-4DDA-AD98-38AB0066C88A}" dt="2021-11-08T08:18:04.726" v="965" actId="1076"/>
          <ac:picMkLst>
            <pc:docMk/>
            <pc:sldMk cId="4048200360" sldId="294"/>
            <ac:picMk id="2050" creationId="{38F30DE4-6780-4635-B4AA-18ED9D52E733}"/>
          </ac:picMkLst>
        </pc:picChg>
        <pc:picChg chg="add mod">
          <ac:chgData name="RESEARCH CENTER VIAM" userId="be51958547f944e7" providerId="LiveId" clId="{836CA6AB-8B8A-4DDA-AD98-38AB0066C88A}" dt="2021-11-08T09:09:30.254" v="1163" actId="1076"/>
          <ac:picMkLst>
            <pc:docMk/>
            <pc:sldMk cId="4048200360" sldId="294"/>
            <ac:picMk id="2052" creationId="{0CCED0A3-E7E2-4627-9D95-8D8E7D2FFC55}"/>
          </ac:picMkLst>
        </pc:picChg>
        <pc:cxnChg chg="del mod topLvl">
          <ac:chgData name="RESEARCH CENTER VIAM" userId="be51958547f944e7" providerId="LiveId" clId="{836CA6AB-8B8A-4DDA-AD98-38AB0066C88A}" dt="2021-11-08T07:15:03.947" v="925" actId="478"/>
          <ac:cxnSpMkLst>
            <pc:docMk/>
            <pc:sldMk cId="4048200360" sldId="294"/>
            <ac:cxnSpMk id="12" creationId="{235ED582-8D1B-4A73-954F-7B5014C1704D}"/>
          </ac:cxnSpMkLst>
        </pc:cxnChg>
        <pc:cxnChg chg="del mod topLvl">
          <ac:chgData name="RESEARCH CENTER VIAM" userId="be51958547f944e7" providerId="LiveId" clId="{836CA6AB-8B8A-4DDA-AD98-38AB0066C88A}" dt="2021-11-08T07:15:03.947" v="925" actId="478"/>
          <ac:cxnSpMkLst>
            <pc:docMk/>
            <pc:sldMk cId="4048200360" sldId="294"/>
            <ac:cxnSpMk id="16" creationId="{258EC612-058A-4384-936B-9C8CE1AEF54B}"/>
          </ac:cxnSpMkLst>
        </pc:cxnChg>
      </pc:sldChg>
      <pc:sldChg chg="modSp mod setBg">
        <pc:chgData name="RESEARCH CENTER VIAM" userId="be51958547f944e7" providerId="LiveId" clId="{836CA6AB-8B8A-4DDA-AD98-38AB0066C88A}" dt="2021-11-08T10:16:42.394" v="1681" actId="12788"/>
        <pc:sldMkLst>
          <pc:docMk/>
          <pc:sldMk cId="2433624919" sldId="295"/>
        </pc:sldMkLst>
        <pc:picChg chg="mod">
          <ac:chgData name="RESEARCH CENTER VIAM" userId="be51958547f944e7" providerId="LiveId" clId="{836CA6AB-8B8A-4DDA-AD98-38AB0066C88A}" dt="2021-11-08T10:16:42.394" v="1681" actId="12788"/>
          <ac:picMkLst>
            <pc:docMk/>
            <pc:sldMk cId="2433624919" sldId="295"/>
            <ac:picMk id="4" creationId="{D0614E4A-FEF3-4243-976C-E54BB8B3D659}"/>
          </ac:picMkLst>
        </pc:picChg>
      </pc:sldChg>
      <pc:sldChg chg="modSp add del mod">
        <pc:chgData name="RESEARCH CENTER VIAM" userId="be51958547f944e7" providerId="LiveId" clId="{836CA6AB-8B8A-4DDA-AD98-38AB0066C88A}" dt="2021-11-08T08:56:06.427" v="1087" actId="47"/>
        <pc:sldMkLst>
          <pc:docMk/>
          <pc:sldMk cId="266812538" sldId="296"/>
        </pc:sldMkLst>
        <pc:spChg chg="mod">
          <ac:chgData name="RESEARCH CENTER VIAM" userId="be51958547f944e7" providerId="LiveId" clId="{836CA6AB-8B8A-4DDA-AD98-38AB0066C88A}" dt="2021-11-08T08:52:35.683" v="1038" actId="1076"/>
          <ac:spMkLst>
            <pc:docMk/>
            <pc:sldMk cId="266812538" sldId="296"/>
            <ac:spMk id="9" creationId="{8CA230C6-FD53-4E94-B846-CB9F8B994E0B}"/>
          </ac:spMkLst>
        </pc:spChg>
      </pc:sldChg>
      <pc:sldChg chg="addSp delSp modSp new mod modNotesTx">
        <pc:chgData name="RESEARCH CENTER VIAM" userId="be51958547f944e7" providerId="LiveId" clId="{836CA6AB-8B8A-4DDA-AD98-38AB0066C88A}" dt="2021-11-08T08:56:01.303" v="1086" actId="1076"/>
        <pc:sldMkLst>
          <pc:docMk/>
          <pc:sldMk cId="2747114160" sldId="297"/>
        </pc:sldMkLst>
        <pc:spChg chg="mod">
          <ac:chgData name="RESEARCH CENTER VIAM" userId="be51958547f944e7" providerId="LiveId" clId="{836CA6AB-8B8A-4DDA-AD98-38AB0066C88A}" dt="2021-11-08T08:35:06.890" v="1001" actId="404"/>
          <ac:spMkLst>
            <pc:docMk/>
            <pc:sldMk cId="2747114160" sldId="297"/>
            <ac:spMk id="2" creationId="{8DE278C4-2ED9-4BE5-8EA8-2CD99F2669AD}"/>
          </ac:spMkLst>
        </pc:spChg>
        <pc:spChg chg="del">
          <ac:chgData name="RESEARCH CENTER VIAM" userId="be51958547f944e7" providerId="LiveId" clId="{836CA6AB-8B8A-4DDA-AD98-38AB0066C88A}" dt="2021-11-08T08:35:09.760" v="1002" actId="478"/>
          <ac:spMkLst>
            <pc:docMk/>
            <pc:sldMk cId="2747114160" sldId="297"/>
            <ac:spMk id="3" creationId="{485BC2A9-31B3-49BE-BA2E-2A611F96E977}"/>
          </ac:spMkLst>
        </pc:spChg>
        <pc:spChg chg="add mod">
          <ac:chgData name="RESEARCH CENTER VIAM" userId="be51958547f944e7" providerId="LiveId" clId="{836CA6AB-8B8A-4DDA-AD98-38AB0066C88A}" dt="2021-11-08T08:54:10.482" v="1062" actId="1035"/>
          <ac:spMkLst>
            <pc:docMk/>
            <pc:sldMk cId="2747114160" sldId="297"/>
            <ac:spMk id="10" creationId="{AC13E90B-9689-4668-8B7D-A7D62B6876DA}"/>
          </ac:spMkLst>
        </pc:spChg>
        <pc:spChg chg="add del">
          <ac:chgData name="RESEARCH CENTER VIAM" userId="be51958547f944e7" providerId="LiveId" clId="{836CA6AB-8B8A-4DDA-AD98-38AB0066C88A}" dt="2021-11-08T08:54:27.810" v="1066" actId="22"/>
          <ac:spMkLst>
            <pc:docMk/>
            <pc:sldMk cId="2747114160" sldId="297"/>
            <ac:spMk id="12" creationId="{E149F12E-FBC9-4736-8A03-B21C174C7A58}"/>
          </ac:spMkLst>
        </pc:spChg>
        <pc:spChg chg="add mod">
          <ac:chgData name="RESEARCH CENTER VIAM" userId="be51958547f944e7" providerId="LiveId" clId="{836CA6AB-8B8A-4DDA-AD98-38AB0066C88A}" dt="2021-11-08T08:54:36.278" v="1071" actId="1076"/>
          <ac:spMkLst>
            <pc:docMk/>
            <pc:sldMk cId="2747114160" sldId="297"/>
            <ac:spMk id="14" creationId="{BB2BCAE9-9151-445A-8BB0-15BD3D93A65B}"/>
          </ac:spMkLst>
        </pc:spChg>
        <pc:spChg chg="add del mod">
          <ac:chgData name="RESEARCH CENTER VIAM" userId="be51958547f944e7" providerId="LiveId" clId="{836CA6AB-8B8A-4DDA-AD98-38AB0066C88A}" dt="2021-11-08T08:55:43.865" v="1077" actId="478"/>
          <ac:spMkLst>
            <pc:docMk/>
            <pc:sldMk cId="2747114160" sldId="297"/>
            <ac:spMk id="15" creationId="{990B5EE5-0F6F-4AFC-8E1F-56080534CEF5}"/>
          </ac:spMkLst>
        </pc:spChg>
        <pc:spChg chg="add mod">
          <ac:chgData name="RESEARCH CENTER VIAM" userId="be51958547f944e7" providerId="LiveId" clId="{836CA6AB-8B8A-4DDA-AD98-38AB0066C88A}" dt="2021-11-08T08:56:01.303" v="1086" actId="1076"/>
          <ac:spMkLst>
            <pc:docMk/>
            <pc:sldMk cId="2747114160" sldId="297"/>
            <ac:spMk id="17" creationId="{30C822F3-FDD0-40B1-98AE-A06E35492F7D}"/>
          </ac:spMkLst>
        </pc:spChg>
        <pc:picChg chg="add del">
          <ac:chgData name="RESEARCH CENTER VIAM" userId="be51958547f944e7" providerId="LiveId" clId="{836CA6AB-8B8A-4DDA-AD98-38AB0066C88A}" dt="2021-11-08T08:48:17.080" v="1008"/>
          <ac:picMkLst>
            <pc:docMk/>
            <pc:sldMk cId="2747114160" sldId="297"/>
            <ac:picMk id="4" creationId="{6284473B-8A9B-441A-892F-3EFDAEA11020}"/>
          </ac:picMkLst>
        </pc:picChg>
        <pc:picChg chg="add mod modCrop">
          <ac:chgData name="RESEARCH CENTER VIAM" userId="be51958547f944e7" providerId="LiveId" clId="{836CA6AB-8B8A-4DDA-AD98-38AB0066C88A}" dt="2021-11-08T08:54:19.341" v="1064" actId="1076"/>
          <ac:picMkLst>
            <pc:docMk/>
            <pc:sldMk cId="2747114160" sldId="297"/>
            <ac:picMk id="6" creationId="{B67D9C78-0FF2-40A8-A595-74C1E3CEC047}"/>
          </ac:picMkLst>
        </pc:picChg>
        <pc:picChg chg="add mod modCrop">
          <ac:chgData name="RESEARCH CENTER VIAM" userId="be51958547f944e7" providerId="LiveId" clId="{836CA6AB-8B8A-4DDA-AD98-38AB0066C88A}" dt="2021-11-08T08:54:14.576" v="1063" actId="1076"/>
          <ac:picMkLst>
            <pc:docMk/>
            <pc:sldMk cId="2747114160" sldId="297"/>
            <ac:picMk id="8" creationId="{C22FBAF3-B4D4-4301-B871-4C4CD3472740}"/>
          </ac:picMkLst>
        </pc:picChg>
      </pc:sldChg>
      <pc:sldChg chg="modSp mod">
        <pc:chgData name="RESEARCH CENTER VIAM" userId="be51958547f944e7" providerId="LiveId" clId="{836CA6AB-8B8A-4DDA-AD98-38AB0066C88A}" dt="2021-11-08T10:18:49.207" v="1683" actId="13926"/>
        <pc:sldMkLst>
          <pc:docMk/>
          <pc:sldMk cId="3433196534" sldId="298"/>
        </pc:sldMkLst>
        <pc:spChg chg="mod">
          <ac:chgData name="RESEARCH CENTER VIAM" userId="be51958547f944e7" providerId="LiveId" clId="{836CA6AB-8B8A-4DDA-AD98-38AB0066C88A}" dt="2021-11-08T10:18:49.207" v="1683" actId="13926"/>
          <ac:spMkLst>
            <pc:docMk/>
            <pc:sldMk cId="3433196534" sldId="298"/>
            <ac:spMk id="4" creationId="{69E3C306-AFF6-480B-8FE9-AFEB34FE9271}"/>
          </ac:spMkLst>
        </pc:spChg>
      </pc:sldChg>
      <pc:sldChg chg="addSp delSp modSp new mod modClrScheme chgLayout">
        <pc:chgData name="RESEARCH CENTER VIAM" userId="be51958547f944e7" providerId="LiveId" clId="{836CA6AB-8B8A-4DDA-AD98-38AB0066C88A}" dt="2021-11-08T09:00:32.671" v="1134" actId="478"/>
        <pc:sldMkLst>
          <pc:docMk/>
          <pc:sldMk cId="2068070440" sldId="299"/>
        </pc:sldMkLst>
        <pc:spChg chg="del mod">
          <ac:chgData name="RESEARCH CENTER VIAM" userId="be51958547f944e7" providerId="LiveId" clId="{836CA6AB-8B8A-4DDA-AD98-38AB0066C88A}" dt="2021-11-08T08:58:47.549" v="1096" actId="478"/>
          <ac:spMkLst>
            <pc:docMk/>
            <pc:sldMk cId="2068070440" sldId="299"/>
            <ac:spMk id="2" creationId="{4879A863-9182-4DAA-A954-2F0031331793}"/>
          </ac:spMkLst>
        </pc:spChg>
        <pc:spChg chg="del">
          <ac:chgData name="RESEARCH CENTER VIAM" userId="be51958547f944e7" providerId="LiveId" clId="{836CA6AB-8B8A-4DDA-AD98-38AB0066C88A}" dt="2021-11-08T08:58:35.689" v="1089" actId="478"/>
          <ac:spMkLst>
            <pc:docMk/>
            <pc:sldMk cId="2068070440" sldId="299"/>
            <ac:spMk id="3" creationId="{8AC92A16-738F-4512-9D35-DFFF8429800D}"/>
          </ac:spMkLst>
        </pc:spChg>
        <pc:spChg chg="add del mod">
          <ac:chgData name="RESEARCH CENTER VIAM" userId="be51958547f944e7" providerId="LiveId" clId="{836CA6AB-8B8A-4DDA-AD98-38AB0066C88A}" dt="2021-11-08T08:58:45.674" v="1095"/>
          <ac:spMkLst>
            <pc:docMk/>
            <pc:sldMk cId="2068070440" sldId="299"/>
            <ac:spMk id="4" creationId="{B7B4C6B0-796A-49E0-86ED-9A3F082E4DD3}"/>
          </ac:spMkLst>
        </pc:spChg>
        <pc:spChg chg="add del mod">
          <ac:chgData name="RESEARCH CENTER VIAM" userId="be51958547f944e7" providerId="LiveId" clId="{836CA6AB-8B8A-4DDA-AD98-38AB0066C88A}" dt="2021-11-08T08:58:50.330" v="1098" actId="478"/>
          <ac:spMkLst>
            <pc:docMk/>
            <pc:sldMk cId="2068070440" sldId="299"/>
            <ac:spMk id="6" creationId="{D42741AE-01E6-4B3A-88EA-EB4E50ABF021}"/>
          </ac:spMkLst>
        </pc:spChg>
        <pc:spChg chg="add mod">
          <ac:chgData name="RESEARCH CENTER VIAM" userId="be51958547f944e7" providerId="LiveId" clId="{836CA6AB-8B8A-4DDA-AD98-38AB0066C88A}" dt="2021-11-08T08:59:05.579" v="1099" actId="26606"/>
          <ac:spMkLst>
            <pc:docMk/>
            <pc:sldMk cId="2068070440" sldId="299"/>
            <ac:spMk id="7" creationId="{F4800535-7F9E-4E19-8F4F-9C3E5AB9E018}"/>
          </ac:spMkLst>
        </pc:spChg>
        <pc:spChg chg="add del mod">
          <ac:chgData name="RESEARCH CENTER VIAM" userId="be51958547f944e7" providerId="LiveId" clId="{836CA6AB-8B8A-4DDA-AD98-38AB0066C88A}" dt="2021-11-08T09:00:32.671" v="1134" actId="478"/>
          <ac:spMkLst>
            <pc:docMk/>
            <pc:sldMk cId="2068070440" sldId="299"/>
            <ac:spMk id="12" creationId="{7DE137E1-5903-4D25-98E0-7139F05A8BA7}"/>
          </ac:spMkLst>
        </pc:spChg>
      </pc:sldChg>
      <pc:sldChg chg="delSp modSp add mod">
        <pc:chgData name="RESEARCH CENTER VIAM" userId="be51958547f944e7" providerId="LiveId" clId="{836CA6AB-8B8A-4DDA-AD98-38AB0066C88A}" dt="2021-11-08T09:00:29.218" v="1133" actId="478"/>
        <pc:sldMkLst>
          <pc:docMk/>
          <pc:sldMk cId="990012153" sldId="300"/>
        </pc:sldMkLst>
        <pc:spChg chg="mod">
          <ac:chgData name="RESEARCH CENTER VIAM" userId="be51958547f944e7" providerId="LiveId" clId="{836CA6AB-8B8A-4DDA-AD98-38AB0066C88A}" dt="2021-11-08T08:59:25.141" v="1132" actId="2711"/>
          <ac:spMkLst>
            <pc:docMk/>
            <pc:sldMk cId="990012153" sldId="300"/>
            <ac:spMk id="7" creationId="{F4800535-7F9E-4E19-8F4F-9C3E5AB9E018}"/>
          </ac:spMkLst>
        </pc:spChg>
        <pc:spChg chg="del">
          <ac:chgData name="RESEARCH CENTER VIAM" userId="be51958547f944e7" providerId="LiveId" clId="{836CA6AB-8B8A-4DDA-AD98-38AB0066C88A}" dt="2021-11-08T09:00:29.218" v="1133" actId="478"/>
          <ac:spMkLst>
            <pc:docMk/>
            <pc:sldMk cId="990012153" sldId="300"/>
            <ac:spMk id="12" creationId="{7DE137E1-5903-4D25-98E0-7139F05A8BA7}"/>
          </ac:spMkLst>
        </pc:spChg>
      </pc:sldChg>
      <pc:sldChg chg="addSp delSp modSp mod">
        <pc:chgData name="RESEARCH CENTER VIAM" userId="be51958547f944e7" providerId="LiveId" clId="{836CA6AB-8B8A-4DDA-AD98-38AB0066C88A}" dt="2021-11-08T10:30:35.497" v="1858" actId="22"/>
        <pc:sldMkLst>
          <pc:docMk/>
          <pc:sldMk cId="926561890" sldId="303"/>
        </pc:sldMkLst>
        <pc:spChg chg="add del">
          <ac:chgData name="RESEARCH CENTER VIAM" userId="be51958547f944e7" providerId="LiveId" clId="{836CA6AB-8B8A-4DDA-AD98-38AB0066C88A}" dt="2021-11-08T10:30:33.192" v="1856" actId="478"/>
          <ac:spMkLst>
            <pc:docMk/>
            <pc:sldMk cId="926561890" sldId="303"/>
            <ac:spMk id="3" creationId="{00000000-0000-0000-0000-000000000000}"/>
          </ac:spMkLst>
        </pc:spChg>
        <pc:spChg chg="add del mod">
          <ac:chgData name="RESEARCH CENTER VIAM" userId="be51958547f944e7" providerId="LiveId" clId="{836CA6AB-8B8A-4DDA-AD98-38AB0066C88A}" dt="2021-11-08T10:30:07.662" v="1853" actId="478"/>
          <ac:spMkLst>
            <pc:docMk/>
            <pc:sldMk cId="926561890" sldId="303"/>
            <ac:spMk id="5" creationId="{7FC3E2A7-74D6-4B90-B2CF-D6659FD8D5EE}"/>
          </ac:spMkLst>
        </pc:spChg>
        <pc:spChg chg="add del mod">
          <ac:chgData name="RESEARCH CENTER VIAM" userId="be51958547f944e7" providerId="LiveId" clId="{836CA6AB-8B8A-4DDA-AD98-38AB0066C88A}" dt="2021-11-08T10:30:34.744" v="1857" actId="478"/>
          <ac:spMkLst>
            <pc:docMk/>
            <pc:sldMk cId="926561890" sldId="303"/>
            <ac:spMk id="7" creationId="{612A50F5-8526-4A5C-A36C-A5EC5305815D}"/>
          </ac:spMkLst>
        </pc:spChg>
        <pc:graphicFrameChg chg="del mod modGraphic">
          <ac:chgData name="RESEARCH CENTER VIAM" userId="be51958547f944e7" providerId="LiveId" clId="{836CA6AB-8B8A-4DDA-AD98-38AB0066C88A}" dt="2021-11-08T10:28:10.568" v="1831" actId="478"/>
          <ac:graphicFrameMkLst>
            <pc:docMk/>
            <pc:sldMk cId="926561890" sldId="303"/>
            <ac:graphicFrameMk id="2" creationId="{F4D14524-C763-4970-9F8A-EDF5A6EA84FE}"/>
          </ac:graphicFrameMkLst>
        </pc:graphicFrameChg>
        <pc:picChg chg="add">
          <ac:chgData name="RESEARCH CENTER VIAM" userId="be51958547f944e7" providerId="LiveId" clId="{836CA6AB-8B8A-4DDA-AD98-38AB0066C88A}" dt="2021-11-08T10:30:35.497" v="1858" actId="22"/>
          <ac:picMkLst>
            <pc:docMk/>
            <pc:sldMk cId="926561890" sldId="303"/>
            <ac:picMk id="9" creationId="{6B740D49-6CB9-49C7-BBD9-1E32A7DDEE50}"/>
          </ac:picMkLst>
        </pc:picChg>
      </pc:sldChg>
      <pc:sldChg chg="addSp delSp modSp mod">
        <pc:chgData name="RESEARCH CENTER VIAM" userId="be51958547f944e7" providerId="LiveId" clId="{836CA6AB-8B8A-4DDA-AD98-38AB0066C88A}" dt="2021-11-08T10:31:17.038" v="1863" actId="14100"/>
        <pc:sldMkLst>
          <pc:docMk/>
          <pc:sldMk cId="1202297637" sldId="306"/>
        </pc:sldMkLst>
        <pc:spChg chg="del mod">
          <ac:chgData name="RESEARCH CENTER VIAM" userId="be51958547f944e7" providerId="LiveId" clId="{836CA6AB-8B8A-4DDA-AD98-38AB0066C88A}" dt="2021-11-08T10:31:10.090" v="1860" actId="478"/>
          <ac:spMkLst>
            <pc:docMk/>
            <pc:sldMk cId="1202297637" sldId="306"/>
            <ac:spMk id="3" creationId="{00000000-0000-0000-0000-000000000000}"/>
          </ac:spMkLst>
        </pc:spChg>
        <pc:spChg chg="add del mod">
          <ac:chgData name="RESEARCH CENTER VIAM" userId="be51958547f944e7" providerId="LiveId" clId="{836CA6AB-8B8A-4DDA-AD98-38AB0066C88A}" dt="2021-11-08T10:31:12.851" v="1861" actId="478"/>
          <ac:spMkLst>
            <pc:docMk/>
            <pc:sldMk cId="1202297637" sldId="306"/>
            <ac:spMk id="5" creationId="{9B1F1A70-E8E1-4F24-8DDD-DB8002A449D3}"/>
          </ac:spMkLst>
        </pc:spChg>
        <pc:graphicFrameChg chg="del">
          <ac:chgData name="RESEARCH CENTER VIAM" userId="be51958547f944e7" providerId="LiveId" clId="{836CA6AB-8B8A-4DDA-AD98-38AB0066C88A}" dt="2021-11-08T10:31:12.851" v="1861" actId="478"/>
          <ac:graphicFrameMkLst>
            <pc:docMk/>
            <pc:sldMk cId="1202297637" sldId="306"/>
            <ac:graphicFrameMk id="2" creationId="{C7BC4D55-CB78-4F7B-ADAA-AD8B590A4527}"/>
          </ac:graphicFrameMkLst>
        </pc:graphicFrameChg>
        <pc:picChg chg="add mod">
          <ac:chgData name="RESEARCH CENTER VIAM" userId="be51958547f944e7" providerId="LiveId" clId="{836CA6AB-8B8A-4DDA-AD98-38AB0066C88A}" dt="2021-11-08T10:31:17.038" v="1863" actId="14100"/>
          <ac:picMkLst>
            <pc:docMk/>
            <pc:sldMk cId="1202297637" sldId="306"/>
            <ac:picMk id="7" creationId="{6670E54C-9DFE-417B-A23B-7DE2F03E5DF4}"/>
          </ac:picMkLst>
        </pc:picChg>
      </pc:sldChg>
      <pc:sldChg chg="add del">
        <pc:chgData name="RESEARCH CENTER VIAM" userId="be51958547f944e7" providerId="LiveId" clId="{836CA6AB-8B8A-4DDA-AD98-38AB0066C88A}" dt="2021-11-08T10:12:48.996" v="1665" actId="47"/>
        <pc:sldMkLst>
          <pc:docMk/>
          <pc:sldMk cId="2251906505" sldId="307"/>
        </pc:sldMkLst>
      </pc:sldChg>
      <pc:sldChg chg="addSp delSp modSp new mod modClrScheme chgLayout">
        <pc:chgData name="RESEARCH CENTER VIAM" userId="be51958547f944e7" providerId="LiveId" clId="{836CA6AB-8B8A-4DDA-AD98-38AB0066C88A}" dt="2021-11-08T10:21:34.415" v="1733" actId="2711"/>
        <pc:sldMkLst>
          <pc:docMk/>
          <pc:sldMk cId="4259792372" sldId="307"/>
        </pc:sldMkLst>
        <pc:spChg chg="mod">
          <ac:chgData name="RESEARCH CENTER VIAM" userId="be51958547f944e7" providerId="LiveId" clId="{836CA6AB-8B8A-4DDA-AD98-38AB0066C88A}" dt="2021-11-08T10:21:34.415" v="1733" actId="2711"/>
          <ac:spMkLst>
            <pc:docMk/>
            <pc:sldMk cId="4259792372" sldId="307"/>
            <ac:spMk id="2" creationId="{E68E0C67-2D4B-416C-9342-4FE018797BCC}"/>
          </ac:spMkLst>
        </pc:spChg>
        <pc:spChg chg="del">
          <ac:chgData name="RESEARCH CENTER VIAM" userId="be51958547f944e7" providerId="LiveId" clId="{836CA6AB-8B8A-4DDA-AD98-38AB0066C88A}" dt="2021-11-08T10:21:02.347" v="1731" actId="478"/>
          <ac:spMkLst>
            <pc:docMk/>
            <pc:sldMk cId="4259792372" sldId="307"/>
            <ac:spMk id="3" creationId="{0FF57E56-F432-4F9D-8729-AEBF4D76FD7A}"/>
          </ac:spMkLst>
        </pc:spChg>
        <pc:spChg chg="add mod">
          <ac:chgData name="RESEARCH CENTER VIAM" userId="be51958547f944e7" providerId="LiveId" clId="{836CA6AB-8B8A-4DDA-AD98-38AB0066C88A}" dt="2021-11-08T10:21:12.289" v="1732" actId="26606"/>
          <ac:spMkLst>
            <pc:docMk/>
            <pc:sldMk cId="4259792372" sldId="307"/>
            <ac:spMk id="7" creationId="{2F4AE9F2-7F43-41CC-8753-CA9B311DB7C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4E38BF-CE87-45BE-A693-64AE9C313D22}"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US"/>
        </a:p>
      </dgm:t>
    </dgm:pt>
    <dgm:pt modelId="{E412A91C-C505-45EB-B47E-696F0CC33912}">
      <dgm:prSet phldrT="[Text]"/>
      <dgm:spPr/>
      <dgm:t>
        <a:bodyPr/>
        <a:lstStyle/>
        <a:p>
          <a:r>
            <a:rPr lang="en-US" b="1" dirty="0"/>
            <a:t>Khía cạnh đạo đức của nghiên cứu</a:t>
          </a:r>
        </a:p>
      </dgm:t>
    </dgm:pt>
    <dgm:pt modelId="{E8728298-1C8C-43B5-BD38-37673DE7E516}" type="parTrans" cxnId="{52D23FCE-17BF-4D69-AB21-737A41E0004A}">
      <dgm:prSet/>
      <dgm:spPr/>
      <dgm:t>
        <a:bodyPr/>
        <a:lstStyle/>
        <a:p>
          <a:endParaRPr lang="en-US" b="1"/>
        </a:p>
      </dgm:t>
    </dgm:pt>
    <dgm:pt modelId="{2B6AC7F8-2AFC-4884-9112-EC4516AFC241}" type="sibTrans" cxnId="{52D23FCE-17BF-4D69-AB21-737A41E0004A}">
      <dgm:prSet/>
      <dgm:spPr/>
      <dgm:t>
        <a:bodyPr/>
        <a:lstStyle/>
        <a:p>
          <a:endParaRPr lang="en-US" b="1"/>
        </a:p>
      </dgm:t>
    </dgm:pt>
    <dgm:pt modelId="{57B4C58B-95DD-49EB-8302-248563E45162}">
      <dgm:prSet phldrT="[Text]"/>
      <dgm:spPr/>
      <dgm:t>
        <a:bodyPr/>
        <a:lstStyle/>
        <a:p>
          <a:r>
            <a:rPr lang="en-US" b="1" dirty="0"/>
            <a:t>Bảo vệ đối tượng nghiên cứu</a:t>
          </a:r>
        </a:p>
      </dgm:t>
    </dgm:pt>
    <dgm:pt modelId="{B712BC00-AAAE-4F1D-ADD1-AD112C61A631}" type="parTrans" cxnId="{D645FF54-8254-40BC-AB36-3404EA3DDC21}">
      <dgm:prSet/>
      <dgm:spPr/>
      <dgm:t>
        <a:bodyPr/>
        <a:lstStyle/>
        <a:p>
          <a:endParaRPr lang="en-US" b="1"/>
        </a:p>
      </dgm:t>
    </dgm:pt>
    <dgm:pt modelId="{73979D2C-6BC1-40C5-9561-5BE51B792075}" type="sibTrans" cxnId="{D645FF54-8254-40BC-AB36-3404EA3DDC21}">
      <dgm:prSet/>
      <dgm:spPr/>
      <dgm:t>
        <a:bodyPr/>
        <a:lstStyle/>
        <a:p>
          <a:endParaRPr lang="en-US" b="1"/>
        </a:p>
      </dgm:t>
    </dgm:pt>
    <dgm:pt modelId="{09D3CDE9-392F-40C9-BCDA-374A60A49F27}">
      <dgm:prSet phldrT="[Text]"/>
      <dgm:spPr/>
      <dgm:t>
        <a:bodyPr/>
        <a:lstStyle/>
        <a:p>
          <a:r>
            <a:rPr lang="en-US" b="1" dirty="0"/>
            <a:t>Quyền lợi và nghĩa vụ của đối tượng nghiên cứu</a:t>
          </a:r>
        </a:p>
      </dgm:t>
    </dgm:pt>
    <dgm:pt modelId="{F63EC738-4E77-4BE8-93BE-C0046BF262C8}" type="parTrans" cxnId="{898250BE-A019-4734-90ED-6EB7E11EBF1B}">
      <dgm:prSet/>
      <dgm:spPr/>
      <dgm:t>
        <a:bodyPr/>
        <a:lstStyle/>
        <a:p>
          <a:endParaRPr lang="en-US" b="1"/>
        </a:p>
      </dgm:t>
    </dgm:pt>
    <dgm:pt modelId="{09E9FBAE-7C8B-4996-BB7E-43A0E7BD21ED}" type="sibTrans" cxnId="{898250BE-A019-4734-90ED-6EB7E11EBF1B}">
      <dgm:prSet/>
      <dgm:spPr/>
      <dgm:t>
        <a:bodyPr/>
        <a:lstStyle/>
        <a:p>
          <a:endParaRPr lang="en-US" b="1"/>
        </a:p>
      </dgm:t>
    </dgm:pt>
    <dgm:pt modelId="{FD9EC8BE-44FF-41EC-94BD-CCF2469F5CE6}">
      <dgm:prSet phldrT="[Text]"/>
      <dgm:spPr/>
      <dgm:t>
        <a:bodyPr/>
        <a:lstStyle/>
        <a:p>
          <a:r>
            <a:rPr lang="en-US" b="1" dirty="0"/>
            <a:t>Thỏa thuận và cam kết của đối tượng nghiên cứu</a:t>
          </a:r>
        </a:p>
      </dgm:t>
    </dgm:pt>
    <dgm:pt modelId="{9000BC1E-75A4-469A-BDB5-E471C9F85276}" type="parTrans" cxnId="{9ADD4280-1F5A-414A-AC66-E3F44BF450DC}">
      <dgm:prSet/>
      <dgm:spPr/>
      <dgm:t>
        <a:bodyPr/>
        <a:lstStyle/>
        <a:p>
          <a:endParaRPr lang="en-US" b="1"/>
        </a:p>
      </dgm:t>
    </dgm:pt>
    <dgm:pt modelId="{405D60A5-211D-4A87-A8DE-840C43AD1927}" type="sibTrans" cxnId="{9ADD4280-1F5A-414A-AC66-E3F44BF450DC}">
      <dgm:prSet/>
      <dgm:spPr/>
      <dgm:t>
        <a:bodyPr/>
        <a:lstStyle/>
        <a:p>
          <a:endParaRPr lang="en-US" b="1"/>
        </a:p>
      </dgm:t>
    </dgm:pt>
    <dgm:pt modelId="{1958B053-ED62-492E-814D-DFDE7A31515C}" type="pres">
      <dgm:prSet presAssocID="{C34E38BF-CE87-45BE-A693-64AE9C313D22}" presName="Name0" presStyleCnt="0">
        <dgm:presLayoutVars>
          <dgm:chMax val="7"/>
          <dgm:chPref val="7"/>
          <dgm:dir/>
        </dgm:presLayoutVars>
      </dgm:prSet>
      <dgm:spPr/>
    </dgm:pt>
    <dgm:pt modelId="{6C5FC98E-2AA2-49C7-B951-ADFAB74164CC}" type="pres">
      <dgm:prSet presAssocID="{C34E38BF-CE87-45BE-A693-64AE9C313D22}" presName="Name1" presStyleCnt="0"/>
      <dgm:spPr/>
    </dgm:pt>
    <dgm:pt modelId="{DE52D518-6E5B-4482-A984-270C19725BDF}" type="pres">
      <dgm:prSet presAssocID="{C34E38BF-CE87-45BE-A693-64AE9C313D22}" presName="cycle" presStyleCnt="0"/>
      <dgm:spPr/>
    </dgm:pt>
    <dgm:pt modelId="{DA9AB799-4234-475D-8F59-9969BA6B6270}" type="pres">
      <dgm:prSet presAssocID="{C34E38BF-CE87-45BE-A693-64AE9C313D22}" presName="srcNode" presStyleLbl="node1" presStyleIdx="0" presStyleCnt="4"/>
      <dgm:spPr/>
    </dgm:pt>
    <dgm:pt modelId="{DA26CF37-72F9-4390-9237-E392EAC5A4EF}" type="pres">
      <dgm:prSet presAssocID="{C34E38BF-CE87-45BE-A693-64AE9C313D22}" presName="conn" presStyleLbl="parChTrans1D2" presStyleIdx="0" presStyleCnt="1"/>
      <dgm:spPr/>
    </dgm:pt>
    <dgm:pt modelId="{F71FCBB4-EA3F-4CAF-B096-C073E75EE6AB}" type="pres">
      <dgm:prSet presAssocID="{C34E38BF-CE87-45BE-A693-64AE9C313D22}" presName="extraNode" presStyleLbl="node1" presStyleIdx="0" presStyleCnt="4"/>
      <dgm:spPr/>
    </dgm:pt>
    <dgm:pt modelId="{4EA32864-B54C-448E-A500-0D83E573A5E5}" type="pres">
      <dgm:prSet presAssocID="{C34E38BF-CE87-45BE-A693-64AE9C313D22}" presName="dstNode" presStyleLbl="node1" presStyleIdx="0" presStyleCnt="4"/>
      <dgm:spPr/>
    </dgm:pt>
    <dgm:pt modelId="{9BF486ED-7943-4DF0-9DFC-B531FCDF8ABD}" type="pres">
      <dgm:prSet presAssocID="{E412A91C-C505-45EB-B47E-696F0CC33912}" presName="text_1" presStyleLbl="node1" presStyleIdx="0" presStyleCnt="4" custLinFactNeighborX="63" custLinFactNeighborY="3897">
        <dgm:presLayoutVars>
          <dgm:bulletEnabled val="1"/>
        </dgm:presLayoutVars>
      </dgm:prSet>
      <dgm:spPr/>
    </dgm:pt>
    <dgm:pt modelId="{D8FB9396-211A-4910-BD60-51D1B97ADFDA}" type="pres">
      <dgm:prSet presAssocID="{E412A91C-C505-45EB-B47E-696F0CC33912}" presName="accent_1" presStyleCnt="0"/>
      <dgm:spPr/>
    </dgm:pt>
    <dgm:pt modelId="{3C187575-3B04-4160-9531-FE3C9CD2AB9E}" type="pres">
      <dgm:prSet presAssocID="{E412A91C-C505-45EB-B47E-696F0CC33912}" presName="accentRepeatNode" presStyleLbl="solidFgAcc1" presStyleIdx="0" presStyleCnt="4"/>
      <dgm:spPr/>
    </dgm:pt>
    <dgm:pt modelId="{E67C794E-670E-45CF-A6F4-68D25C1095FC}" type="pres">
      <dgm:prSet presAssocID="{57B4C58B-95DD-49EB-8302-248563E45162}" presName="text_2" presStyleLbl="node1" presStyleIdx="1" presStyleCnt="4">
        <dgm:presLayoutVars>
          <dgm:bulletEnabled val="1"/>
        </dgm:presLayoutVars>
      </dgm:prSet>
      <dgm:spPr/>
    </dgm:pt>
    <dgm:pt modelId="{4C0374C3-7A0C-4160-98C4-CC4629FE4265}" type="pres">
      <dgm:prSet presAssocID="{57B4C58B-95DD-49EB-8302-248563E45162}" presName="accent_2" presStyleCnt="0"/>
      <dgm:spPr/>
    </dgm:pt>
    <dgm:pt modelId="{D56F948C-DB97-4E70-9F2E-C2D294C90510}" type="pres">
      <dgm:prSet presAssocID="{57B4C58B-95DD-49EB-8302-248563E45162}" presName="accentRepeatNode" presStyleLbl="solidFgAcc1" presStyleIdx="1" presStyleCnt="4"/>
      <dgm:spPr/>
    </dgm:pt>
    <dgm:pt modelId="{B0075BE3-BC9B-4157-B1DB-3350A1D3E7C3}" type="pres">
      <dgm:prSet presAssocID="{09D3CDE9-392F-40C9-BCDA-374A60A49F27}" presName="text_3" presStyleLbl="node1" presStyleIdx="2" presStyleCnt="4">
        <dgm:presLayoutVars>
          <dgm:bulletEnabled val="1"/>
        </dgm:presLayoutVars>
      </dgm:prSet>
      <dgm:spPr/>
    </dgm:pt>
    <dgm:pt modelId="{6E639DD4-B453-41DD-A8F4-E07CE0BCBC4A}" type="pres">
      <dgm:prSet presAssocID="{09D3CDE9-392F-40C9-BCDA-374A60A49F27}" presName="accent_3" presStyleCnt="0"/>
      <dgm:spPr/>
    </dgm:pt>
    <dgm:pt modelId="{DA0982B1-7163-4303-BA1E-3AE4928AFEC5}" type="pres">
      <dgm:prSet presAssocID="{09D3CDE9-392F-40C9-BCDA-374A60A49F27}" presName="accentRepeatNode" presStyleLbl="solidFgAcc1" presStyleIdx="2" presStyleCnt="4"/>
      <dgm:spPr/>
    </dgm:pt>
    <dgm:pt modelId="{12887B69-A875-4C0F-8F0D-D1B157573139}" type="pres">
      <dgm:prSet presAssocID="{FD9EC8BE-44FF-41EC-94BD-CCF2469F5CE6}" presName="text_4" presStyleLbl="node1" presStyleIdx="3" presStyleCnt="4">
        <dgm:presLayoutVars>
          <dgm:bulletEnabled val="1"/>
        </dgm:presLayoutVars>
      </dgm:prSet>
      <dgm:spPr/>
    </dgm:pt>
    <dgm:pt modelId="{D5E89912-397C-4F9C-A020-CB563526FBE8}" type="pres">
      <dgm:prSet presAssocID="{FD9EC8BE-44FF-41EC-94BD-CCF2469F5CE6}" presName="accent_4" presStyleCnt="0"/>
      <dgm:spPr/>
    </dgm:pt>
    <dgm:pt modelId="{DC681EE7-732E-49DA-807A-55E96706E9C4}" type="pres">
      <dgm:prSet presAssocID="{FD9EC8BE-44FF-41EC-94BD-CCF2469F5CE6}" presName="accentRepeatNode" presStyleLbl="solidFgAcc1" presStyleIdx="3" presStyleCnt="4"/>
      <dgm:spPr/>
    </dgm:pt>
  </dgm:ptLst>
  <dgm:cxnLst>
    <dgm:cxn modelId="{BCE4501C-F009-439B-9265-6D1386140159}" type="presOf" srcId="{57B4C58B-95DD-49EB-8302-248563E45162}" destId="{E67C794E-670E-45CF-A6F4-68D25C1095FC}" srcOrd="0" destOrd="0" presId="urn:microsoft.com/office/officeart/2008/layout/VerticalCurvedList"/>
    <dgm:cxn modelId="{22E58036-B624-425E-8AD6-4C1702D05D3A}" type="presOf" srcId="{FD9EC8BE-44FF-41EC-94BD-CCF2469F5CE6}" destId="{12887B69-A875-4C0F-8F0D-D1B157573139}" srcOrd="0" destOrd="0" presId="urn:microsoft.com/office/officeart/2008/layout/VerticalCurvedList"/>
    <dgm:cxn modelId="{1EA28862-EAF9-48F5-8622-5C0EE6CEA67B}" type="presOf" srcId="{C34E38BF-CE87-45BE-A693-64AE9C313D22}" destId="{1958B053-ED62-492E-814D-DFDE7A31515C}" srcOrd="0" destOrd="0" presId="urn:microsoft.com/office/officeart/2008/layout/VerticalCurvedList"/>
    <dgm:cxn modelId="{D645FF54-8254-40BC-AB36-3404EA3DDC21}" srcId="{C34E38BF-CE87-45BE-A693-64AE9C313D22}" destId="{57B4C58B-95DD-49EB-8302-248563E45162}" srcOrd="1" destOrd="0" parTransId="{B712BC00-AAAE-4F1D-ADD1-AD112C61A631}" sibTransId="{73979D2C-6BC1-40C5-9561-5BE51B792075}"/>
    <dgm:cxn modelId="{5DC47E56-09B6-42D6-A634-62987379AE65}" type="presOf" srcId="{2B6AC7F8-2AFC-4884-9112-EC4516AFC241}" destId="{DA26CF37-72F9-4390-9237-E392EAC5A4EF}" srcOrd="0" destOrd="0" presId="urn:microsoft.com/office/officeart/2008/layout/VerticalCurvedList"/>
    <dgm:cxn modelId="{4AF2E378-99E2-4809-A89B-42D190D0F1D8}" type="presOf" srcId="{09D3CDE9-392F-40C9-BCDA-374A60A49F27}" destId="{B0075BE3-BC9B-4157-B1DB-3350A1D3E7C3}" srcOrd="0" destOrd="0" presId="urn:microsoft.com/office/officeart/2008/layout/VerticalCurvedList"/>
    <dgm:cxn modelId="{9ADD4280-1F5A-414A-AC66-E3F44BF450DC}" srcId="{C34E38BF-CE87-45BE-A693-64AE9C313D22}" destId="{FD9EC8BE-44FF-41EC-94BD-CCF2469F5CE6}" srcOrd="3" destOrd="0" parTransId="{9000BC1E-75A4-469A-BDB5-E471C9F85276}" sibTransId="{405D60A5-211D-4A87-A8DE-840C43AD1927}"/>
    <dgm:cxn modelId="{898250BE-A019-4734-90ED-6EB7E11EBF1B}" srcId="{C34E38BF-CE87-45BE-A693-64AE9C313D22}" destId="{09D3CDE9-392F-40C9-BCDA-374A60A49F27}" srcOrd="2" destOrd="0" parTransId="{F63EC738-4E77-4BE8-93BE-C0046BF262C8}" sibTransId="{09E9FBAE-7C8B-4996-BB7E-43A0E7BD21ED}"/>
    <dgm:cxn modelId="{47A0F7CB-2669-4E3D-96F3-806494388DDF}" type="presOf" srcId="{E412A91C-C505-45EB-B47E-696F0CC33912}" destId="{9BF486ED-7943-4DF0-9DFC-B531FCDF8ABD}" srcOrd="0" destOrd="0" presId="urn:microsoft.com/office/officeart/2008/layout/VerticalCurvedList"/>
    <dgm:cxn modelId="{52D23FCE-17BF-4D69-AB21-737A41E0004A}" srcId="{C34E38BF-CE87-45BE-A693-64AE9C313D22}" destId="{E412A91C-C505-45EB-B47E-696F0CC33912}" srcOrd="0" destOrd="0" parTransId="{E8728298-1C8C-43B5-BD38-37673DE7E516}" sibTransId="{2B6AC7F8-2AFC-4884-9112-EC4516AFC241}"/>
    <dgm:cxn modelId="{294E12B3-4FE9-4229-A642-B23F5E646DD6}" type="presParOf" srcId="{1958B053-ED62-492E-814D-DFDE7A31515C}" destId="{6C5FC98E-2AA2-49C7-B951-ADFAB74164CC}" srcOrd="0" destOrd="0" presId="urn:microsoft.com/office/officeart/2008/layout/VerticalCurvedList"/>
    <dgm:cxn modelId="{8B6FBF7F-044E-4CA2-93EA-3B24E5C21B2C}" type="presParOf" srcId="{6C5FC98E-2AA2-49C7-B951-ADFAB74164CC}" destId="{DE52D518-6E5B-4482-A984-270C19725BDF}" srcOrd="0" destOrd="0" presId="urn:microsoft.com/office/officeart/2008/layout/VerticalCurvedList"/>
    <dgm:cxn modelId="{285B66B5-C6F1-4930-AF2F-16BBDA0726DA}" type="presParOf" srcId="{DE52D518-6E5B-4482-A984-270C19725BDF}" destId="{DA9AB799-4234-475D-8F59-9969BA6B6270}" srcOrd="0" destOrd="0" presId="urn:microsoft.com/office/officeart/2008/layout/VerticalCurvedList"/>
    <dgm:cxn modelId="{0EEF9545-0B3A-4C76-99D1-3C982C5EE690}" type="presParOf" srcId="{DE52D518-6E5B-4482-A984-270C19725BDF}" destId="{DA26CF37-72F9-4390-9237-E392EAC5A4EF}" srcOrd="1" destOrd="0" presId="urn:microsoft.com/office/officeart/2008/layout/VerticalCurvedList"/>
    <dgm:cxn modelId="{BEDC4829-6969-460C-9CBC-981E1BF3BA79}" type="presParOf" srcId="{DE52D518-6E5B-4482-A984-270C19725BDF}" destId="{F71FCBB4-EA3F-4CAF-B096-C073E75EE6AB}" srcOrd="2" destOrd="0" presId="urn:microsoft.com/office/officeart/2008/layout/VerticalCurvedList"/>
    <dgm:cxn modelId="{8756FB15-487F-4748-8D84-126FEEB7011E}" type="presParOf" srcId="{DE52D518-6E5B-4482-A984-270C19725BDF}" destId="{4EA32864-B54C-448E-A500-0D83E573A5E5}" srcOrd="3" destOrd="0" presId="urn:microsoft.com/office/officeart/2008/layout/VerticalCurvedList"/>
    <dgm:cxn modelId="{6D637A60-E2C9-4369-98ED-B6E461210312}" type="presParOf" srcId="{6C5FC98E-2AA2-49C7-B951-ADFAB74164CC}" destId="{9BF486ED-7943-4DF0-9DFC-B531FCDF8ABD}" srcOrd="1" destOrd="0" presId="urn:microsoft.com/office/officeart/2008/layout/VerticalCurvedList"/>
    <dgm:cxn modelId="{A015BC5F-C87D-41FD-ABE5-3CAA2D0FF060}" type="presParOf" srcId="{6C5FC98E-2AA2-49C7-B951-ADFAB74164CC}" destId="{D8FB9396-211A-4910-BD60-51D1B97ADFDA}" srcOrd="2" destOrd="0" presId="urn:microsoft.com/office/officeart/2008/layout/VerticalCurvedList"/>
    <dgm:cxn modelId="{7E39C78F-4257-460F-ACD4-BD041859193B}" type="presParOf" srcId="{D8FB9396-211A-4910-BD60-51D1B97ADFDA}" destId="{3C187575-3B04-4160-9531-FE3C9CD2AB9E}" srcOrd="0" destOrd="0" presId="urn:microsoft.com/office/officeart/2008/layout/VerticalCurvedList"/>
    <dgm:cxn modelId="{8E578FA5-857E-4AC7-A7CD-56F8413AAE6D}" type="presParOf" srcId="{6C5FC98E-2AA2-49C7-B951-ADFAB74164CC}" destId="{E67C794E-670E-45CF-A6F4-68D25C1095FC}" srcOrd="3" destOrd="0" presId="urn:microsoft.com/office/officeart/2008/layout/VerticalCurvedList"/>
    <dgm:cxn modelId="{72CC3493-F714-4330-A4E1-D1CC3B781A14}" type="presParOf" srcId="{6C5FC98E-2AA2-49C7-B951-ADFAB74164CC}" destId="{4C0374C3-7A0C-4160-98C4-CC4629FE4265}" srcOrd="4" destOrd="0" presId="urn:microsoft.com/office/officeart/2008/layout/VerticalCurvedList"/>
    <dgm:cxn modelId="{69C1E960-7564-47D6-934B-CE5F9A48FD56}" type="presParOf" srcId="{4C0374C3-7A0C-4160-98C4-CC4629FE4265}" destId="{D56F948C-DB97-4E70-9F2E-C2D294C90510}" srcOrd="0" destOrd="0" presId="urn:microsoft.com/office/officeart/2008/layout/VerticalCurvedList"/>
    <dgm:cxn modelId="{BCAE3E20-EDB8-4F31-A011-653E3B554D42}" type="presParOf" srcId="{6C5FC98E-2AA2-49C7-B951-ADFAB74164CC}" destId="{B0075BE3-BC9B-4157-B1DB-3350A1D3E7C3}" srcOrd="5" destOrd="0" presId="urn:microsoft.com/office/officeart/2008/layout/VerticalCurvedList"/>
    <dgm:cxn modelId="{31CCB55B-0AEC-4851-B1C3-E091F5A67E03}" type="presParOf" srcId="{6C5FC98E-2AA2-49C7-B951-ADFAB74164CC}" destId="{6E639DD4-B453-41DD-A8F4-E07CE0BCBC4A}" srcOrd="6" destOrd="0" presId="urn:microsoft.com/office/officeart/2008/layout/VerticalCurvedList"/>
    <dgm:cxn modelId="{52AB2CA2-EF82-4C0B-9A1B-76CF51F782D6}" type="presParOf" srcId="{6E639DD4-B453-41DD-A8F4-E07CE0BCBC4A}" destId="{DA0982B1-7163-4303-BA1E-3AE4928AFEC5}" srcOrd="0" destOrd="0" presId="urn:microsoft.com/office/officeart/2008/layout/VerticalCurvedList"/>
    <dgm:cxn modelId="{D37D98D7-50D7-4A30-84F1-46FE66ECE546}" type="presParOf" srcId="{6C5FC98E-2AA2-49C7-B951-ADFAB74164CC}" destId="{12887B69-A875-4C0F-8F0D-D1B157573139}" srcOrd="7" destOrd="0" presId="urn:microsoft.com/office/officeart/2008/layout/VerticalCurvedList"/>
    <dgm:cxn modelId="{C7D954E3-77A0-4E62-A62D-63CADA9459FF}" type="presParOf" srcId="{6C5FC98E-2AA2-49C7-B951-ADFAB74164CC}" destId="{D5E89912-397C-4F9C-A020-CB563526FBE8}" srcOrd="8" destOrd="0" presId="urn:microsoft.com/office/officeart/2008/layout/VerticalCurvedList"/>
    <dgm:cxn modelId="{1D3C951B-7E19-4BEC-B729-98F09D16BAB7}" type="presParOf" srcId="{D5E89912-397C-4F9C-A020-CB563526FBE8}" destId="{DC681EE7-732E-49DA-807A-55E96706E9C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26CF37-72F9-4390-9237-E392EAC5A4EF}">
      <dsp:nvSpPr>
        <dsp:cNvPr id="0" name=""/>
        <dsp:cNvSpPr/>
      </dsp:nvSpPr>
      <dsp:spPr>
        <a:xfrm>
          <a:off x="-3836394" y="-589180"/>
          <a:ext cx="4572436" cy="4572436"/>
        </a:xfrm>
        <a:prstGeom prst="blockArc">
          <a:avLst>
            <a:gd name="adj1" fmla="val 18900000"/>
            <a:gd name="adj2" fmla="val 2700000"/>
            <a:gd name="adj3" fmla="val 472"/>
          </a:avLst>
        </a:pr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F486ED-7943-4DF0-9DFC-B531FCDF8ABD}">
      <dsp:nvSpPr>
        <dsp:cNvPr id="0" name=""/>
        <dsp:cNvSpPr/>
      </dsp:nvSpPr>
      <dsp:spPr>
        <a:xfrm>
          <a:off x="391060" y="281284"/>
          <a:ext cx="8408831" cy="52214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4452"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1" kern="1200" dirty="0"/>
            <a:t>Khía cạnh đạo đức của nghiên cứu</a:t>
          </a:r>
        </a:p>
      </dsp:txBody>
      <dsp:txXfrm>
        <a:off x="391060" y="281284"/>
        <a:ext cx="8408831" cy="522144"/>
      </dsp:txXfrm>
    </dsp:sp>
    <dsp:sp modelId="{3C187575-3B04-4160-9531-FE3C9CD2AB9E}">
      <dsp:nvSpPr>
        <dsp:cNvPr id="0" name=""/>
        <dsp:cNvSpPr/>
      </dsp:nvSpPr>
      <dsp:spPr>
        <a:xfrm>
          <a:off x="59422" y="195668"/>
          <a:ext cx="652680" cy="652680"/>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7C794E-670E-45CF-A6F4-68D25C1095FC}">
      <dsp:nvSpPr>
        <dsp:cNvPr id="0" name=""/>
        <dsp:cNvSpPr/>
      </dsp:nvSpPr>
      <dsp:spPr>
        <a:xfrm>
          <a:off x="685120" y="1044288"/>
          <a:ext cx="8109473" cy="522144"/>
        </a:xfrm>
        <a:prstGeom prst="rect">
          <a:avLst/>
        </a:prstGeom>
        <a:solidFill>
          <a:schemeClr val="accent3">
            <a:hueOff val="3750088"/>
            <a:satOff val="-5627"/>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4452"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1" kern="1200" dirty="0"/>
            <a:t>Bảo vệ đối tượng nghiên cứu</a:t>
          </a:r>
        </a:p>
      </dsp:txBody>
      <dsp:txXfrm>
        <a:off x="685120" y="1044288"/>
        <a:ext cx="8109473" cy="522144"/>
      </dsp:txXfrm>
    </dsp:sp>
    <dsp:sp modelId="{D56F948C-DB97-4E70-9F2E-C2D294C90510}">
      <dsp:nvSpPr>
        <dsp:cNvPr id="0" name=""/>
        <dsp:cNvSpPr/>
      </dsp:nvSpPr>
      <dsp:spPr>
        <a:xfrm>
          <a:off x="358779" y="979020"/>
          <a:ext cx="652680" cy="652680"/>
        </a:xfrm>
        <a:prstGeom prst="ellipse">
          <a:avLst/>
        </a:prstGeom>
        <a:solidFill>
          <a:schemeClr val="lt1">
            <a:hueOff val="0"/>
            <a:satOff val="0"/>
            <a:lumOff val="0"/>
            <a:alphaOff val="0"/>
          </a:schemeClr>
        </a:solidFill>
        <a:ln w="25400" cap="flat" cmpd="sng" algn="ctr">
          <a:solidFill>
            <a:schemeClr val="accent3">
              <a:hueOff val="3750088"/>
              <a:satOff val="-5627"/>
              <a:lumOff val="-915"/>
              <a:alphaOff val="0"/>
            </a:schemeClr>
          </a:solidFill>
          <a:prstDash val="solid"/>
        </a:ln>
        <a:effectLst/>
      </dsp:spPr>
      <dsp:style>
        <a:lnRef idx="2">
          <a:scrgbClr r="0" g="0" b="0"/>
        </a:lnRef>
        <a:fillRef idx="1">
          <a:scrgbClr r="0" g="0" b="0"/>
        </a:fillRef>
        <a:effectRef idx="0">
          <a:scrgbClr r="0" g="0" b="0"/>
        </a:effectRef>
        <a:fontRef idx="minor"/>
      </dsp:style>
    </dsp:sp>
    <dsp:sp modelId="{B0075BE3-BC9B-4157-B1DB-3350A1D3E7C3}">
      <dsp:nvSpPr>
        <dsp:cNvPr id="0" name=""/>
        <dsp:cNvSpPr/>
      </dsp:nvSpPr>
      <dsp:spPr>
        <a:xfrm>
          <a:off x="685120" y="1827641"/>
          <a:ext cx="8109473" cy="522144"/>
        </a:xfrm>
        <a:prstGeom prst="rect">
          <a:avLst/>
        </a:prstGeom>
        <a:solidFill>
          <a:schemeClr val="accent3">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4452"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1" kern="1200" dirty="0"/>
            <a:t>Quyền lợi và nghĩa vụ của đối tượng nghiên cứu</a:t>
          </a:r>
        </a:p>
      </dsp:txBody>
      <dsp:txXfrm>
        <a:off x="685120" y="1827641"/>
        <a:ext cx="8109473" cy="522144"/>
      </dsp:txXfrm>
    </dsp:sp>
    <dsp:sp modelId="{DA0982B1-7163-4303-BA1E-3AE4928AFEC5}">
      <dsp:nvSpPr>
        <dsp:cNvPr id="0" name=""/>
        <dsp:cNvSpPr/>
      </dsp:nvSpPr>
      <dsp:spPr>
        <a:xfrm>
          <a:off x="358779" y="1762373"/>
          <a:ext cx="652680" cy="652680"/>
        </a:xfrm>
        <a:prstGeom prst="ellipse">
          <a:avLst/>
        </a:prstGeom>
        <a:solidFill>
          <a:schemeClr val="lt1">
            <a:hueOff val="0"/>
            <a:satOff val="0"/>
            <a:lumOff val="0"/>
            <a:alphaOff val="0"/>
          </a:schemeClr>
        </a:solidFill>
        <a:ln w="25400" cap="flat" cmpd="sng" algn="ctr">
          <a:solidFill>
            <a:schemeClr val="accent3">
              <a:hueOff val="7500176"/>
              <a:satOff val="-11253"/>
              <a:lumOff val="-1830"/>
              <a:alphaOff val="0"/>
            </a:schemeClr>
          </a:solidFill>
          <a:prstDash val="solid"/>
        </a:ln>
        <a:effectLst/>
      </dsp:spPr>
      <dsp:style>
        <a:lnRef idx="2">
          <a:scrgbClr r="0" g="0" b="0"/>
        </a:lnRef>
        <a:fillRef idx="1">
          <a:scrgbClr r="0" g="0" b="0"/>
        </a:fillRef>
        <a:effectRef idx="0">
          <a:scrgbClr r="0" g="0" b="0"/>
        </a:effectRef>
        <a:fontRef idx="minor"/>
      </dsp:style>
    </dsp:sp>
    <dsp:sp modelId="{12887B69-A875-4C0F-8F0D-D1B157573139}">
      <dsp:nvSpPr>
        <dsp:cNvPr id="0" name=""/>
        <dsp:cNvSpPr/>
      </dsp:nvSpPr>
      <dsp:spPr>
        <a:xfrm>
          <a:off x="385762" y="2610994"/>
          <a:ext cx="8408831" cy="522144"/>
        </a:xfrm>
        <a:prstGeom prst="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4452"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1" kern="1200" dirty="0"/>
            <a:t>Thỏa thuận và cam kết của đối tượng nghiên cứu</a:t>
          </a:r>
        </a:p>
      </dsp:txBody>
      <dsp:txXfrm>
        <a:off x="385762" y="2610994"/>
        <a:ext cx="8408831" cy="522144"/>
      </dsp:txXfrm>
    </dsp:sp>
    <dsp:sp modelId="{DC681EE7-732E-49DA-807A-55E96706E9C4}">
      <dsp:nvSpPr>
        <dsp:cNvPr id="0" name=""/>
        <dsp:cNvSpPr/>
      </dsp:nvSpPr>
      <dsp:spPr>
        <a:xfrm>
          <a:off x="59422" y="2545725"/>
          <a:ext cx="652680" cy="652680"/>
        </a:xfrm>
        <a:prstGeom prst="ellipse">
          <a:avLst/>
        </a:prstGeom>
        <a:solidFill>
          <a:schemeClr val="lt1">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CC7782-BE6C-4A90-BD91-2CADAE66DCA1}" type="datetimeFigureOut">
              <a:rPr lang="en-US" smtClean="0"/>
              <a:t>11/9/2021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42E6B4-5828-4C02-A0CF-17C06995BA4F}" type="slidenum">
              <a:rPr lang="en-US" smtClean="0"/>
              <a:t>‹#›</a:t>
            </a:fld>
            <a:endParaRPr lang="en-US"/>
          </a:p>
        </p:txBody>
      </p:sp>
    </p:spTree>
    <p:extLst>
      <p:ext uri="{BB962C8B-B14F-4D97-AF65-F5344CB8AC3E}">
        <p14:creationId xmlns:p14="http://schemas.microsoft.com/office/powerpoint/2010/main" val="4277031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7D42E6B4-5828-4C02-A0CF-17C06995BA4F}" type="slidenum">
              <a:rPr lang="en-US" smtClean="0"/>
              <a:t>1</a:t>
            </a:fld>
            <a:endParaRPr lang="en-US"/>
          </a:p>
        </p:txBody>
      </p:sp>
    </p:spTree>
    <p:extLst>
      <p:ext uri="{BB962C8B-B14F-4D97-AF65-F5344CB8AC3E}">
        <p14:creationId xmlns:p14="http://schemas.microsoft.com/office/powerpoint/2010/main" val="1762335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42E6B4-5828-4C02-A0CF-17C06995BA4F}" type="slidenum">
              <a:rPr lang="en-US" smtClean="0"/>
              <a:t>2</a:t>
            </a:fld>
            <a:endParaRPr lang="en-US"/>
          </a:p>
        </p:txBody>
      </p:sp>
    </p:spTree>
    <p:extLst>
      <p:ext uri="{BB962C8B-B14F-4D97-AF65-F5344CB8AC3E}">
        <p14:creationId xmlns:p14="http://schemas.microsoft.com/office/powerpoint/2010/main" val="1021672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nSpc>
                <a:spcPct val="150000"/>
              </a:lnSpc>
              <a:spcBef>
                <a:spcPts val="600"/>
              </a:spcBef>
            </a:pPr>
            <a:r>
              <a:rPr lang="vi-VN" sz="1800" b="1" dirty="0">
                <a:effectLst/>
                <a:latin typeface="Times New Roman" panose="02020603050405020304" pitchFamily="18" charset="0"/>
                <a:ea typeface="Times New Roman" panose="02020603050405020304" pitchFamily="18" charset="0"/>
                <a:cs typeface="Times New Roman" panose="02020603050405020304" pitchFamily="18" charset="0"/>
              </a:rPr>
              <a:t>Phương pháp chọn mẫu</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 Chọn mẫu chủ đích:</a:t>
            </a:r>
            <a:endParaRPr lang="en-US" sz="1800" dirty="0">
              <a:effectLst/>
              <a:latin typeface="UVnTime"/>
              <a:ea typeface="Batang" panose="02030600000101010101" pitchFamily="18" charset="-127"/>
              <a:cs typeface="Times New Roman" panose="02020603050405020304" pitchFamily="18" charset="0"/>
            </a:endParaRPr>
          </a:p>
          <a:p>
            <a:pPr algn="just">
              <a:lnSpc>
                <a:spcPct val="150000"/>
              </a:lnSpc>
              <a:spcBef>
                <a:spcPts val="600"/>
              </a:spcBef>
            </a:pPr>
            <a:r>
              <a:rPr lang="vi-VN" sz="1800" dirty="0">
                <a:effectLst/>
                <a:latin typeface="Times New Roman" panose="02020603050405020304" pitchFamily="18" charset="0"/>
                <a:ea typeface="Batang" panose="02030600000101010101" pitchFamily="18" charset="-127"/>
                <a:cs typeface="Times New Roman" panose="02020603050405020304" pitchFamily="18" charset="0"/>
              </a:rPr>
              <a:t>Tất cả những đối tượng đăng ký tham gia nghiên cứu đủ tiêu chuẩn</a:t>
            </a:r>
            <a:r>
              <a:rPr lang="en-US" sz="1800" dirty="0">
                <a:effectLst/>
                <a:latin typeface="Times New Roman" panose="02020603050405020304" pitchFamily="18" charset="0"/>
                <a:ea typeface="Batang" panose="02030600000101010101" pitchFamily="18" charset="-127"/>
                <a:cs typeface="Times New Roman" panose="02020603050405020304" pitchFamily="18" charset="0"/>
              </a:rPr>
              <a:t>. L</a:t>
            </a:r>
            <a:r>
              <a:rPr lang="vi-VN" sz="1800" dirty="0">
                <a:effectLst/>
                <a:latin typeface="Times New Roman" panose="02020603050405020304" pitchFamily="18" charset="0"/>
                <a:ea typeface="Batang" panose="02030600000101010101" pitchFamily="18" charset="-127"/>
                <a:cs typeface="Times New Roman" panose="02020603050405020304" pitchFamily="18" charset="0"/>
              </a:rPr>
              <a:t>ựa chọn đảm bảo cân đối đồng đều về các chỉ số BMI, huyết áp và các chỉ số xét nghiệm máu.</a:t>
            </a:r>
            <a:endParaRPr lang="en-US" sz="1800" dirty="0">
              <a:effectLst/>
              <a:latin typeface="UVnTime"/>
              <a:ea typeface="Batang" panose="02030600000101010101" pitchFamily="18" charset="-127"/>
              <a:cs typeface="Times New Roman" panose="02020603050405020304" pitchFamily="18" charset="0"/>
            </a:endParaRPr>
          </a:p>
          <a:p>
            <a:pPr>
              <a:lnSpc>
                <a:spcPct val="150000"/>
              </a:lnSpc>
              <a:spcBef>
                <a:spcPts val="600"/>
              </a:spcBef>
            </a:pPr>
            <a:r>
              <a:rPr lang="vi-VN" sz="1800" dirty="0">
                <a:effectLst/>
                <a:latin typeface="Times New Roman" panose="02020603050405020304" pitchFamily="18" charset="0"/>
                <a:ea typeface="Batang" panose="02030600000101010101" pitchFamily="18" charset="-127"/>
                <a:cs typeface="Times New Roman" panose="02020603050405020304" pitchFamily="18" charset="0"/>
              </a:rPr>
              <a:t>Các đối tượng sẽ được tuyển chọn và can thiệp cùng lúc</a:t>
            </a:r>
            <a:r>
              <a:rPr lang="en-US" sz="1800" dirty="0">
                <a:effectLst/>
                <a:latin typeface="Times New Roman" panose="02020603050405020304" pitchFamily="18" charset="0"/>
                <a:ea typeface="Batang" panose="02030600000101010101" pitchFamily="18" charset="-127"/>
                <a:cs typeface="Times New Roman" panose="02020603050405020304" pitchFamily="18" charset="0"/>
              </a:rPr>
              <a:t>.</a:t>
            </a:r>
            <a:endParaRPr lang="en-US" sz="1800" dirty="0">
              <a:effectLst/>
              <a:latin typeface="UVnTime"/>
              <a:ea typeface="Batang" panose="02030600000101010101" pitchFamily="18" charset="-127"/>
              <a:cs typeface="Times New Roman" panose="02020603050405020304" pitchFamily="18" charset="0"/>
            </a:endParaRPr>
          </a:p>
          <a:p>
            <a:pPr algn="just">
              <a:lnSpc>
                <a:spcPct val="150000"/>
              </a:lnSpc>
            </a:pPr>
            <a:endParaRPr lang="en-US" sz="1800" b="1" dirty="0">
              <a:effectLst/>
              <a:latin typeface="Times New Roman" panose="02020603050405020304" pitchFamily="18" charset="0"/>
              <a:ea typeface="Batang" panose="02030600000101010101" pitchFamily="18" charset="-127"/>
              <a:cs typeface="Times New Roman" panose="02020603050405020304" pitchFamily="18" charset="0"/>
            </a:endParaRPr>
          </a:p>
          <a:p>
            <a:pPr algn="just">
              <a:lnSpc>
                <a:spcPct val="150000"/>
              </a:lnSpc>
            </a:pPr>
            <a:r>
              <a:rPr lang="vi-VN" sz="1800" b="1" dirty="0">
                <a:effectLst/>
                <a:latin typeface="Times New Roman" panose="02020603050405020304" pitchFamily="18" charset="0"/>
                <a:ea typeface="Batang" panose="02030600000101010101" pitchFamily="18" charset="-127"/>
                <a:cs typeface="Times New Roman" panose="02020603050405020304" pitchFamily="18" charset="0"/>
              </a:rPr>
              <a:t>Cỡ mẫu: </a:t>
            </a:r>
            <a:r>
              <a:rPr lang="vi-VN" sz="1800" dirty="0">
                <a:effectLst/>
                <a:latin typeface="Times New Roman" panose="02020603050405020304" pitchFamily="18" charset="0"/>
                <a:ea typeface="Batang" panose="02030600000101010101" pitchFamily="18" charset="-127"/>
                <a:cs typeface="Times New Roman" panose="02020603050405020304" pitchFamily="18" charset="0"/>
              </a:rPr>
              <a:t>Để đảm bảo lựa chọn đối tượng thử nghiệm đáp ứng được tiêu chuẩn quốc gia TCVN10036:2013 (lựa chọn tối thiểu 10 đối tượng khỏe mạnh), số lượng đối tượng được lựa chọn vào nghiên cứu là 20 người (đã bao gồm tỷ lệ bỏ cuộc 20% để đảm bảo được cỡ mẫu tối thiểu).</a:t>
            </a:r>
            <a:endParaRPr lang="en-US" sz="1800" dirty="0">
              <a:effectLst/>
              <a:latin typeface="Times New Roman" panose="02020603050405020304" pitchFamily="18" charset="0"/>
              <a:ea typeface="Batang" panose="02030600000101010101" pitchFamily="18" charset="-127"/>
              <a:cs typeface="Times New Roman" panose="02020603050405020304" pitchFamily="18" charset="0"/>
            </a:endParaRPr>
          </a:p>
          <a:p>
            <a:pPr algn="just">
              <a:lnSpc>
                <a:spcPct val="150000"/>
              </a:lnSpc>
            </a:pPr>
            <a:endParaRPr lang="en-US" sz="1800" dirty="0">
              <a:effectLst/>
              <a:latin typeface="Times New Roman" panose="02020603050405020304" pitchFamily="18" charset="0"/>
              <a:ea typeface="Batang" panose="02030600000101010101" pitchFamily="18" charset="-127"/>
              <a:cs typeface="Times New Roman" panose="02020603050405020304" pitchFamily="18" charset="0"/>
            </a:endParaRPr>
          </a:p>
          <a:p>
            <a:pPr algn="just">
              <a:lnSpc>
                <a:spcPct val="150000"/>
              </a:lnSpc>
            </a:pPr>
            <a:r>
              <a:rPr lang="en-US" sz="1800" b="1" dirty="0">
                <a:effectLst/>
                <a:latin typeface="Times New Roman" panose="02020603050405020304" pitchFamily="18" charset="0"/>
                <a:ea typeface="Batang" panose="02030600000101010101" pitchFamily="18" charset="-127"/>
                <a:cs typeface="Times New Roman" panose="02020603050405020304" pitchFamily="18" charset="0"/>
              </a:rPr>
              <a:t>Tiêu chí rút sớm –đình chỉ…: </a:t>
            </a:r>
            <a:r>
              <a:rPr lang="en-US" sz="1800" b="0" dirty="0">
                <a:effectLst/>
                <a:latin typeface="Times New Roman" panose="02020603050405020304" pitchFamily="18" charset="0"/>
                <a:ea typeface="Batang" panose="02030600000101010101" pitchFamily="18" charset="-127"/>
                <a:cs typeface="Times New Roman" panose="02020603050405020304" pitchFamily="18" charset="0"/>
              </a:rPr>
              <a:t>khi có các biến cố sức khỏe ở đối tượng tham gia</a:t>
            </a:r>
          </a:p>
          <a:p>
            <a:pPr algn="just">
              <a:lnSpc>
                <a:spcPct val="150000"/>
              </a:lnSpc>
            </a:pPr>
            <a:endParaRPr lang="en-US" sz="1800" b="0" dirty="0">
              <a:effectLst/>
              <a:latin typeface="Times New Roman" panose="02020603050405020304" pitchFamily="18" charset="0"/>
              <a:ea typeface="Batang" panose="02030600000101010101" pitchFamily="18" charset="-127"/>
              <a:cs typeface="Times New Roman" panose="02020603050405020304" pitchFamily="18" charset="0"/>
            </a:endParaRPr>
          </a:p>
          <a:p>
            <a:pPr algn="just">
              <a:lnSpc>
                <a:spcPct val="150000"/>
              </a:lnSpc>
            </a:pPr>
            <a:r>
              <a:rPr lang="en-US" sz="1800" b="1" dirty="0">
                <a:effectLst/>
                <a:latin typeface="Times New Roman" panose="02020603050405020304" pitchFamily="18" charset="0"/>
                <a:ea typeface="Batang" panose="02030600000101010101" pitchFamily="18" charset="-127"/>
                <a:cs typeface="Times New Roman" panose="02020603050405020304" pitchFamily="18" charset="0"/>
              </a:rPr>
              <a:t>Theo dõi, kiểm tra: </a:t>
            </a:r>
            <a:r>
              <a:rPr lang="en-US" sz="1800" b="0" dirty="0">
                <a:effectLst/>
                <a:latin typeface="Times New Roman" panose="02020603050405020304" pitchFamily="18" charset="0"/>
                <a:ea typeface="Batang" panose="02030600000101010101" pitchFamily="18" charset="-127"/>
                <a:cs typeface="Times New Roman" panose="02020603050405020304" pitchFamily="18" charset="0"/>
              </a:rPr>
              <a:t>giám sát, điều phối chặt chẽ trong thời gian thử nghiệm</a:t>
            </a:r>
          </a:p>
          <a:p>
            <a:pPr algn="just">
              <a:lnSpc>
                <a:spcPct val="150000"/>
              </a:lnSpc>
            </a:pPr>
            <a:r>
              <a:rPr lang="en-US" sz="1800" dirty="0">
                <a:effectLst/>
                <a:latin typeface="UVnTime"/>
                <a:ea typeface="Batang" panose="02030600000101010101" pitchFamily="18" charset="-127"/>
                <a:cs typeface="Times New Roman" panose="02020603050405020304" pitchFamily="18" charset="0"/>
              </a:rPr>
              <a:t> </a:t>
            </a:r>
          </a:p>
          <a:p>
            <a:pPr algn="just">
              <a:lnSpc>
                <a:spcPct val="150000"/>
              </a:lnSpc>
            </a:pPr>
            <a:r>
              <a:rPr lang="en-US" sz="1800" b="1" dirty="0">
                <a:effectLst/>
                <a:latin typeface="UVnTime"/>
                <a:ea typeface="Batang" panose="02030600000101010101" pitchFamily="18" charset="-127"/>
                <a:cs typeface="Times New Roman" panose="02020603050405020304" pitchFamily="18" charset="0"/>
              </a:rPr>
              <a:t>Nguồn cung: </a:t>
            </a:r>
            <a:r>
              <a:rPr lang="en-US" sz="1800" b="0" dirty="0">
                <a:effectLst/>
                <a:latin typeface="UVnTime"/>
                <a:ea typeface="Batang" panose="02030600000101010101" pitchFamily="18" charset="-127"/>
                <a:cs typeface="Times New Roman" panose="02020603050405020304" pitchFamily="18" charset="0"/>
              </a:rPr>
              <a:t>cơ sở vật chất đẩy đủ, đủ trang thiết bị sơ cứu khi cần thiết</a:t>
            </a:r>
          </a:p>
          <a:p>
            <a:pPr algn="just">
              <a:lnSpc>
                <a:spcPct val="150000"/>
              </a:lnSpc>
            </a:pPr>
            <a:endParaRPr lang="en-US" sz="1800" b="0" dirty="0">
              <a:effectLst/>
              <a:latin typeface="UVnTime"/>
              <a:ea typeface="Batang" panose="02030600000101010101" pitchFamily="18" charset="-127"/>
              <a:cs typeface="Times New Roman" panose="02020603050405020304" pitchFamily="18" charset="0"/>
            </a:endParaRPr>
          </a:p>
          <a:p>
            <a:pPr algn="just">
              <a:lnSpc>
                <a:spcPct val="150000"/>
              </a:lnSpc>
            </a:pPr>
            <a:r>
              <a:rPr lang="en-US" sz="1800" b="1" dirty="0">
                <a:effectLst/>
                <a:latin typeface="UVnTime"/>
                <a:ea typeface="Batang" panose="02030600000101010101" pitchFamily="18" charset="-127"/>
                <a:cs typeface="Times New Roman" panose="02020603050405020304" pitchFamily="18" charset="0"/>
              </a:rPr>
              <a:t>Phương thức báo cáo: </a:t>
            </a:r>
            <a:r>
              <a:rPr lang="en-US" sz="1800" b="0" dirty="0">
                <a:effectLst/>
                <a:latin typeface="UVnTime"/>
                <a:ea typeface="Batang" panose="02030600000101010101" pitchFamily="18" charset="-127"/>
                <a:cs typeface="Times New Roman" panose="02020603050405020304" pitchFamily="18" charset="0"/>
              </a:rPr>
              <a:t>trình bày dưới dạng giá trị trung bình, phân tích tương quan, thống kê suy luận và so sánh trước sau. Được nghiệm thu tại HĐKH.</a:t>
            </a:r>
            <a:endParaRPr lang="en-US" sz="1800" b="1" dirty="0">
              <a:effectLst/>
              <a:latin typeface="UVnTime"/>
              <a:ea typeface="Batang" panose="02030600000101010101" pitchFamily="18" charset="-127"/>
              <a:cs typeface="Times New Roman" panose="02020603050405020304" pitchFamily="18" charset="0"/>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4</a:t>
            </a:fld>
            <a:endParaRPr lang="en-US"/>
          </a:p>
        </p:txBody>
      </p:sp>
    </p:spTree>
    <p:extLst>
      <p:ext uri="{BB962C8B-B14F-4D97-AF65-F5344CB8AC3E}">
        <p14:creationId xmlns:p14="http://schemas.microsoft.com/office/powerpoint/2010/main" val="4134611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5</a:t>
            </a:fld>
            <a:endParaRPr lang="en-US"/>
          </a:p>
        </p:txBody>
      </p:sp>
    </p:spTree>
    <p:extLst>
      <p:ext uri="{BB962C8B-B14F-4D97-AF65-F5344CB8AC3E}">
        <p14:creationId xmlns:p14="http://schemas.microsoft.com/office/powerpoint/2010/main" val="1914710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7</a:t>
            </a:fld>
            <a:endParaRPr lang="en-US"/>
          </a:p>
        </p:txBody>
      </p:sp>
    </p:spTree>
    <p:extLst>
      <p:ext uri="{BB962C8B-B14F-4D97-AF65-F5344CB8AC3E}">
        <p14:creationId xmlns:p14="http://schemas.microsoft.com/office/powerpoint/2010/main" val="3247234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8</a:t>
            </a:fld>
            <a:endParaRPr lang="en-US"/>
          </a:p>
        </p:txBody>
      </p:sp>
    </p:spTree>
    <p:extLst>
      <p:ext uri="{BB962C8B-B14F-4D97-AF65-F5344CB8AC3E}">
        <p14:creationId xmlns:p14="http://schemas.microsoft.com/office/powerpoint/2010/main" val="2494553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10</a:t>
            </a:fld>
            <a:endParaRPr lang="en-US"/>
          </a:p>
        </p:txBody>
      </p:sp>
    </p:spTree>
    <p:extLst>
      <p:ext uri="{BB962C8B-B14F-4D97-AF65-F5344CB8AC3E}">
        <p14:creationId xmlns:p14="http://schemas.microsoft.com/office/powerpoint/2010/main" val="3678316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11</a:t>
            </a:fld>
            <a:endParaRPr lang="en-US"/>
          </a:p>
        </p:txBody>
      </p:sp>
    </p:spTree>
    <p:extLst>
      <p:ext uri="{BB962C8B-B14F-4D97-AF65-F5344CB8AC3E}">
        <p14:creationId xmlns:p14="http://schemas.microsoft.com/office/powerpoint/2010/main" val="726655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12</a:t>
            </a:fld>
            <a:endParaRPr lang="en-US"/>
          </a:p>
        </p:txBody>
      </p:sp>
    </p:spTree>
    <p:extLst>
      <p:ext uri="{BB962C8B-B14F-4D97-AF65-F5344CB8AC3E}">
        <p14:creationId xmlns:p14="http://schemas.microsoft.com/office/powerpoint/2010/main" val="121584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13</a:t>
            </a:fld>
            <a:endParaRPr lang="en-US"/>
          </a:p>
        </p:txBody>
      </p:sp>
    </p:spTree>
    <p:extLst>
      <p:ext uri="{BB962C8B-B14F-4D97-AF65-F5344CB8AC3E}">
        <p14:creationId xmlns:p14="http://schemas.microsoft.com/office/powerpoint/2010/main" val="3251160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000000"/>
              </a:solidFill>
              <a:effectLst/>
              <a:latin typeface="Times New Roman" panose="02020603050405020304" pitchFamily="18" charset="0"/>
              <a:ea typeface="MS Mincho" panose="02020609040205080304" pitchFamily="49" charset="-128"/>
            </a:endParaRPr>
          </a:p>
        </p:txBody>
      </p:sp>
      <p:sp>
        <p:nvSpPr>
          <p:cNvPr id="4" name="Slide Number Placeholder 3"/>
          <p:cNvSpPr>
            <a:spLocks noGrp="1"/>
          </p:cNvSpPr>
          <p:nvPr>
            <p:ph type="sldNum" sz="quarter" idx="5"/>
          </p:nvPr>
        </p:nvSpPr>
        <p:spPr/>
        <p:txBody>
          <a:bodyPr/>
          <a:lstStyle/>
          <a:p>
            <a:fld id="{7D42E6B4-5828-4C02-A0CF-17C06995BA4F}" type="slidenum">
              <a:rPr lang="en-US" smtClean="0"/>
              <a:t>14</a:t>
            </a:fld>
            <a:endParaRPr lang="en-US"/>
          </a:p>
        </p:txBody>
      </p:sp>
    </p:spTree>
    <p:extLst>
      <p:ext uri="{BB962C8B-B14F-4D97-AF65-F5344CB8AC3E}">
        <p14:creationId xmlns:p14="http://schemas.microsoft.com/office/powerpoint/2010/main" val="3832600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F636D71-A5EE-4D80-93F2-2E793BA34D6A}"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672690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4289055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636D71-A5EE-4D80-93F2-2E793BA34D6A}"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3506139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636D71-A5EE-4D80-93F2-2E793BA34D6A}" type="datetimeFigureOut">
              <a:rPr lang="en-US" smtClean="0"/>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102068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636D71-A5EE-4D80-93F2-2E793BA34D6A}" type="datetimeFigureOut">
              <a:rPr lang="en-US" smtClean="0"/>
              <a:t>11/9/2021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851057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636D71-A5EE-4D80-93F2-2E793BA34D6A}" type="datetimeFigureOut">
              <a:rPr lang="en-US" smtClean="0"/>
              <a:t>11/9/2021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865163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636D71-A5EE-4D80-93F2-2E793BA34D6A}" type="datetimeFigureOut">
              <a:rPr lang="en-US" smtClean="0"/>
              <a:t>11/9/2021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76023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636D71-A5EE-4D80-93F2-2E793BA34D6A}" type="datetimeFigureOut">
              <a:rPr lang="en-US" smtClean="0"/>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1599378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636D71-A5EE-4D80-93F2-2E793BA34D6A}" type="datetimeFigureOut">
              <a:rPr lang="en-US" smtClean="0"/>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1609624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4050622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3839752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610285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04799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402162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344AC8-05EC-439C-B105-7130EAECF138}"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0654622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2"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2"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344AC8-05EC-439C-B105-7130EAECF138}" type="datetimeFigureOut">
              <a:rPr lang="en-US" smtClean="0"/>
              <a:pPr/>
              <a:t>11/9/2021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458399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344AC8-05EC-439C-B105-7130EAECF138}" type="datetimeFigureOut">
              <a:rPr lang="en-US" smtClean="0"/>
              <a:pPr/>
              <a:t>11/9/2021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8306219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44AC8-05EC-439C-B105-7130EAECF138}" type="datetimeFigureOut">
              <a:rPr lang="en-US" smtClean="0"/>
              <a:pPr/>
              <a:t>11/9/2021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0481594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6221162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8604570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38028299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39617884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Text Placeholder 2"/>
          <p:cNvSpPr>
            <a:spLocks noGrp="1"/>
          </p:cNvSpPr>
          <p:nvPr>
            <p:ph type="body" sz="half" idx="1"/>
          </p:nvPr>
        </p:nvSpPr>
        <p:spPr>
          <a:xfrm>
            <a:off x="457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999242F-2EF2-0B43-BC6C-EB4AD4F1835C}" type="slidenum">
              <a:rPr lang="x-none"/>
              <a:pPr>
                <a:defRPr/>
              </a:pPr>
              <a:t>‹#›</a:t>
            </a:fld>
            <a:endParaRPr lang="en-US"/>
          </a:p>
        </p:txBody>
      </p:sp>
    </p:spTree>
    <p:extLst>
      <p:ext uri="{BB962C8B-B14F-4D97-AF65-F5344CB8AC3E}">
        <p14:creationId xmlns:p14="http://schemas.microsoft.com/office/powerpoint/2010/main" val="29298949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ClipArt Placeholder 2"/>
          <p:cNvSpPr>
            <a:spLocks noGrp="1"/>
          </p:cNvSpPr>
          <p:nvPr>
            <p:ph type="clipArt" sz="half" idx="1"/>
          </p:nvPr>
        </p:nvSpPr>
        <p:spPr>
          <a:xfrm>
            <a:off x="457200" y="1200151"/>
            <a:ext cx="4038600" cy="3394472"/>
          </a:xfrm>
        </p:spPr>
        <p:txBody>
          <a:bodyPr/>
          <a:lstStyle/>
          <a:p>
            <a:pPr lvl="0"/>
            <a:r>
              <a:rPr lang="en-US" noProof="0"/>
              <a:t>Click icon to add clip art</a:t>
            </a:r>
          </a:p>
        </p:txBody>
      </p:sp>
      <p:sp>
        <p:nvSpPr>
          <p:cNvPr id="4" name="Text Placeholder 3"/>
          <p:cNvSpPr>
            <a:spLocks noGrp="1"/>
          </p:cNvSpPr>
          <p:nvPr>
            <p:ph type="body"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2DE4179-BE5E-AC4D-8946-1289F21B5112}" type="slidenum">
              <a:rPr lang="x-none"/>
              <a:pPr>
                <a:defRPr/>
              </a:pPr>
              <a:t>‹#›</a:t>
            </a:fld>
            <a:endParaRPr lang="en-US"/>
          </a:p>
        </p:txBody>
      </p:sp>
    </p:spTree>
    <p:extLst>
      <p:ext uri="{BB962C8B-B14F-4D97-AF65-F5344CB8AC3E}">
        <p14:creationId xmlns:p14="http://schemas.microsoft.com/office/powerpoint/2010/main" val="83553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Table Placeholder 2"/>
          <p:cNvSpPr>
            <a:spLocks noGrp="1"/>
          </p:cNvSpPr>
          <p:nvPr>
            <p:ph type="tbl" idx="1"/>
          </p:nvPr>
        </p:nvSpPr>
        <p:spPr>
          <a:xfrm>
            <a:off x="457200" y="1200151"/>
            <a:ext cx="8229600" cy="3394472"/>
          </a:xfrm>
        </p:spPr>
        <p:txBody>
          <a:bodyPr/>
          <a:lstStyle/>
          <a:p>
            <a:pPr lvl="0"/>
            <a:r>
              <a:rPr lang="en-US" noProof="0"/>
              <a:t>Click icon to add table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B1571A4-3FE9-024F-B572-062A760A0968}" type="slidenum">
              <a:rPr lang="x-none"/>
              <a:pPr>
                <a:defRPr/>
              </a:pPr>
              <a:t>‹#›</a:t>
            </a:fld>
            <a:endParaRPr lang="en-US"/>
          </a:p>
        </p:txBody>
      </p:sp>
    </p:spTree>
    <p:extLst>
      <p:ext uri="{BB962C8B-B14F-4D97-AF65-F5344CB8AC3E}">
        <p14:creationId xmlns:p14="http://schemas.microsoft.com/office/powerpoint/2010/main" val="5131195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6102851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0479970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4021623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344AC8-05EC-439C-B105-7130EAECF138}"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065462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344AC8-05EC-439C-B105-7130EAECF138}" type="datetimeFigureOut">
              <a:rPr lang="en-US" smtClean="0"/>
              <a:pPr/>
              <a:t>11/9/2021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4583997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344AC8-05EC-439C-B105-7130EAECF138}" type="datetimeFigureOut">
              <a:rPr lang="en-US" smtClean="0"/>
              <a:pPr/>
              <a:t>11/9/2021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8306219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44AC8-05EC-439C-B105-7130EAECF138}" type="datetimeFigureOut">
              <a:rPr lang="en-US" smtClean="0"/>
              <a:pPr/>
              <a:t>11/9/2021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0481594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622116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8604570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38028299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39617884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Text Placeholder 2"/>
          <p:cNvSpPr>
            <a:spLocks noGrp="1"/>
          </p:cNvSpPr>
          <p:nvPr>
            <p:ph type="body" sz="half" idx="1"/>
          </p:nvPr>
        </p:nvSpPr>
        <p:spPr>
          <a:xfrm>
            <a:off x="457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999242F-2EF2-0B43-BC6C-EB4AD4F1835C}" type="slidenum">
              <a:rPr lang="x-none"/>
              <a:pPr>
                <a:defRPr/>
              </a:pPr>
              <a:t>‹#›</a:t>
            </a:fld>
            <a:endParaRPr lang="en-US"/>
          </a:p>
        </p:txBody>
      </p:sp>
    </p:spTree>
    <p:extLst>
      <p:ext uri="{BB962C8B-B14F-4D97-AF65-F5344CB8AC3E}">
        <p14:creationId xmlns:p14="http://schemas.microsoft.com/office/powerpoint/2010/main" val="29298949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ClipArt Placeholder 2"/>
          <p:cNvSpPr>
            <a:spLocks noGrp="1"/>
          </p:cNvSpPr>
          <p:nvPr>
            <p:ph type="clipArt" sz="half" idx="1"/>
          </p:nvPr>
        </p:nvSpPr>
        <p:spPr>
          <a:xfrm>
            <a:off x="457200" y="1200151"/>
            <a:ext cx="4038600" cy="3394472"/>
          </a:xfrm>
        </p:spPr>
        <p:txBody>
          <a:bodyPr/>
          <a:lstStyle/>
          <a:p>
            <a:pPr lvl="0"/>
            <a:r>
              <a:rPr lang="en-US" noProof="0"/>
              <a:t>Click icon to add clip art</a:t>
            </a:r>
          </a:p>
        </p:txBody>
      </p:sp>
      <p:sp>
        <p:nvSpPr>
          <p:cNvPr id="4" name="Text Placeholder 3"/>
          <p:cNvSpPr>
            <a:spLocks noGrp="1"/>
          </p:cNvSpPr>
          <p:nvPr>
            <p:ph type="body"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2DE4179-BE5E-AC4D-8946-1289F21B5112}" type="slidenum">
              <a:rPr lang="x-none"/>
              <a:pPr>
                <a:defRPr/>
              </a:pPr>
              <a:t>‹#›</a:t>
            </a:fld>
            <a:endParaRPr lang="en-US"/>
          </a:p>
        </p:txBody>
      </p:sp>
    </p:spTree>
    <p:extLst>
      <p:ext uri="{BB962C8B-B14F-4D97-AF65-F5344CB8AC3E}">
        <p14:creationId xmlns:p14="http://schemas.microsoft.com/office/powerpoint/2010/main" val="8355390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Table Placeholder 2"/>
          <p:cNvSpPr>
            <a:spLocks noGrp="1"/>
          </p:cNvSpPr>
          <p:nvPr>
            <p:ph type="tbl" idx="1"/>
          </p:nvPr>
        </p:nvSpPr>
        <p:spPr>
          <a:xfrm>
            <a:off x="457200" y="1200151"/>
            <a:ext cx="8229600" cy="3394472"/>
          </a:xfrm>
        </p:spPr>
        <p:txBody>
          <a:bodyPr/>
          <a:lstStyle/>
          <a:p>
            <a:pPr lvl="0"/>
            <a:r>
              <a:rPr lang="en-US" noProof="0"/>
              <a:t>Click icon to add table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B1571A4-3FE9-024F-B572-062A760A0968}" type="slidenum">
              <a:rPr lang="x-none"/>
              <a:pPr>
                <a:defRPr/>
              </a:pPr>
              <a:t>‹#›</a:t>
            </a:fld>
            <a:endParaRPr lang="en-US"/>
          </a:p>
        </p:txBody>
      </p:sp>
    </p:spTree>
    <p:extLst>
      <p:ext uri="{BB962C8B-B14F-4D97-AF65-F5344CB8AC3E}">
        <p14:creationId xmlns:p14="http://schemas.microsoft.com/office/powerpoint/2010/main" val="5131195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F636D71-A5EE-4D80-93F2-2E793BA34D6A}"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6726906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42890558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636D71-A5EE-4D80-93F2-2E793BA34D6A}"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35061395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636D71-A5EE-4D80-93F2-2E793BA34D6A}" type="datetimeFigureOut">
              <a:rPr lang="en-US" smtClean="0"/>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1020681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636D71-A5EE-4D80-93F2-2E793BA34D6A}" type="datetimeFigureOut">
              <a:rPr lang="en-US" smtClean="0"/>
              <a:t>11/9/2021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8510577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636D71-A5EE-4D80-93F2-2E793BA34D6A}" type="datetimeFigureOut">
              <a:rPr lang="en-US" smtClean="0"/>
              <a:t>11/9/2021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8651634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636D71-A5EE-4D80-93F2-2E793BA34D6A}" type="datetimeFigureOut">
              <a:rPr lang="en-US" smtClean="0"/>
              <a:t>11/9/2021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760233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en-US"/>
              <a:t>Click to edit Master text styles</a:t>
            </a:r>
          </a:p>
        </p:txBody>
      </p:sp>
      <p:sp>
        <p:nvSpPr>
          <p:cNvPr id="5" name="Date Placeholder 4"/>
          <p:cNvSpPr>
            <a:spLocks noGrp="1"/>
          </p:cNvSpPr>
          <p:nvPr>
            <p:ph type="dt" sz="half" idx="10"/>
          </p:nvPr>
        </p:nvSpPr>
        <p:spPr/>
        <p:txBody>
          <a:bodyPr/>
          <a:lstStyle/>
          <a:p>
            <a:fld id="{3F636D71-A5EE-4D80-93F2-2E793BA34D6A}" type="datetimeFigureOut">
              <a:rPr lang="en-US" smtClean="0"/>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15993786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en-US"/>
              <a:t>Click to edit Master text styles</a:t>
            </a:r>
          </a:p>
        </p:txBody>
      </p:sp>
      <p:sp>
        <p:nvSpPr>
          <p:cNvPr id="5" name="Date Placeholder 4"/>
          <p:cNvSpPr>
            <a:spLocks noGrp="1"/>
          </p:cNvSpPr>
          <p:nvPr>
            <p:ph type="dt" sz="half" idx="10"/>
          </p:nvPr>
        </p:nvSpPr>
        <p:spPr/>
        <p:txBody>
          <a:bodyPr/>
          <a:lstStyle/>
          <a:p>
            <a:fld id="{3F636D71-A5EE-4D80-93F2-2E793BA34D6A}" type="datetimeFigureOut">
              <a:rPr lang="en-US" smtClean="0"/>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16096242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40506229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38397523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5488098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7549486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00765357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344AC8-05EC-439C-B105-7130EAECF138}"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6454338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344AC8-05EC-439C-B105-7130EAECF138}" type="datetimeFigureOut">
              <a:rPr lang="en-US" smtClean="0"/>
              <a:pPr/>
              <a:t>11/9/2021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9249311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344AC8-05EC-439C-B105-7130EAECF138}" type="datetimeFigureOut">
              <a:rPr lang="en-US" smtClean="0"/>
              <a:pPr/>
              <a:t>11/9/2021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8856150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44AC8-05EC-439C-B105-7130EAECF138}" type="datetimeFigureOut">
              <a:rPr lang="en-US" smtClean="0"/>
              <a:pPr/>
              <a:t>11/9/2021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7522346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7647199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3702078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69713000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176656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1.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image" Target="../media/image2.png"/><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image" Target="../media/image2.png"/><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F636D71-A5EE-4D80-93F2-2E793BA34D6A}" type="datetimeFigureOut">
              <a:rPr lang="en-US" smtClean="0"/>
              <a:t>11/9/2021</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719E5BC-76EE-475F-81B5-91CB5EDFEC20}" type="slidenum">
              <a:rPr lang="en-US" smtClean="0"/>
              <a:t>‹#›</a:t>
            </a:fld>
            <a:endParaRPr lang="en-US"/>
          </a:p>
        </p:txBody>
      </p:sp>
    </p:spTree>
    <p:extLst>
      <p:ext uri="{BB962C8B-B14F-4D97-AF65-F5344CB8AC3E}">
        <p14:creationId xmlns:p14="http://schemas.microsoft.com/office/powerpoint/2010/main" val="14530114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A344AC8-05EC-439C-B105-7130EAECF138}" type="datetimeFigureOut">
              <a:rPr lang="en-US" smtClean="0"/>
              <a:pPr/>
              <a:t>11/9/2021</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30B71AF-6906-4218-8C2C-7E0D3820EE39}" type="slidenum">
              <a:rPr lang="en-US" smtClean="0"/>
              <a:pPr/>
              <a:t>‹#›</a:t>
            </a:fld>
            <a:endParaRPr lang="en-US"/>
          </a:p>
        </p:txBody>
      </p:sp>
    </p:spTree>
    <p:extLst>
      <p:ext uri="{BB962C8B-B14F-4D97-AF65-F5344CB8AC3E}">
        <p14:creationId xmlns:p14="http://schemas.microsoft.com/office/powerpoint/2010/main" val="347735326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A344AC8-05EC-439C-B105-7130EAECF138}" type="datetimeFigureOut">
              <a:rPr lang="en-US" smtClean="0"/>
              <a:pPr/>
              <a:t>11/9/2021</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30B71AF-6906-4218-8C2C-7E0D3820EE39}" type="slidenum">
              <a:rPr lang="en-US" smtClean="0"/>
              <a:pPr/>
              <a:t>‹#›</a:t>
            </a:fld>
            <a:endParaRPr lang="en-US"/>
          </a:p>
        </p:txBody>
      </p:sp>
    </p:spTree>
    <p:extLst>
      <p:ext uri="{BB962C8B-B14F-4D97-AF65-F5344CB8AC3E}">
        <p14:creationId xmlns:p14="http://schemas.microsoft.com/office/powerpoint/2010/main" val="3477353265"/>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68580" tIns="34290" rIns="68580" bIns="3429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3F636D71-A5EE-4D80-93F2-2E793BA34D6A}" type="datetimeFigureOut">
              <a:rPr lang="en-US" smtClean="0"/>
              <a:t>11/9/2021</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A719E5BC-76EE-475F-81B5-91CB5EDFEC20}" type="slidenum">
              <a:rPr lang="en-US" smtClean="0"/>
              <a:t>‹#›</a:t>
            </a:fld>
            <a:endParaRPr lang="en-US"/>
          </a:p>
        </p:txBody>
      </p:sp>
    </p:spTree>
    <p:extLst>
      <p:ext uri="{BB962C8B-B14F-4D97-AF65-F5344CB8AC3E}">
        <p14:creationId xmlns:p14="http://schemas.microsoft.com/office/powerpoint/2010/main" val="1453011412"/>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A344AC8-05EC-439C-B105-7130EAECF138}" type="datetimeFigureOut">
              <a:rPr lang="en-US" smtClean="0"/>
              <a:pPr/>
              <a:t>11/9/2021</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30B71AF-6906-4218-8C2C-7E0D3820EE39}" type="slidenum">
              <a:rPr lang="en-US" smtClean="0"/>
              <a:pPr/>
              <a:t>‹#›</a:t>
            </a:fld>
            <a:endParaRPr lang="en-US"/>
          </a:p>
        </p:txBody>
      </p:sp>
    </p:spTree>
    <p:extLst>
      <p:ext uri="{BB962C8B-B14F-4D97-AF65-F5344CB8AC3E}">
        <p14:creationId xmlns:p14="http://schemas.microsoft.com/office/powerpoint/2010/main" val="155802724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04825" y="1504950"/>
            <a:ext cx="8134350" cy="1676399"/>
          </a:xfrm>
        </p:spPr>
        <p:txBody>
          <a:bodyPr>
            <a:noAutofit/>
          </a:bodyPr>
          <a:lstStyle/>
          <a:p>
            <a:r>
              <a:rPr lang="en-001" sz="2800" b="1" dirty="0">
                <a:solidFill>
                  <a:schemeClr val="bg1"/>
                </a:solidFill>
                <a:latin typeface="Calibri" panose="020F0502020204030204" pitchFamily="34" charset="0"/>
                <a:cs typeface="Calibri" panose="020F0502020204030204" pitchFamily="34" charset="0"/>
              </a:rPr>
              <a:t>Đo lường chỉ số GI của các sản phẩm sữa ANMUM</a:t>
            </a:r>
            <a:endParaRPr lang="vi-VN" sz="2800" b="1" dirty="0">
              <a:solidFill>
                <a:schemeClr val="bg1"/>
              </a:solidFill>
              <a:latin typeface="Calibri" panose="020F0502020204030204" pitchFamily="34" charset="0"/>
              <a:cs typeface="Calibri" panose="020F0502020204030204" pitchFamily="34" charset="0"/>
            </a:endParaRPr>
          </a:p>
        </p:txBody>
      </p:sp>
      <p:sp>
        <p:nvSpPr>
          <p:cNvPr id="3" name="Subtitle 2"/>
          <p:cNvSpPr>
            <a:spLocks noGrp="1"/>
          </p:cNvSpPr>
          <p:nvPr>
            <p:ph type="subTitle" idx="1"/>
          </p:nvPr>
        </p:nvSpPr>
        <p:spPr>
          <a:xfrm>
            <a:off x="3429000" y="2743201"/>
            <a:ext cx="5410200" cy="1676399"/>
          </a:xfrm>
        </p:spPr>
        <p:txBody>
          <a:bodyPr>
            <a:normAutofit/>
          </a:bodyPr>
          <a:lstStyle/>
          <a:p>
            <a:pPr algn="r"/>
            <a:r>
              <a:rPr lang="en-US" sz="2000" b="1" dirty="0">
                <a:solidFill>
                  <a:schemeClr val="bg1"/>
                </a:solidFill>
              </a:rPr>
              <a:t>Chủ nhiệm đề tài: Ts. Bs. Trương Hồng Sơn</a:t>
            </a:r>
          </a:p>
          <a:p>
            <a:pPr algn="r"/>
            <a:r>
              <a:rPr lang="en-US" sz="2000" b="1" dirty="0">
                <a:solidFill>
                  <a:schemeClr val="bg1"/>
                </a:solidFill>
              </a:rPr>
              <a:t>Đồng chủ nhiệm: </a:t>
            </a:r>
            <a:r>
              <a:rPr lang="en-US" sz="2000" b="1" dirty="0" err="1">
                <a:solidFill>
                  <a:schemeClr val="bg1"/>
                </a:solidFill>
              </a:rPr>
              <a:t>PGs.</a:t>
            </a:r>
            <a:r>
              <a:rPr lang="en-US" sz="2000" b="1" dirty="0">
                <a:solidFill>
                  <a:schemeClr val="bg1"/>
                </a:solidFill>
              </a:rPr>
              <a:t> Ts. Bs. </a:t>
            </a:r>
            <a:r>
              <a:rPr lang="en-US" sz="2000" b="1" dirty="0" err="1">
                <a:solidFill>
                  <a:schemeClr val="bg1"/>
                </a:solidFill>
              </a:rPr>
              <a:t>Nguyễn</a:t>
            </a:r>
            <a:r>
              <a:rPr lang="en-US" sz="2000" b="1" dirty="0">
                <a:solidFill>
                  <a:schemeClr val="bg1"/>
                </a:solidFill>
              </a:rPr>
              <a:t> Xuân Ninh</a:t>
            </a:r>
          </a:p>
          <a:p>
            <a:pPr algn="r"/>
            <a:r>
              <a:rPr lang="en-US" sz="2000" b="1" dirty="0">
                <a:solidFill>
                  <a:schemeClr val="bg1"/>
                </a:solidFill>
              </a:rPr>
              <a:t>Viện Y học ứng dụng Việt Nam</a:t>
            </a:r>
          </a:p>
        </p:txBody>
      </p:sp>
    </p:spTree>
    <p:extLst>
      <p:ext uri="{BB962C8B-B14F-4D97-AF65-F5344CB8AC3E}">
        <p14:creationId xmlns:p14="http://schemas.microsoft.com/office/powerpoint/2010/main" val="3768123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6547"/>
            <a:ext cx="8229600" cy="857250"/>
          </a:xfrm>
        </p:spPr>
        <p:txBody>
          <a:bodyPr>
            <a:normAutofit/>
          </a:bodyPr>
          <a:lstStyle/>
          <a:p>
            <a:r>
              <a:rPr lang="en-US" sz="3200" b="1" dirty="0"/>
              <a:t>Nội dung trình bày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45993156"/>
              </p:ext>
            </p:extLst>
          </p:nvPr>
        </p:nvGraphicFramePr>
        <p:xfrm>
          <a:off x="152400" y="1200150"/>
          <a:ext cx="8839200" cy="3394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40875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4800535-7F9E-4E19-8F4F-9C3E5AB9E018}"/>
              </a:ext>
            </a:extLst>
          </p:cNvPr>
          <p:cNvSpPr txBox="1">
            <a:spLocks/>
          </p:cNvSpPr>
          <p:nvPr/>
        </p:nvSpPr>
        <p:spPr>
          <a:xfrm>
            <a:off x="685800" y="1597820"/>
            <a:ext cx="7772400" cy="1102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spcAft>
                <a:spcPts val="600"/>
              </a:spcAft>
            </a:pPr>
            <a:r>
              <a:rPr lang="en-US" b="1" kern="1200" dirty="0">
                <a:latin typeface="+mj-lt"/>
                <a:ea typeface="+mj-ea"/>
                <a:cs typeface="+mj-cs"/>
              </a:rPr>
              <a:t>KHÍA CẠNH ĐẠO ĐỨC CỦA NGHIÊN CỨU</a:t>
            </a:r>
          </a:p>
        </p:txBody>
      </p:sp>
    </p:spTree>
    <p:extLst>
      <p:ext uri="{BB962C8B-B14F-4D97-AF65-F5344CB8AC3E}">
        <p14:creationId xmlns:p14="http://schemas.microsoft.com/office/powerpoint/2010/main" val="2068070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ntent Placeholder 7">
            <a:extLst>
              <a:ext uri="{FF2B5EF4-FFF2-40B4-BE49-F238E27FC236}">
                <a16:creationId xmlns:a16="http://schemas.microsoft.com/office/drawing/2014/main" id="{39D3CC76-4C8C-4315-9AA8-9C252013863F}"/>
              </a:ext>
            </a:extLst>
          </p:cNvPr>
          <p:cNvSpPr txBox="1">
            <a:spLocks/>
          </p:cNvSpPr>
          <p:nvPr/>
        </p:nvSpPr>
        <p:spPr>
          <a:xfrm>
            <a:off x="228600" y="1657350"/>
            <a:ext cx="8534400" cy="3200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spcBef>
                <a:spcPts val="600"/>
              </a:spcBef>
              <a:buFont typeface="Arial" panose="020B0604020202020204" pitchFamily="34" charset="0"/>
              <a:buChar char="•"/>
            </a:pPr>
            <a:r>
              <a:rPr lang="en-US" sz="1800" b="1" dirty="0">
                <a:solidFill>
                  <a:schemeClr val="tx1"/>
                </a:solidFill>
              </a:rPr>
              <a:t>Thiết kế khoa học của đề cương nghiên cứu:</a:t>
            </a:r>
            <a:r>
              <a:rPr lang="en-US" sz="1800" dirty="0">
                <a:solidFill>
                  <a:schemeClr val="tx1"/>
                </a:solidFill>
              </a:rPr>
              <a:t> </a:t>
            </a:r>
            <a:r>
              <a:rPr lang="en-US" sz="1800" i="1" dirty="0">
                <a:solidFill>
                  <a:schemeClr val="tx1"/>
                </a:solidFill>
              </a:rPr>
              <a:t>TCVN10036:2013, ISO 26642:2010</a:t>
            </a:r>
          </a:p>
          <a:p>
            <a:pPr marL="457200" indent="-457200" algn="just">
              <a:spcBef>
                <a:spcPts val="600"/>
              </a:spcBef>
              <a:buFont typeface="Arial" panose="020B0604020202020204" pitchFamily="34" charset="0"/>
              <a:buChar char="•"/>
            </a:pPr>
            <a:r>
              <a:rPr lang="en-US" sz="1800" b="1" dirty="0">
                <a:solidFill>
                  <a:schemeClr val="tx1"/>
                </a:solidFill>
              </a:rPr>
              <a:t>Mục tiêu nghiên cứu: </a:t>
            </a:r>
            <a:r>
              <a:rPr lang="en-US" sz="1800" i="1" dirty="0">
                <a:solidFill>
                  <a:schemeClr val="tx1"/>
                </a:solidFill>
              </a:rPr>
              <a:t>Đo lường chỉ số GI của các sản phẩm sữa ANMUM trên người trưởng thành khỏe mạnh.</a:t>
            </a:r>
          </a:p>
          <a:p>
            <a:pPr marL="457200" indent="-457200" algn="just">
              <a:spcBef>
                <a:spcPts val="600"/>
              </a:spcBef>
              <a:buFont typeface="Arial" panose="020B0604020202020204" pitchFamily="34" charset="0"/>
              <a:buChar char="•"/>
            </a:pPr>
            <a:r>
              <a:rPr lang="en-US" sz="1800" b="1" dirty="0">
                <a:solidFill>
                  <a:schemeClr val="tx1"/>
                </a:solidFill>
              </a:rPr>
              <a:t>Phương pháp chọn mẫu: </a:t>
            </a:r>
            <a:r>
              <a:rPr lang="en-US" sz="1800" i="1" dirty="0">
                <a:solidFill>
                  <a:schemeClr val="tx1"/>
                </a:solidFill>
              </a:rPr>
              <a:t>Chọn mẫu chủ đích.</a:t>
            </a:r>
          </a:p>
          <a:p>
            <a:pPr marL="457200" indent="-457200" algn="just">
              <a:spcBef>
                <a:spcPts val="600"/>
              </a:spcBef>
              <a:buFont typeface="Arial" panose="020B0604020202020204" pitchFamily="34" charset="0"/>
              <a:buChar char="•"/>
            </a:pPr>
            <a:r>
              <a:rPr lang="en-US" sz="1800" b="1" dirty="0">
                <a:solidFill>
                  <a:schemeClr val="tx1"/>
                </a:solidFill>
              </a:rPr>
              <a:t>Cỡ mẫu: </a:t>
            </a:r>
            <a:r>
              <a:rPr lang="en-US" sz="1800" i="1" dirty="0">
                <a:solidFill>
                  <a:schemeClr val="tx1"/>
                </a:solidFill>
              </a:rPr>
              <a:t>20 đối tượng</a:t>
            </a:r>
          </a:p>
          <a:p>
            <a:pPr marL="457200" indent="-457200" algn="just">
              <a:spcBef>
                <a:spcPts val="600"/>
              </a:spcBef>
              <a:buFont typeface="Arial" panose="020B0604020202020204" pitchFamily="34" charset="0"/>
              <a:buChar char="•"/>
            </a:pPr>
            <a:r>
              <a:rPr lang="en-US" sz="1800" b="1" dirty="0">
                <a:solidFill>
                  <a:schemeClr val="tx1"/>
                </a:solidFill>
              </a:rPr>
              <a:t>Tiêu chí rút sớm, đình chỉ và bãi bỏ </a:t>
            </a:r>
            <a:r>
              <a:rPr lang="en-US" sz="2000" b="1" dirty="0">
                <a:solidFill>
                  <a:schemeClr val="tx1"/>
                </a:solidFill>
              </a:rPr>
              <a:t>nghiên</a:t>
            </a:r>
            <a:r>
              <a:rPr lang="en-US" sz="1800" b="1" dirty="0">
                <a:solidFill>
                  <a:schemeClr val="tx1"/>
                </a:solidFill>
              </a:rPr>
              <a:t> cứu: </a:t>
            </a:r>
            <a:endParaRPr lang="en-US" sz="1800" dirty="0">
              <a:solidFill>
                <a:schemeClr val="tx1"/>
              </a:solidFill>
            </a:endParaRPr>
          </a:p>
          <a:p>
            <a:pPr marL="457200" indent="-457200" algn="just">
              <a:spcBef>
                <a:spcPts val="600"/>
              </a:spcBef>
              <a:buFont typeface="Arial" panose="020B0604020202020204" pitchFamily="34" charset="0"/>
              <a:buChar char="•"/>
            </a:pPr>
            <a:r>
              <a:rPr lang="en-US" sz="1800" b="1" dirty="0">
                <a:solidFill>
                  <a:schemeClr val="tx1"/>
                </a:solidFill>
              </a:rPr>
              <a:t>Theo dõi, kiểm tra, tổ chức</a:t>
            </a:r>
          </a:p>
          <a:p>
            <a:pPr marL="457200" indent="-457200" algn="just">
              <a:spcBef>
                <a:spcPts val="600"/>
              </a:spcBef>
              <a:buFont typeface="Arial" panose="020B0604020202020204" pitchFamily="34" charset="0"/>
              <a:buChar char="•"/>
            </a:pPr>
            <a:r>
              <a:rPr lang="en-US" sz="1800" b="1" dirty="0">
                <a:solidFill>
                  <a:schemeClr val="tx1"/>
                </a:solidFill>
              </a:rPr>
              <a:t>Nguồn cung cấp, vật tư – trang thiết bị, cơ sở và địa điểm nghiên cứu</a:t>
            </a:r>
          </a:p>
          <a:p>
            <a:pPr marL="457200" indent="-457200" algn="just">
              <a:spcBef>
                <a:spcPts val="600"/>
              </a:spcBef>
              <a:buFont typeface="Arial" panose="020B0604020202020204" pitchFamily="34" charset="0"/>
              <a:buChar char="•"/>
            </a:pPr>
            <a:r>
              <a:rPr lang="en-US" sz="1800" b="1" dirty="0">
                <a:solidFill>
                  <a:schemeClr val="tx1"/>
                </a:solidFill>
              </a:rPr>
              <a:t>Phương thức báo cáo</a:t>
            </a:r>
          </a:p>
        </p:txBody>
      </p:sp>
      <p:sp>
        <p:nvSpPr>
          <p:cNvPr id="30" name="Title 1">
            <a:extLst>
              <a:ext uri="{FF2B5EF4-FFF2-40B4-BE49-F238E27FC236}">
                <a16:creationId xmlns:a16="http://schemas.microsoft.com/office/drawing/2014/main" id="{33560BDF-51CC-40F8-A86E-C9AB989027BD}"/>
              </a:ext>
            </a:extLst>
          </p:cNvPr>
          <p:cNvSpPr txBox="1">
            <a:spLocks/>
          </p:cNvSpPr>
          <p:nvPr/>
        </p:nvSpPr>
        <p:spPr>
          <a:xfrm>
            <a:off x="533398" y="326231"/>
            <a:ext cx="8077199" cy="1102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dirty="0"/>
              <a:t>Thiết kế khoa học - tổ chức nghiên cứu</a:t>
            </a:r>
          </a:p>
          <a:p>
            <a:r>
              <a:rPr lang="en-US" sz="2800" b="1" dirty="0"/>
              <a:t>– phương pháp chọn mẫu – các tiêu chí đánh giá</a:t>
            </a:r>
            <a:endParaRPr lang="en-US" sz="2800" b="1" kern="1200" dirty="0">
              <a:latin typeface="+mj-lt"/>
              <a:ea typeface="+mj-ea"/>
              <a:cs typeface="+mj-cs"/>
            </a:endParaRPr>
          </a:p>
        </p:txBody>
      </p:sp>
    </p:spTree>
    <p:extLst>
      <p:ext uri="{BB962C8B-B14F-4D97-AF65-F5344CB8AC3E}">
        <p14:creationId xmlns:p14="http://schemas.microsoft.com/office/powerpoint/2010/main" val="883242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dirty="0">
              <a:solidFill>
                <a:schemeClr val="tx1"/>
              </a:solidFill>
            </a:endParaRPr>
          </a:p>
          <a:p>
            <a:pPr marL="457200" indent="-457200" algn="just">
              <a:buAutoNum type="arabicPeriod"/>
            </a:pPr>
            <a:endParaRPr lang="en-US" sz="2000" dirty="0">
              <a:solidFill>
                <a:schemeClr val="tx1"/>
              </a:solidFill>
            </a:endParaRPr>
          </a:p>
        </p:txBody>
      </p:sp>
      <p:sp>
        <p:nvSpPr>
          <p:cNvPr id="17" name="Content Placeholder 7">
            <a:extLst>
              <a:ext uri="{FF2B5EF4-FFF2-40B4-BE49-F238E27FC236}">
                <a16:creationId xmlns:a16="http://schemas.microsoft.com/office/drawing/2014/main" id="{B3CCE472-7E73-4EB2-BC7D-6383168C7893}"/>
              </a:ext>
            </a:extLst>
          </p:cNvPr>
          <p:cNvSpPr txBox="1">
            <a:spLocks/>
          </p:cNvSpPr>
          <p:nvPr/>
        </p:nvSpPr>
        <p:spPr>
          <a:xfrm>
            <a:off x="548640" y="1468279"/>
            <a:ext cx="8077200" cy="3868341"/>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AutoNum type="arabicPeriod"/>
            </a:pPr>
            <a:r>
              <a:rPr lang="en-US" sz="2000" dirty="0">
                <a:solidFill>
                  <a:schemeClr val="tx1"/>
                </a:solidFill>
              </a:rPr>
              <a:t>Sau khi đề cương được Hội đồng đạo đức thông qua, tiến hành tuyển chọn đối tượng qua các kênh thông tin: website, </a:t>
            </a:r>
            <a:r>
              <a:rPr lang="en-US" sz="2000" dirty="0" err="1">
                <a:solidFill>
                  <a:schemeClr val="tx1"/>
                </a:solidFill>
              </a:rPr>
              <a:t>fanpage</a:t>
            </a:r>
            <a:r>
              <a:rPr lang="en-US" sz="2000" dirty="0">
                <a:solidFill>
                  <a:schemeClr val="tx1"/>
                </a:solidFill>
              </a:rPr>
              <a:t>, hội nhóm…</a:t>
            </a:r>
          </a:p>
          <a:p>
            <a:pPr marL="457200" indent="-457200" algn="just">
              <a:buAutoNum type="arabicPeriod"/>
            </a:pPr>
            <a:r>
              <a:rPr lang="en-US" sz="2000" dirty="0">
                <a:solidFill>
                  <a:schemeClr val="tx1"/>
                </a:solidFill>
              </a:rPr>
              <a:t>Giải thích đầy đủ thông tin cho cán bộ nghiên cứu, đối tượng tham gia, quyền lợi và trách nhiệm.</a:t>
            </a:r>
          </a:p>
          <a:p>
            <a:pPr marL="457200" indent="-457200" algn="just">
              <a:buAutoNum type="arabicPeriod"/>
            </a:pPr>
            <a:r>
              <a:rPr lang="en-US" sz="2000" dirty="0">
                <a:solidFill>
                  <a:schemeClr val="tx1"/>
                </a:solidFill>
              </a:rPr>
              <a:t>Tiêu chí: dựa trên tiêu chí theo </a:t>
            </a:r>
            <a:r>
              <a:rPr lang="en-US" sz="2000" i="1" dirty="0">
                <a:solidFill>
                  <a:schemeClr val="tx1"/>
                </a:solidFill>
              </a:rPr>
              <a:t>TCVN10036:2013, ISO 26642:2010</a:t>
            </a:r>
          </a:p>
        </p:txBody>
      </p:sp>
      <p:sp>
        <p:nvSpPr>
          <p:cNvPr id="21" name="Title 1">
            <a:extLst>
              <a:ext uri="{FF2B5EF4-FFF2-40B4-BE49-F238E27FC236}">
                <a16:creationId xmlns:a16="http://schemas.microsoft.com/office/drawing/2014/main" id="{B1DDFA73-F2C9-4841-A659-16EBB11B5569}"/>
              </a:ext>
            </a:extLst>
          </p:cNvPr>
          <p:cNvSpPr txBox="1">
            <a:spLocks/>
          </p:cNvSpPr>
          <p:nvPr/>
        </p:nvSpPr>
        <p:spPr>
          <a:xfrm>
            <a:off x="2815590" y="520779"/>
            <a:ext cx="3543300" cy="721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dirty="0"/>
              <a:t>Tuyển chọn đối tượng</a:t>
            </a:r>
            <a:endParaRPr lang="en-US" sz="2800" b="1" kern="1200" dirty="0">
              <a:latin typeface="+mj-lt"/>
              <a:ea typeface="+mj-ea"/>
              <a:cs typeface="+mj-cs"/>
            </a:endParaRPr>
          </a:p>
        </p:txBody>
      </p:sp>
    </p:spTree>
    <p:extLst>
      <p:ext uri="{BB962C8B-B14F-4D97-AF65-F5344CB8AC3E}">
        <p14:creationId xmlns:p14="http://schemas.microsoft.com/office/powerpoint/2010/main" val="3219242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FE0FB53-AF01-429C-9506-EAFF7A2EB9A2}"/>
              </a:ext>
            </a:extLst>
          </p:cNvPr>
          <p:cNvSpPr txBox="1">
            <a:spLocks/>
          </p:cNvSpPr>
          <p:nvPr/>
        </p:nvSpPr>
        <p:spPr>
          <a:xfrm>
            <a:off x="685800" y="1597820"/>
            <a:ext cx="7772400" cy="1102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spcAft>
                <a:spcPts val="600"/>
              </a:spcAft>
            </a:pPr>
            <a:r>
              <a:rPr lang="en-US" b="1" kern="1200" dirty="0">
                <a:latin typeface="+mj-lt"/>
                <a:ea typeface="+mj-ea"/>
                <a:cs typeface="+mj-cs"/>
              </a:rPr>
              <a:t>BẢO VỆ ĐỐI TƯỢNG NGHIÊN CỨU</a:t>
            </a:r>
          </a:p>
        </p:txBody>
      </p:sp>
    </p:spTree>
    <p:extLst>
      <p:ext uri="{BB962C8B-B14F-4D97-AF65-F5344CB8AC3E}">
        <p14:creationId xmlns:p14="http://schemas.microsoft.com/office/powerpoint/2010/main" val="990012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dirty="0">
              <a:solidFill>
                <a:schemeClr val="tx1"/>
              </a:solidFill>
            </a:endParaRPr>
          </a:p>
          <a:p>
            <a:pPr marL="457200" indent="-457200" algn="just">
              <a:buAutoNum type="arabicPeriod"/>
            </a:pPr>
            <a:endParaRPr lang="en-US" sz="2000" dirty="0">
              <a:solidFill>
                <a:schemeClr val="tx1"/>
              </a:solidFill>
            </a:endParaRPr>
          </a:p>
        </p:txBody>
      </p:sp>
      <p:sp>
        <p:nvSpPr>
          <p:cNvPr id="18" name="Title 1">
            <a:extLst>
              <a:ext uri="{FF2B5EF4-FFF2-40B4-BE49-F238E27FC236}">
                <a16:creationId xmlns:a16="http://schemas.microsoft.com/office/drawing/2014/main" id="{ED09A791-FE77-49C8-832D-F5754CC43F0A}"/>
              </a:ext>
            </a:extLst>
          </p:cNvPr>
          <p:cNvSpPr txBox="1">
            <a:spLocks/>
          </p:cNvSpPr>
          <p:nvPr/>
        </p:nvSpPr>
        <p:spPr>
          <a:xfrm>
            <a:off x="1524000" y="218360"/>
            <a:ext cx="4267201" cy="721519"/>
          </a:xfrm>
          <a:prstGeom prst="rect">
            <a:avLst/>
          </a:prstGeom>
        </p:spPr>
        <p:txBody>
          <a:bodyPr vert="horz" lIns="68580" tIns="34290" rIns="68580" bIns="34290" rtlCol="0" anchor="ctr">
            <a:normAutofit fontScale="92500"/>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dirty="0"/>
              <a:t>Bảo vệ đối tượng nghiên cứu</a:t>
            </a:r>
            <a:endParaRPr lang="en-US" sz="2800" b="1" kern="1200" dirty="0">
              <a:latin typeface="+mj-lt"/>
              <a:ea typeface="+mj-ea"/>
              <a:cs typeface="+mj-cs"/>
            </a:endParaRPr>
          </a:p>
        </p:txBody>
      </p:sp>
      <p:sp>
        <p:nvSpPr>
          <p:cNvPr id="19" name="Content Placeholder 7">
            <a:extLst>
              <a:ext uri="{FF2B5EF4-FFF2-40B4-BE49-F238E27FC236}">
                <a16:creationId xmlns:a16="http://schemas.microsoft.com/office/drawing/2014/main" id="{46FC8C31-29BE-42BD-9244-A78762DD99F5}"/>
              </a:ext>
            </a:extLst>
          </p:cNvPr>
          <p:cNvSpPr txBox="1">
            <a:spLocks/>
          </p:cNvSpPr>
          <p:nvPr/>
        </p:nvSpPr>
        <p:spPr>
          <a:xfrm>
            <a:off x="304800" y="971550"/>
            <a:ext cx="8534401" cy="3868341"/>
          </a:xfrm>
          <a:prstGeom prst="rect">
            <a:avLst/>
          </a:prstGeom>
        </p:spPr>
        <p:txBody>
          <a:bodyPr vert="horz" lIns="68580" tIns="34290" rIns="68580" bIns="34290" rtlCol="0">
            <a:normAutofit fontScale="92500" lnSpcReduction="10000"/>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r>
              <a:rPr lang="en-US" sz="2800" dirty="0">
                <a:solidFill>
                  <a:schemeClr val="tx1"/>
                </a:solidFill>
              </a:rPr>
              <a:t>Lựa chọn cán bộ có kinh nghiệm, được tập huấn đầy đủ</a:t>
            </a:r>
          </a:p>
          <a:p>
            <a:pPr marL="457200" indent="-457200" algn="just">
              <a:buFont typeface="Arial" panose="020B0604020202020204" pitchFamily="34" charset="0"/>
              <a:buChar char="•"/>
            </a:pPr>
            <a:r>
              <a:rPr lang="en-US" sz="2800" dirty="0">
                <a:solidFill>
                  <a:schemeClr val="tx1"/>
                </a:solidFill>
              </a:rPr>
              <a:t>Cung cấp đầy đủ thông tin liên quan cho đối tượng nghiên cứu, về dữ liệu cá nhân và các thành viên của nghiên cứu.</a:t>
            </a:r>
          </a:p>
          <a:p>
            <a:pPr marL="457200" indent="-457200" algn="just">
              <a:buFont typeface="Arial" panose="020B0604020202020204" pitchFamily="34" charset="0"/>
              <a:buChar char="•"/>
            </a:pPr>
            <a:r>
              <a:rPr lang="en-US" sz="2800" dirty="0">
                <a:solidFill>
                  <a:schemeClr val="tx1"/>
                </a:solidFill>
              </a:rPr>
              <a:t>Đảm bảo tính bảo mật và an toàn của thông tin cá nhân: thông tin nhân trắc, thông tin xét nghiệm, kết quả các chỉ số. Mọi thông tin được mã hóa cá nhân và chỉ phục vụ mục đích nghiên cứu.</a:t>
            </a:r>
          </a:p>
          <a:p>
            <a:pPr marL="457200" indent="-457200" algn="just">
              <a:buFont typeface="Arial" panose="020B0604020202020204" pitchFamily="34" charset="0"/>
              <a:buChar char="•"/>
            </a:pPr>
            <a:r>
              <a:rPr lang="en-US" sz="2800" dirty="0">
                <a:solidFill>
                  <a:schemeClr val="tx1"/>
                </a:solidFill>
              </a:rPr>
              <a:t>Dụng cụ đảm bảo tiêu chuẩn, </a:t>
            </a:r>
            <a:r>
              <a:rPr lang="en-US" sz="2800" dirty="0" err="1">
                <a:solidFill>
                  <a:schemeClr val="tx1"/>
                </a:solidFill>
              </a:rPr>
              <a:t>Labo</a:t>
            </a:r>
            <a:r>
              <a:rPr lang="en-US" sz="2800" dirty="0">
                <a:solidFill>
                  <a:schemeClr val="tx1"/>
                </a:solidFill>
              </a:rPr>
              <a:t> đạt chuẩn ISO15189:2012.</a:t>
            </a:r>
          </a:p>
        </p:txBody>
      </p:sp>
    </p:spTree>
    <p:extLst>
      <p:ext uri="{BB962C8B-B14F-4D97-AF65-F5344CB8AC3E}">
        <p14:creationId xmlns:p14="http://schemas.microsoft.com/office/powerpoint/2010/main" val="3519854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dirty="0">
              <a:solidFill>
                <a:schemeClr val="tx1"/>
              </a:solidFill>
            </a:endParaRPr>
          </a:p>
          <a:p>
            <a:pPr marL="457200" indent="-457200" algn="just">
              <a:buAutoNum type="arabicPeriod"/>
            </a:pPr>
            <a:endParaRPr lang="en-US" sz="2000" dirty="0">
              <a:solidFill>
                <a:schemeClr val="tx1"/>
              </a:solidFill>
            </a:endParaRPr>
          </a:p>
        </p:txBody>
      </p:sp>
      <p:sp>
        <p:nvSpPr>
          <p:cNvPr id="18" name="Title 1">
            <a:extLst>
              <a:ext uri="{FF2B5EF4-FFF2-40B4-BE49-F238E27FC236}">
                <a16:creationId xmlns:a16="http://schemas.microsoft.com/office/drawing/2014/main" id="{ED09A791-FE77-49C8-832D-F5754CC43F0A}"/>
              </a:ext>
            </a:extLst>
          </p:cNvPr>
          <p:cNvSpPr txBox="1">
            <a:spLocks/>
          </p:cNvSpPr>
          <p:nvPr/>
        </p:nvSpPr>
        <p:spPr>
          <a:xfrm>
            <a:off x="1524000" y="133350"/>
            <a:ext cx="4267201" cy="721519"/>
          </a:xfrm>
          <a:prstGeom prst="rect">
            <a:avLst/>
          </a:prstGeom>
        </p:spPr>
        <p:txBody>
          <a:bodyPr vert="horz" lIns="68580" tIns="34290" rIns="68580" bIns="34290" rtlCol="0" anchor="ctr">
            <a:normAutofit fontScale="92500"/>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dirty="0"/>
              <a:t>Bảo vệ đối tượng nghiên cứu</a:t>
            </a:r>
            <a:endParaRPr lang="en-US" sz="2800" b="1" kern="1200" dirty="0">
              <a:latin typeface="+mj-lt"/>
              <a:ea typeface="+mj-ea"/>
              <a:cs typeface="+mj-cs"/>
            </a:endParaRPr>
          </a:p>
        </p:txBody>
      </p:sp>
      <p:sp>
        <p:nvSpPr>
          <p:cNvPr id="19" name="Content Placeholder 7">
            <a:extLst>
              <a:ext uri="{FF2B5EF4-FFF2-40B4-BE49-F238E27FC236}">
                <a16:creationId xmlns:a16="http://schemas.microsoft.com/office/drawing/2014/main" id="{46FC8C31-29BE-42BD-9244-A78762DD99F5}"/>
              </a:ext>
            </a:extLst>
          </p:cNvPr>
          <p:cNvSpPr txBox="1">
            <a:spLocks/>
          </p:cNvSpPr>
          <p:nvPr/>
        </p:nvSpPr>
        <p:spPr>
          <a:xfrm>
            <a:off x="304799" y="760809"/>
            <a:ext cx="8534401" cy="3868341"/>
          </a:xfrm>
          <a:prstGeom prst="rect">
            <a:avLst/>
          </a:prstGeom>
        </p:spPr>
        <p:txBody>
          <a:bodyPr vert="horz" lIns="68580" tIns="34290" rIns="68580" bIns="34290" rtlCol="0">
            <a:no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r>
              <a:rPr lang="en-US" sz="2600" dirty="0">
                <a:solidFill>
                  <a:schemeClr val="tx1"/>
                </a:solidFill>
              </a:rPr>
              <a:t>Cung cấp bữa ăn nhẹ sau lấy máu</a:t>
            </a:r>
          </a:p>
          <a:p>
            <a:pPr marL="457200" indent="-457200" algn="just">
              <a:buFont typeface="Arial" panose="020B0604020202020204" pitchFamily="34" charset="0"/>
              <a:buChar char="•"/>
            </a:pPr>
            <a:r>
              <a:rPr lang="en-US" sz="2600" dirty="0">
                <a:solidFill>
                  <a:schemeClr val="tx1"/>
                </a:solidFill>
              </a:rPr>
              <a:t>Được bồi dưỡng bằng hiện vật và kinh phí các lần xét nghiệm</a:t>
            </a:r>
          </a:p>
          <a:p>
            <a:pPr marL="457200" indent="-457200" algn="just">
              <a:buFont typeface="Arial" panose="020B0604020202020204" pitchFamily="34" charset="0"/>
              <a:buChar char="•"/>
            </a:pPr>
            <a:r>
              <a:rPr lang="en-US" sz="2600" dirty="0">
                <a:solidFill>
                  <a:schemeClr val="tx1"/>
                </a:solidFill>
              </a:rPr>
              <a:t>Được miễn phí các xét nghiệm và đánh giá khác, không phải chi trả bất cứ một khoản nào trong thời gian tham gia nghiên cứu.</a:t>
            </a:r>
          </a:p>
          <a:p>
            <a:pPr marL="457200" indent="-457200" algn="just">
              <a:buFont typeface="Arial" panose="020B0604020202020204" pitchFamily="34" charset="0"/>
              <a:buChar char="•"/>
            </a:pPr>
            <a:r>
              <a:rPr lang="en-US" sz="2600" dirty="0">
                <a:solidFill>
                  <a:schemeClr val="tx1"/>
                </a:solidFill>
              </a:rPr>
              <a:t>Được quyền rút khỏi nghiên cứu khi có các vấn đề sức khỏe phát sinh.</a:t>
            </a:r>
          </a:p>
          <a:p>
            <a:pPr marL="457200" indent="-457200" algn="just">
              <a:buFont typeface="Arial" panose="020B0604020202020204" pitchFamily="34" charset="0"/>
              <a:buChar char="•"/>
            </a:pPr>
            <a:r>
              <a:rPr lang="en-US" sz="2600" dirty="0">
                <a:solidFill>
                  <a:schemeClr val="tx1"/>
                </a:solidFill>
              </a:rPr>
              <a:t>Tư vấn miễn phí về sức khỏe sau thử nghiệm.</a:t>
            </a:r>
          </a:p>
        </p:txBody>
      </p:sp>
    </p:spTree>
    <p:extLst>
      <p:ext uri="{BB962C8B-B14F-4D97-AF65-F5344CB8AC3E}">
        <p14:creationId xmlns:p14="http://schemas.microsoft.com/office/powerpoint/2010/main" val="3490814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FE0FB53-AF01-429C-9506-EAFF7A2EB9A2}"/>
              </a:ext>
            </a:extLst>
          </p:cNvPr>
          <p:cNvSpPr txBox="1">
            <a:spLocks/>
          </p:cNvSpPr>
          <p:nvPr/>
        </p:nvSpPr>
        <p:spPr>
          <a:xfrm>
            <a:off x="685800" y="1597820"/>
            <a:ext cx="7772400" cy="1102519"/>
          </a:xfrm>
          <a:prstGeom prst="rect">
            <a:avLst/>
          </a:prstGeom>
        </p:spPr>
        <p:txBody>
          <a:bodyPr vert="horz" lIns="68580" tIns="34290" rIns="68580" bIns="34290" rtlCol="0" anchor="ctr">
            <a:normAutofit lnSpcReduction="10000"/>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spcAft>
                <a:spcPts val="600"/>
              </a:spcAft>
            </a:pPr>
            <a:r>
              <a:rPr lang="en-US" b="1" kern="1200" dirty="0">
                <a:latin typeface="+mj-lt"/>
                <a:ea typeface="+mj-ea"/>
                <a:cs typeface="+mj-cs"/>
              </a:rPr>
              <a:t>QUYỀN LỢI VÀ NGHĨA VỤ CỦA</a:t>
            </a:r>
          </a:p>
          <a:p>
            <a:pPr>
              <a:spcAft>
                <a:spcPts val="600"/>
              </a:spcAft>
            </a:pPr>
            <a:r>
              <a:rPr lang="en-US" b="1" kern="1200" dirty="0">
                <a:latin typeface="+mj-lt"/>
                <a:ea typeface="+mj-ea"/>
                <a:cs typeface="+mj-cs"/>
              </a:rPr>
              <a:t>ĐỐI TƯỢNG NGHIÊN CỨU</a:t>
            </a:r>
          </a:p>
        </p:txBody>
      </p:sp>
    </p:spTree>
    <p:extLst>
      <p:ext uri="{BB962C8B-B14F-4D97-AF65-F5344CB8AC3E}">
        <p14:creationId xmlns:p14="http://schemas.microsoft.com/office/powerpoint/2010/main" val="772288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dirty="0">
              <a:solidFill>
                <a:schemeClr val="tx1"/>
              </a:solidFill>
            </a:endParaRPr>
          </a:p>
          <a:p>
            <a:pPr marL="457200" indent="-457200" algn="just">
              <a:buAutoNum type="arabicPeriod"/>
            </a:pPr>
            <a:endParaRPr lang="en-US" sz="2000" dirty="0">
              <a:solidFill>
                <a:schemeClr val="tx1"/>
              </a:solidFill>
            </a:endParaRPr>
          </a:p>
        </p:txBody>
      </p:sp>
      <p:sp>
        <p:nvSpPr>
          <p:cNvPr id="18" name="Title 1">
            <a:extLst>
              <a:ext uri="{FF2B5EF4-FFF2-40B4-BE49-F238E27FC236}">
                <a16:creationId xmlns:a16="http://schemas.microsoft.com/office/drawing/2014/main" id="{ED09A791-FE77-49C8-832D-F5754CC43F0A}"/>
              </a:ext>
            </a:extLst>
          </p:cNvPr>
          <p:cNvSpPr txBox="1">
            <a:spLocks/>
          </p:cNvSpPr>
          <p:nvPr/>
        </p:nvSpPr>
        <p:spPr>
          <a:xfrm>
            <a:off x="1371600" y="165259"/>
            <a:ext cx="4724400" cy="721519"/>
          </a:xfrm>
          <a:prstGeom prst="rect">
            <a:avLst/>
          </a:prstGeom>
        </p:spPr>
        <p:txBody>
          <a:bodyPr vert="horz" lIns="68580" tIns="34290" rIns="68580" bIns="34290" rtlCol="0" anchor="ctr">
            <a:normAutofit fontScale="92500"/>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dirty="0"/>
              <a:t>Quyền lợi đối tượng nghiên cứu</a:t>
            </a:r>
            <a:endParaRPr lang="en-US" sz="2800" b="1" kern="1200" dirty="0">
              <a:latin typeface="+mj-lt"/>
              <a:ea typeface="+mj-ea"/>
              <a:cs typeface="+mj-cs"/>
            </a:endParaRPr>
          </a:p>
        </p:txBody>
      </p:sp>
      <p:sp>
        <p:nvSpPr>
          <p:cNvPr id="19" name="Content Placeholder 7">
            <a:extLst>
              <a:ext uri="{FF2B5EF4-FFF2-40B4-BE49-F238E27FC236}">
                <a16:creationId xmlns:a16="http://schemas.microsoft.com/office/drawing/2014/main" id="{46FC8C31-29BE-42BD-9244-A78762DD99F5}"/>
              </a:ext>
            </a:extLst>
          </p:cNvPr>
          <p:cNvSpPr txBox="1">
            <a:spLocks/>
          </p:cNvSpPr>
          <p:nvPr/>
        </p:nvSpPr>
        <p:spPr>
          <a:xfrm>
            <a:off x="304799" y="854869"/>
            <a:ext cx="8534401" cy="3868341"/>
          </a:xfrm>
          <a:prstGeom prst="rect">
            <a:avLst/>
          </a:prstGeom>
        </p:spPr>
        <p:txBody>
          <a:bodyPr vert="horz" lIns="68580" tIns="34290" rIns="68580" bIns="34290" rtlCol="0">
            <a:no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285750" lvl="0" indent="-285750" algn="just">
              <a:lnSpc>
                <a:spcPct val="150000"/>
              </a:lnSpc>
              <a:buFont typeface="Arial" panose="020B0604020202020204" pitchFamily="34" charset="0"/>
              <a:buChar char="•"/>
            </a:pPr>
            <a:r>
              <a:rPr lang="en-US" dirty="0">
                <a:solidFill>
                  <a:schemeClr val="tx1"/>
                </a:solidFill>
                <a:effectLst/>
                <a:latin typeface="+mj-lt"/>
                <a:ea typeface="Batang" panose="02030600000101010101" pitchFamily="18" charset="-127"/>
                <a:cs typeface="Times New Roman" panose="02020603050405020304" pitchFamily="18" charset="0"/>
              </a:rPr>
              <a:t>Được xét nghiệm công</a:t>
            </a:r>
            <a:r>
              <a:rPr lang="vi-VN" dirty="0">
                <a:solidFill>
                  <a:schemeClr val="tx1"/>
                </a:solidFill>
                <a:effectLst/>
                <a:latin typeface="+mj-lt"/>
                <a:ea typeface="Batang" panose="02030600000101010101" pitchFamily="18" charset="-127"/>
                <a:cs typeface="Times New Roman" panose="02020603050405020304" pitchFamily="18" charset="0"/>
              </a:rPr>
              <a:t> thức máu và sinh hóa máu </a:t>
            </a:r>
            <a:r>
              <a:rPr lang="en-US" dirty="0">
                <a:solidFill>
                  <a:schemeClr val="tx1"/>
                </a:solidFill>
                <a:effectLst/>
                <a:latin typeface="+mj-lt"/>
                <a:ea typeface="Batang" panose="02030600000101010101" pitchFamily="18" charset="-127"/>
                <a:cs typeface="Times New Roman" panose="02020603050405020304" pitchFamily="18" charset="0"/>
              </a:rPr>
              <a:t>vào ngày</a:t>
            </a:r>
            <a:r>
              <a:rPr lang="vi-VN" dirty="0">
                <a:solidFill>
                  <a:schemeClr val="tx1"/>
                </a:solidFill>
                <a:effectLst/>
                <a:latin typeface="+mj-lt"/>
                <a:ea typeface="Batang" panose="02030600000101010101" pitchFamily="18" charset="-127"/>
                <a:cs typeface="Times New Roman" panose="02020603050405020304" pitchFamily="18" charset="0"/>
              </a:rPr>
              <a:t> sàng lọc, bao gồm xét </a:t>
            </a:r>
            <a:r>
              <a:rPr lang="en-US" dirty="0">
                <a:solidFill>
                  <a:schemeClr val="tx1"/>
                </a:solidFill>
                <a:effectLst/>
                <a:latin typeface="+mj-lt"/>
                <a:ea typeface="Batang" panose="02030600000101010101" pitchFamily="18" charset="-127"/>
                <a:cs typeface="Times New Roman" panose="02020603050405020304" pitchFamily="18" charset="0"/>
              </a:rPr>
              <a:t>nghiệm mỡ máu (bao gồm xét nghiệm cholesterol, LDL, HDL, triglyceride), xét nghiệm men gan (AST, ALT, GGT), </a:t>
            </a:r>
            <a:r>
              <a:rPr lang="en-US" dirty="0" err="1">
                <a:solidFill>
                  <a:schemeClr val="tx1"/>
                </a:solidFill>
                <a:effectLst/>
                <a:latin typeface="+mj-lt"/>
                <a:ea typeface="Batang" panose="02030600000101010101" pitchFamily="18" charset="-127"/>
                <a:cs typeface="Times New Roman" panose="02020603050405020304" pitchFamily="18" charset="0"/>
              </a:rPr>
              <a:t>ure</a:t>
            </a:r>
            <a:r>
              <a:rPr lang="en-US" dirty="0">
                <a:solidFill>
                  <a:schemeClr val="tx1"/>
                </a:solidFill>
                <a:effectLst/>
                <a:latin typeface="+mj-lt"/>
                <a:ea typeface="Batang" panose="02030600000101010101" pitchFamily="18" charset="-127"/>
                <a:cs typeface="Times New Roman" panose="02020603050405020304" pitchFamily="18" charset="0"/>
              </a:rPr>
              <a:t>, creatinine, glucose.</a:t>
            </a:r>
          </a:p>
          <a:p>
            <a:pPr marL="285750" lvl="0" indent="-285750" algn="just">
              <a:lnSpc>
                <a:spcPct val="150000"/>
              </a:lnSpc>
              <a:buFont typeface="Arial" panose="020B0604020202020204" pitchFamily="34" charset="0"/>
              <a:buChar char="•"/>
            </a:pPr>
            <a:r>
              <a:rPr lang="en-US" dirty="0">
                <a:solidFill>
                  <a:schemeClr val="tx1"/>
                </a:solidFill>
                <a:effectLst/>
                <a:latin typeface="+mj-lt"/>
                <a:ea typeface="Batang" panose="02030600000101010101" pitchFamily="18" charset="-127"/>
                <a:cs typeface="Times New Roman" panose="02020603050405020304" pitchFamily="18" charset="0"/>
              </a:rPr>
              <a:t>Được đo các chỉ số nhân trắc tại thời điểm tham gia nghiên cứu bằng máy </a:t>
            </a:r>
            <a:r>
              <a:rPr lang="en-US" dirty="0" err="1">
                <a:solidFill>
                  <a:schemeClr val="tx1"/>
                </a:solidFill>
                <a:effectLst/>
                <a:latin typeface="+mj-lt"/>
                <a:ea typeface="Batang" panose="02030600000101010101" pitchFamily="18" charset="-127"/>
                <a:cs typeface="Times New Roman" panose="02020603050405020304" pitchFamily="18" charset="0"/>
              </a:rPr>
              <a:t>Inbody</a:t>
            </a:r>
            <a:r>
              <a:rPr lang="en-US" dirty="0">
                <a:solidFill>
                  <a:schemeClr val="tx1"/>
                </a:solidFill>
                <a:effectLst/>
                <a:latin typeface="+mj-lt"/>
                <a:ea typeface="Batang" panose="02030600000101010101" pitchFamily="18" charset="-127"/>
                <a:cs typeface="Times New Roman" panose="02020603050405020304" pitchFamily="18" charset="0"/>
              </a:rPr>
              <a:t>. Tổng chi phí xét nghiệm và cân đo trong 1 lần là 750.000 VNĐ do nghiên cứu chi trả.</a:t>
            </a:r>
          </a:p>
        </p:txBody>
      </p:sp>
    </p:spTree>
    <p:extLst>
      <p:ext uri="{BB962C8B-B14F-4D97-AF65-F5344CB8AC3E}">
        <p14:creationId xmlns:p14="http://schemas.microsoft.com/office/powerpoint/2010/main" val="953591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dirty="0">
              <a:solidFill>
                <a:schemeClr val="tx1"/>
              </a:solidFill>
            </a:endParaRPr>
          </a:p>
          <a:p>
            <a:pPr marL="457200" indent="-457200" algn="just">
              <a:buAutoNum type="arabicPeriod"/>
            </a:pPr>
            <a:endParaRPr lang="en-US" sz="2000" dirty="0">
              <a:solidFill>
                <a:schemeClr val="tx1"/>
              </a:solidFill>
            </a:endParaRPr>
          </a:p>
        </p:txBody>
      </p:sp>
      <p:sp>
        <p:nvSpPr>
          <p:cNvPr id="18" name="Title 1">
            <a:extLst>
              <a:ext uri="{FF2B5EF4-FFF2-40B4-BE49-F238E27FC236}">
                <a16:creationId xmlns:a16="http://schemas.microsoft.com/office/drawing/2014/main" id="{ED09A791-FE77-49C8-832D-F5754CC43F0A}"/>
              </a:ext>
            </a:extLst>
          </p:cNvPr>
          <p:cNvSpPr txBox="1">
            <a:spLocks/>
          </p:cNvSpPr>
          <p:nvPr/>
        </p:nvSpPr>
        <p:spPr>
          <a:xfrm>
            <a:off x="1219200" y="326231"/>
            <a:ext cx="4724400" cy="721519"/>
          </a:xfrm>
          <a:prstGeom prst="rect">
            <a:avLst/>
          </a:prstGeom>
        </p:spPr>
        <p:txBody>
          <a:bodyPr vert="horz" lIns="68580" tIns="34290" rIns="68580" bIns="34290" rtlCol="0" anchor="ctr">
            <a:normAutofit fontScale="92500"/>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dirty="0"/>
              <a:t>Quyền lợi đối tượng nghiên cứu</a:t>
            </a:r>
            <a:endParaRPr lang="en-US" sz="2800" b="1" kern="1200" dirty="0">
              <a:latin typeface="+mj-lt"/>
              <a:ea typeface="+mj-ea"/>
              <a:cs typeface="+mj-cs"/>
            </a:endParaRPr>
          </a:p>
        </p:txBody>
      </p:sp>
      <p:sp>
        <p:nvSpPr>
          <p:cNvPr id="19" name="Content Placeholder 7">
            <a:extLst>
              <a:ext uri="{FF2B5EF4-FFF2-40B4-BE49-F238E27FC236}">
                <a16:creationId xmlns:a16="http://schemas.microsoft.com/office/drawing/2014/main" id="{46FC8C31-29BE-42BD-9244-A78762DD99F5}"/>
              </a:ext>
            </a:extLst>
          </p:cNvPr>
          <p:cNvSpPr txBox="1">
            <a:spLocks/>
          </p:cNvSpPr>
          <p:nvPr/>
        </p:nvSpPr>
        <p:spPr>
          <a:xfrm>
            <a:off x="342899" y="1109900"/>
            <a:ext cx="8458201" cy="3868341"/>
          </a:xfrm>
          <a:prstGeom prst="rect">
            <a:avLst/>
          </a:prstGeom>
        </p:spPr>
        <p:txBody>
          <a:bodyPr vert="horz" lIns="68580" tIns="34290" rIns="68580" bIns="34290" rtlCol="0">
            <a:no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285750" indent="-285750" algn="just">
              <a:lnSpc>
                <a:spcPct val="150000"/>
              </a:lnSpc>
              <a:buFont typeface="Arial" panose="020B0604020202020204" pitchFamily="34" charset="0"/>
              <a:buChar char="•"/>
            </a:pPr>
            <a:r>
              <a:rPr lang="en-US" dirty="0">
                <a:solidFill>
                  <a:schemeClr val="tx1"/>
                </a:solidFill>
                <a:effectLst/>
                <a:latin typeface="+mj-lt"/>
                <a:ea typeface="Batang" panose="02030600000101010101" pitchFamily="18" charset="-127"/>
                <a:cs typeface="Times New Roman" panose="02020603050405020304" pitchFamily="18" charset="0"/>
              </a:rPr>
              <a:t>Được nhận khoản bồi dưỡng 300</a:t>
            </a:r>
            <a:r>
              <a:rPr lang="vi-VN" dirty="0">
                <a:solidFill>
                  <a:schemeClr val="tx1"/>
                </a:solidFill>
                <a:effectLst/>
                <a:latin typeface="+mj-lt"/>
                <a:ea typeface="Batang" panose="02030600000101010101" pitchFamily="18" charset="-127"/>
                <a:cs typeface="Times New Roman" panose="02020603050405020304" pitchFamily="18" charset="0"/>
              </a:rPr>
              <a:t>,000 </a:t>
            </a:r>
            <a:r>
              <a:rPr lang="en-US" dirty="0">
                <a:solidFill>
                  <a:schemeClr val="tx1"/>
                </a:solidFill>
                <a:effectLst/>
                <a:latin typeface="+mj-lt"/>
                <a:ea typeface="Batang" panose="02030600000101010101" pitchFamily="18" charset="-127"/>
                <a:cs typeface="Times New Roman" panose="02020603050405020304" pitchFamily="18" charset="0"/>
              </a:rPr>
              <a:t>VNĐ/mổ buổi lấy</a:t>
            </a:r>
            <a:r>
              <a:rPr lang="vi-VN" dirty="0">
                <a:solidFill>
                  <a:schemeClr val="tx1"/>
                </a:solidFill>
                <a:effectLst/>
                <a:latin typeface="+mj-lt"/>
                <a:ea typeface="Batang" panose="02030600000101010101" pitchFamily="18" charset="-127"/>
                <a:cs typeface="Times New Roman" panose="02020603050405020304" pitchFamily="18" charset="0"/>
              </a:rPr>
              <a:t> mẫu</a:t>
            </a:r>
            <a:r>
              <a:rPr lang="en-US" dirty="0">
                <a:solidFill>
                  <a:schemeClr val="tx1"/>
                </a:solidFill>
                <a:effectLst/>
                <a:latin typeface="+mj-lt"/>
                <a:ea typeface="Batang" panose="02030600000101010101" pitchFamily="18" charset="-127"/>
                <a:cs typeface="Times New Roman" panose="02020603050405020304" pitchFamily="18" charset="0"/>
              </a:rPr>
              <a:t> máu theo khuôn khổ nghiên cứu.</a:t>
            </a:r>
          </a:p>
          <a:p>
            <a:pPr marL="285750" lvl="0" indent="-285750" algn="just">
              <a:lnSpc>
                <a:spcPct val="150000"/>
              </a:lnSpc>
              <a:buFont typeface="Arial" panose="020B0604020202020204" pitchFamily="34" charset="0"/>
              <a:buChar char="•"/>
            </a:pPr>
            <a:r>
              <a:rPr lang="en-US" dirty="0">
                <a:solidFill>
                  <a:schemeClr val="tx1"/>
                </a:solidFill>
                <a:effectLst/>
                <a:latin typeface="+mj-lt"/>
                <a:ea typeface="Batang" panose="02030600000101010101" pitchFamily="18" charset="-127"/>
                <a:cs typeface="Times New Roman" panose="02020603050405020304" pitchFamily="18" charset="0"/>
              </a:rPr>
              <a:t>Được đặt bất kỳ câu hỏi nào liên quan đến quá trình nghiên cứu cho nghiên cứu viên và người có thẩm quyền trả lời câu hỏi khác.</a:t>
            </a:r>
          </a:p>
          <a:p>
            <a:pPr marL="285750" lvl="0" indent="-285750" algn="just">
              <a:lnSpc>
                <a:spcPct val="150000"/>
              </a:lnSpc>
              <a:buFont typeface="Arial" panose="020B0604020202020204" pitchFamily="34" charset="0"/>
              <a:buChar char="•"/>
            </a:pPr>
            <a:r>
              <a:rPr lang="en-US" dirty="0">
                <a:solidFill>
                  <a:schemeClr val="tx1"/>
                </a:solidFill>
                <a:effectLst/>
                <a:latin typeface="+mj-lt"/>
                <a:ea typeface="Batang" panose="02030600000101010101" pitchFamily="18" charset="-127"/>
                <a:cs typeface="Times New Roman" panose="02020603050405020304" pitchFamily="18" charset="0"/>
              </a:rPr>
              <a:t>Có quyền rút khỏi nghiên cứu bất kỳ lúc nào mà không cần nêu lý do. </a:t>
            </a:r>
          </a:p>
        </p:txBody>
      </p:sp>
    </p:spTree>
    <p:extLst>
      <p:ext uri="{BB962C8B-B14F-4D97-AF65-F5344CB8AC3E}">
        <p14:creationId xmlns:p14="http://schemas.microsoft.com/office/powerpoint/2010/main" val="3162910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dirty="0">
              <a:solidFill>
                <a:schemeClr val="tx1"/>
              </a:solidFill>
            </a:endParaRPr>
          </a:p>
          <a:p>
            <a:pPr marL="457200" indent="-457200" algn="just">
              <a:buAutoNum type="arabicPeriod"/>
            </a:pPr>
            <a:endParaRPr lang="en-US" sz="2000" dirty="0">
              <a:solidFill>
                <a:schemeClr val="tx1"/>
              </a:solidFill>
            </a:endParaRPr>
          </a:p>
        </p:txBody>
      </p:sp>
      <p:sp>
        <p:nvSpPr>
          <p:cNvPr id="18" name="Title 1">
            <a:extLst>
              <a:ext uri="{FF2B5EF4-FFF2-40B4-BE49-F238E27FC236}">
                <a16:creationId xmlns:a16="http://schemas.microsoft.com/office/drawing/2014/main" id="{ED09A791-FE77-49C8-832D-F5754CC43F0A}"/>
              </a:ext>
            </a:extLst>
          </p:cNvPr>
          <p:cNvSpPr txBox="1">
            <a:spLocks/>
          </p:cNvSpPr>
          <p:nvPr/>
        </p:nvSpPr>
        <p:spPr>
          <a:xfrm>
            <a:off x="1219200" y="326231"/>
            <a:ext cx="5105400" cy="721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dirty="0"/>
              <a:t>Nghĩa vụ đối tượng nghiên cứu</a:t>
            </a:r>
            <a:endParaRPr lang="en-US" sz="2800" b="1" kern="1200" dirty="0">
              <a:latin typeface="+mj-lt"/>
              <a:ea typeface="+mj-ea"/>
              <a:cs typeface="+mj-cs"/>
            </a:endParaRPr>
          </a:p>
        </p:txBody>
      </p:sp>
      <p:sp>
        <p:nvSpPr>
          <p:cNvPr id="19" name="Content Placeholder 7">
            <a:extLst>
              <a:ext uri="{FF2B5EF4-FFF2-40B4-BE49-F238E27FC236}">
                <a16:creationId xmlns:a16="http://schemas.microsoft.com/office/drawing/2014/main" id="{46FC8C31-29BE-42BD-9244-A78762DD99F5}"/>
              </a:ext>
            </a:extLst>
          </p:cNvPr>
          <p:cNvSpPr txBox="1">
            <a:spLocks/>
          </p:cNvSpPr>
          <p:nvPr/>
        </p:nvSpPr>
        <p:spPr>
          <a:xfrm>
            <a:off x="152401" y="1109900"/>
            <a:ext cx="8763000" cy="3868341"/>
          </a:xfrm>
          <a:prstGeom prst="rect">
            <a:avLst/>
          </a:prstGeom>
        </p:spPr>
        <p:txBody>
          <a:bodyPr vert="horz" lIns="68580" tIns="34290" rIns="68580" bIns="34290" rtlCol="0">
            <a:no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342900" lvl="0" indent="-342900" algn="just">
              <a:lnSpc>
                <a:spcPct val="150000"/>
              </a:lnSpc>
              <a:buFont typeface="Arial" panose="020B0604020202020204" pitchFamily="34" charset="0"/>
              <a:buChar char="•"/>
            </a:pPr>
            <a:r>
              <a:rPr lang="en-US" dirty="0">
                <a:solidFill>
                  <a:schemeClr val="tx1"/>
                </a:solidFill>
                <a:effectLst/>
                <a:latin typeface="+mj-lt"/>
                <a:ea typeface="Batang" panose="02030600000101010101" pitchFamily="18" charset="-127"/>
                <a:cs typeface="Times New Roman" panose="02020603050405020304" pitchFamily="18" charset="0"/>
              </a:rPr>
              <a:t>Có mặt tại địa điểm nghiên cứu từ thời điểm bắt đầu nghiên cứu, tại các thời điểm thử</a:t>
            </a:r>
            <a:r>
              <a:rPr lang="vi-VN" dirty="0">
                <a:solidFill>
                  <a:schemeClr val="tx1"/>
                </a:solidFill>
                <a:effectLst/>
                <a:latin typeface="+mj-lt"/>
                <a:ea typeface="Batang" panose="02030600000101010101" pitchFamily="18" charset="-127"/>
                <a:cs typeface="Times New Roman" panose="02020603050405020304" pitchFamily="18" charset="0"/>
              </a:rPr>
              <a:t> nghiệm sản phẩm </a:t>
            </a:r>
            <a:r>
              <a:rPr lang="en-US" dirty="0">
                <a:solidFill>
                  <a:schemeClr val="tx1"/>
                </a:solidFill>
                <a:effectLst/>
                <a:latin typeface="+mj-lt"/>
                <a:ea typeface="Batang" panose="02030600000101010101" pitchFamily="18" charset="-127"/>
                <a:cs typeface="Times New Roman" panose="02020603050405020304" pitchFamily="18" charset="0"/>
              </a:rPr>
              <a:t>(D1</a:t>
            </a:r>
            <a:r>
              <a:rPr lang="vi-VN" dirty="0">
                <a:solidFill>
                  <a:schemeClr val="tx1"/>
                </a:solidFill>
                <a:effectLst/>
                <a:latin typeface="+mj-lt"/>
                <a:ea typeface="Batang" panose="02030600000101010101" pitchFamily="18" charset="-127"/>
                <a:cs typeface="Times New Roman" panose="02020603050405020304" pitchFamily="18" charset="0"/>
              </a:rPr>
              <a:t>-D6</a:t>
            </a:r>
            <a:r>
              <a:rPr lang="en-US" dirty="0">
                <a:solidFill>
                  <a:schemeClr val="tx1"/>
                </a:solidFill>
                <a:effectLst/>
                <a:latin typeface="+mj-lt"/>
                <a:ea typeface="Batang" panose="02030600000101010101" pitchFamily="18" charset="-127"/>
                <a:cs typeface="Times New Roman" panose="02020603050405020304" pitchFamily="18" charset="0"/>
              </a:rPr>
              <a:t>)</a:t>
            </a:r>
            <a:r>
              <a:rPr lang="vi-VN" dirty="0">
                <a:solidFill>
                  <a:schemeClr val="tx1"/>
                </a:solidFill>
                <a:effectLst/>
                <a:latin typeface="+mj-lt"/>
                <a:ea typeface="Batang" panose="02030600000101010101" pitchFamily="18" charset="-127"/>
                <a:cs typeface="Times New Roman" panose="02020603050405020304" pitchFamily="18" charset="0"/>
              </a:rPr>
              <a:t>.</a:t>
            </a:r>
            <a:endParaRPr lang="en-US" dirty="0">
              <a:solidFill>
                <a:schemeClr val="tx1"/>
              </a:solidFill>
              <a:effectLst/>
              <a:latin typeface="+mj-lt"/>
              <a:ea typeface="Batang" panose="02030600000101010101" pitchFamily="18" charset="-127"/>
              <a:cs typeface="Times New Roman" panose="02020603050405020304" pitchFamily="18" charset="0"/>
            </a:endParaRPr>
          </a:p>
          <a:p>
            <a:pPr marL="342900" lvl="0" indent="-342900" algn="just">
              <a:lnSpc>
                <a:spcPct val="150000"/>
              </a:lnSpc>
              <a:buFont typeface="Arial" panose="020B0604020202020204" pitchFamily="34" charset="0"/>
              <a:buChar char="•"/>
            </a:pPr>
            <a:r>
              <a:rPr lang="en-US" dirty="0">
                <a:solidFill>
                  <a:schemeClr val="tx1"/>
                </a:solidFill>
                <a:effectLst/>
                <a:latin typeface="+mj-lt"/>
                <a:ea typeface="Batang" panose="02030600000101010101" pitchFamily="18" charset="-127"/>
                <a:cs typeface="Times New Roman" panose="02020603050405020304" pitchFamily="18" charset="0"/>
              </a:rPr>
              <a:t>Cung cấp một số thông tin cá nhân liên quan về hành chính, sức khỏe, phục vụ cho nghiên cứu</a:t>
            </a:r>
          </a:p>
          <a:p>
            <a:pPr marL="342900" lvl="0" indent="-342900" algn="just">
              <a:lnSpc>
                <a:spcPct val="150000"/>
              </a:lnSpc>
              <a:buFont typeface="Arial" panose="020B0604020202020204" pitchFamily="34" charset="0"/>
              <a:buChar char="•"/>
            </a:pPr>
            <a:r>
              <a:rPr lang="en-US" dirty="0">
                <a:solidFill>
                  <a:schemeClr val="tx1"/>
                </a:solidFill>
                <a:effectLst/>
                <a:latin typeface="+mj-lt"/>
                <a:ea typeface="Batang" panose="02030600000101010101" pitchFamily="18" charset="-127"/>
                <a:cs typeface="Times New Roman" panose="02020603050405020304" pitchFamily="18" charset="0"/>
              </a:rPr>
              <a:t>Tuân thủ các hướng dẫn và yêu cầu về chế độ ăn, bữa ăn liên quan...theo hướng dẫn của đề tài để đảm bảo kết quả chính xác. </a:t>
            </a:r>
          </a:p>
        </p:txBody>
      </p:sp>
    </p:spTree>
    <p:extLst>
      <p:ext uri="{BB962C8B-B14F-4D97-AF65-F5344CB8AC3E}">
        <p14:creationId xmlns:p14="http://schemas.microsoft.com/office/powerpoint/2010/main" val="1127207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6C91F74-B726-4AE4-A9E3-CB0E44EF8D24}"/>
              </a:ext>
            </a:extLst>
          </p:cNvPr>
          <p:cNvSpPr txBox="1">
            <a:spLocks/>
          </p:cNvSpPr>
          <p:nvPr/>
        </p:nvSpPr>
        <p:spPr>
          <a:xfrm>
            <a:off x="1600200" y="478631"/>
            <a:ext cx="5791200" cy="721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dirty="0"/>
              <a:t>Bản thỏa thuận tham gia nghiên cứu</a:t>
            </a:r>
            <a:endParaRPr lang="en-US" sz="2800" b="1" kern="1200" dirty="0">
              <a:latin typeface="+mj-lt"/>
              <a:ea typeface="+mj-ea"/>
              <a:cs typeface="+mj-cs"/>
            </a:endParaRPr>
          </a:p>
        </p:txBody>
      </p:sp>
      <p:pic>
        <p:nvPicPr>
          <p:cNvPr id="4" name="Picture 3">
            <a:extLst>
              <a:ext uri="{FF2B5EF4-FFF2-40B4-BE49-F238E27FC236}">
                <a16:creationId xmlns:a16="http://schemas.microsoft.com/office/drawing/2014/main" id="{30BFB86F-B6B9-4D62-8337-DAB16F22AAFC}"/>
              </a:ext>
            </a:extLst>
          </p:cNvPr>
          <p:cNvPicPr>
            <a:picLocks noChangeAspect="1"/>
          </p:cNvPicPr>
          <p:nvPr/>
        </p:nvPicPr>
        <p:blipFill>
          <a:blip r:embed="rId3"/>
          <a:stretch>
            <a:fillRect/>
          </a:stretch>
        </p:blipFill>
        <p:spPr>
          <a:xfrm>
            <a:off x="1669077" y="1005361"/>
            <a:ext cx="2902923" cy="4157189"/>
          </a:xfrm>
          <a:prstGeom prst="rect">
            <a:avLst/>
          </a:prstGeom>
        </p:spPr>
      </p:pic>
      <p:pic>
        <p:nvPicPr>
          <p:cNvPr id="8" name="Picture 7">
            <a:extLst>
              <a:ext uri="{FF2B5EF4-FFF2-40B4-BE49-F238E27FC236}">
                <a16:creationId xmlns:a16="http://schemas.microsoft.com/office/drawing/2014/main" id="{56222055-2E1B-43DA-B468-E473D700DA64}"/>
              </a:ext>
            </a:extLst>
          </p:cNvPr>
          <p:cNvPicPr>
            <a:picLocks noChangeAspect="1"/>
          </p:cNvPicPr>
          <p:nvPr/>
        </p:nvPicPr>
        <p:blipFill>
          <a:blip r:embed="rId4"/>
          <a:stretch>
            <a:fillRect/>
          </a:stretch>
        </p:blipFill>
        <p:spPr>
          <a:xfrm>
            <a:off x="4505739" y="1066800"/>
            <a:ext cx="2932484" cy="4076700"/>
          </a:xfrm>
          <a:prstGeom prst="rect">
            <a:avLst/>
          </a:prstGeom>
        </p:spPr>
      </p:pic>
    </p:spTree>
    <p:extLst>
      <p:ext uri="{BB962C8B-B14F-4D97-AF65-F5344CB8AC3E}">
        <p14:creationId xmlns:p14="http://schemas.microsoft.com/office/powerpoint/2010/main" val="4048200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CC7799B-B2A3-458E-B9FC-B2E2A241D18F}"/>
              </a:ext>
            </a:extLst>
          </p:cNvPr>
          <p:cNvSpPr txBox="1">
            <a:spLocks/>
          </p:cNvSpPr>
          <p:nvPr/>
        </p:nvSpPr>
        <p:spPr>
          <a:xfrm>
            <a:off x="4800600" y="2232949"/>
            <a:ext cx="4038600" cy="721519"/>
          </a:xfrm>
          <a:prstGeom prst="rect">
            <a:avLst/>
          </a:prstGeom>
        </p:spPr>
        <p:txBody>
          <a:bodyPr vert="horz" lIns="68580" tIns="34290" rIns="68580" bIns="34290" rtlCol="0" anchor="ctr">
            <a:normAutofit fontScale="92500" lnSpcReduction="20000"/>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dirty="0"/>
              <a:t>Bản cam kết tham gia nghiên cứu</a:t>
            </a:r>
            <a:endParaRPr lang="en-US" sz="2800" b="1" kern="1200" dirty="0">
              <a:latin typeface="+mj-lt"/>
              <a:ea typeface="+mj-ea"/>
              <a:cs typeface="+mj-cs"/>
            </a:endParaRPr>
          </a:p>
        </p:txBody>
      </p:sp>
      <p:pic>
        <p:nvPicPr>
          <p:cNvPr id="7" name="Picture 6">
            <a:extLst>
              <a:ext uri="{FF2B5EF4-FFF2-40B4-BE49-F238E27FC236}">
                <a16:creationId xmlns:a16="http://schemas.microsoft.com/office/drawing/2014/main" id="{6365DC6A-0161-498A-9CF1-B592452D9E11}"/>
              </a:ext>
            </a:extLst>
          </p:cNvPr>
          <p:cNvPicPr>
            <a:picLocks noChangeAspect="1"/>
          </p:cNvPicPr>
          <p:nvPr/>
        </p:nvPicPr>
        <p:blipFill>
          <a:blip r:embed="rId3"/>
          <a:stretch>
            <a:fillRect/>
          </a:stretch>
        </p:blipFill>
        <p:spPr>
          <a:xfrm>
            <a:off x="472323" y="0"/>
            <a:ext cx="3871078" cy="5187418"/>
          </a:xfrm>
          <a:prstGeom prst="rect">
            <a:avLst/>
          </a:prstGeom>
        </p:spPr>
      </p:pic>
    </p:spTree>
    <p:extLst>
      <p:ext uri="{BB962C8B-B14F-4D97-AF65-F5344CB8AC3E}">
        <p14:creationId xmlns:p14="http://schemas.microsoft.com/office/powerpoint/2010/main" val="2747114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Nên chọn loại sữa nào là tốt nhất cho con: Sữa bột hay sữa tươi?">
            <a:extLst>
              <a:ext uri="{FF2B5EF4-FFF2-40B4-BE49-F238E27FC236}">
                <a16:creationId xmlns:a16="http://schemas.microsoft.com/office/drawing/2014/main" id="{DDFE3250-5BAF-4E60-9DFD-38D00C9B8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66586"/>
            <a:ext cx="9144000" cy="6035152"/>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3">
            <a:extLst>
              <a:ext uri="{FF2B5EF4-FFF2-40B4-BE49-F238E27FC236}">
                <a16:creationId xmlns:a16="http://schemas.microsoft.com/office/drawing/2014/main" id="{4C82682F-C804-45D5-8A12-56E2627DEA62}"/>
              </a:ext>
            </a:extLst>
          </p:cNvPr>
          <p:cNvSpPr txBox="1">
            <a:spLocks/>
          </p:cNvSpPr>
          <p:nvPr/>
        </p:nvSpPr>
        <p:spPr>
          <a:xfrm>
            <a:off x="-838200" y="895350"/>
            <a:ext cx="8229600" cy="857250"/>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Xin trân trọng cảm ơn!</a:t>
            </a:r>
          </a:p>
        </p:txBody>
      </p:sp>
    </p:spTree>
    <p:extLst>
      <p:ext uri="{BB962C8B-B14F-4D97-AF65-F5344CB8AC3E}">
        <p14:creationId xmlns:p14="http://schemas.microsoft.com/office/powerpoint/2010/main" val="2002666643"/>
      </p:ext>
    </p:extLst>
  </p:cSld>
  <p:clrMapOvr>
    <a:masterClrMapping/>
  </p:clrMapOvr>
</p:sld>
</file>

<file path=ppt/theme/theme1.xml><?xml version="1.0" encoding="utf-8"?>
<a:theme xmlns:a="http://schemas.openxmlformats.org/drawingml/2006/main" name="Dr-Truong-Hong-Son-_Nutrition-and-Chronic-dise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ư vấn công thức sản phẩ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Dr.Son_Thực trạng và giải pháp phòng chống các bệnh không lây nhiễm</Template>
  <TotalTime>2049</TotalTime>
  <Words>981</Words>
  <Application>Microsoft Office PowerPoint</Application>
  <PresentationFormat>On-screen Show (16:9)</PresentationFormat>
  <Paragraphs>76</Paragraphs>
  <Slides>15</Slides>
  <Notes>11</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15</vt:i4>
      </vt:variant>
    </vt:vector>
  </HeadingPairs>
  <TitlesOfParts>
    <vt:vector size="24" baseType="lpstr">
      <vt:lpstr>Arial</vt:lpstr>
      <vt:lpstr>Calibri</vt:lpstr>
      <vt:lpstr>Times New Roman</vt:lpstr>
      <vt:lpstr>UVnTime</vt:lpstr>
      <vt:lpstr>Dr-Truong-Hong-Son-_Nutrition-and-Chronic-disease</vt:lpstr>
      <vt:lpstr>Office Theme</vt:lpstr>
      <vt:lpstr>1_Office Theme</vt:lpstr>
      <vt:lpstr>Tư vấn công thức sản phẩm</vt:lpstr>
      <vt:lpstr>2_Office Theme</vt:lpstr>
      <vt:lpstr>Đo lường chỉ số GI của các sản phẩm sữa ANMUM</vt:lpstr>
      <vt:lpstr>Nội dung trình bày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Hiệu quả của dầu hỗn hợp Neptune có chứa thành phần dầu gạo lên tình trạng lipid máu ở người trưởng thành 40 – 60 tuổi tại Hà Nội, 2020</dc:title>
  <dc:creator>Admin</dc:creator>
  <cp:lastModifiedBy>Lê Minh Khánh</cp:lastModifiedBy>
  <cp:revision>82</cp:revision>
  <dcterms:created xsi:type="dcterms:W3CDTF">2020-05-20T07:19:20Z</dcterms:created>
  <dcterms:modified xsi:type="dcterms:W3CDTF">2021-11-09T08:47:06Z</dcterms:modified>
</cp:coreProperties>
</file>