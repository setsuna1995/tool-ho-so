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nh Le" userId="bbb2d7388e46b6b1" providerId="LiveId" clId="{970E84E3-FA3F-488B-9524-67FB9890D26E}"/>
    <pc:docChg chg="undo custSel modSld">
      <pc:chgData name="Khanh Le" userId="bbb2d7388e46b6b1" providerId="LiveId" clId="{970E84E3-FA3F-488B-9524-67FB9890D26E}" dt="2024-04-20T02:18:30.970" v="2818" actId="20577"/>
      <pc:docMkLst>
        <pc:docMk/>
      </pc:docMkLst>
      <pc:sldChg chg="modSp mod">
        <pc:chgData name="Khanh Le" userId="bbb2d7388e46b6b1" providerId="LiveId" clId="{970E84E3-FA3F-488B-9524-67FB9890D26E}" dt="2024-04-16T01:57:14.139" v="301" actId="1076"/>
        <pc:sldMkLst>
          <pc:docMk/>
          <pc:sldMk cId="1608750514" sldId="256"/>
        </pc:sldMkLst>
        <pc:spChg chg="mod">
          <ac:chgData name="Khanh Le" userId="bbb2d7388e46b6b1" providerId="LiveId" clId="{970E84E3-FA3F-488B-9524-67FB9890D26E}" dt="2024-04-16T01:55:50.340" v="158" actId="20577"/>
          <ac:spMkLst>
            <pc:docMk/>
            <pc:sldMk cId="1608750514" sldId="256"/>
            <ac:spMk id="4" creationId="{03C84971-3C9A-4E5C-8287-0E67CA5478F7}"/>
          </ac:spMkLst>
        </pc:spChg>
        <pc:spChg chg="mod">
          <ac:chgData name="Khanh Le" userId="bbb2d7388e46b6b1" providerId="LiveId" clId="{970E84E3-FA3F-488B-9524-67FB9890D26E}" dt="2024-04-16T01:56:39.925" v="243" actId="404"/>
          <ac:spMkLst>
            <pc:docMk/>
            <pc:sldMk cId="1608750514" sldId="256"/>
            <ac:spMk id="5" creationId="{C6FFBE50-D744-455E-8FA1-D8AE4DEF7265}"/>
          </ac:spMkLst>
        </pc:spChg>
        <pc:spChg chg="mod">
          <ac:chgData name="Khanh Le" userId="bbb2d7388e46b6b1" providerId="LiveId" clId="{970E84E3-FA3F-488B-9524-67FB9890D26E}" dt="2024-04-16T01:57:14.139" v="301" actId="1076"/>
          <ac:spMkLst>
            <pc:docMk/>
            <pc:sldMk cId="1608750514" sldId="256"/>
            <ac:spMk id="8" creationId="{6A576551-7A77-4AA5-B3ED-F48D77C63626}"/>
          </ac:spMkLst>
        </pc:spChg>
      </pc:sldChg>
      <pc:sldChg chg="addSp delSp modSp mod">
        <pc:chgData name="Khanh Le" userId="bbb2d7388e46b6b1" providerId="LiveId" clId="{970E84E3-FA3F-488B-9524-67FB9890D26E}" dt="2024-04-20T02:18:30.970" v="2818" actId="20577"/>
        <pc:sldMkLst>
          <pc:docMk/>
          <pc:sldMk cId="3202807895" sldId="259"/>
        </pc:sldMkLst>
        <pc:spChg chg="add del mod">
          <ac:chgData name="Khanh Le" userId="bbb2d7388e46b6b1" providerId="LiveId" clId="{970E84E3-FA3F-488B-9524-67FB9890D26E}" dt="2024-04-16T03:30:28.495" v="2752" actId="478"/>
          <ac:spMkLst>
            <pc:docMk/>
            <pc:sldMk cId="3202807895" sldId="259"/>
            <ac:spMk id="2" creationId="{C25963C1-6D6B-F8FA-71A8-93EFC36FDBD7}"/>
          </ac:spMkLst>
        </pc:spChg>
        <pc:spChg chg="mod">
          <ac:chgData name="Khanh Le" userId="bbb2d7388e46b6b1" providerId="LiveId" clId="{970E84E3-FA3F-488B-9524-67FB9890D26E}" dt="2024-04-20T02:18:27.305" v="2816" actId="20577"/>
          <ac:spMkLst>
            <pc:docMk/>
            <pc:sldMk cId="3202807895" sldId="259"/>
            <ac:spMk id="4" creationId="{03C84971-3C9A-4E5C-8287-0E67CA5478F7}"/>
          </ac:spMkLst>
        </pc:spChg>
        <pc:spChg chg="mod">
          <ac:chgData name="Khanh Le" userId="bbb2d7388e46b6b1" providerId="LiveId" clId="{970E84E3-FA3F-488B-9524-67FB9890D26E}" dt="2024-04-20T02:18:30.970" v="2818" actId="20577"/>
          <ac:spMkLst>
            <pc:docMk/>
            <pc:sldMk cId="3202807895" sldId="259"/>
            <ac:spMk id="5" creationId="{C6FFBE50-D744-455E-8FA1-D8AE4DEF7265}"/>
          </ac:spMkLst>
        </pc:spChg>
        <pc:spChg chg="add mod">
          <ac:chgData name="Khanh Le" userId="bbb2d7388e46b6b1" providerId="LiveId" clId="{970E84E3-FA3F-488B-9524-67FB9890D26E}" dt="2024-04-16T03:02:28.840" v="2335" actId="34136"/>
          <ac:spMkLst>
            <pc:docMk/>
            <pc:sldMk cId="3202807895" sldId="259"/>
            <ac:spMk id="6" creationId="{91A3CB90-F700-36B8-0C1A-E572DCAF87C4}"/>
          </ac:spMkLst>
        </pc:spChg>
        <pc:spChg chg="mod">
          <ac:chgData name="Khanh Le" userId="bbb2d7388e46b6b1" providerId="LiveId" clId="{970E84E3-FA3F-488B-9524-67FB9890D26E}" dt="2024-04-16T03:02:28.840" v="2335" actId="34136"/>
          <ac:spMkLst>
            <pc:docMk/>
            <pc:sldMk cId="3202807895" sldId="259"/>
            <ac:spMk id="8" creationId="{6A576551-7A77-4AA5-B3ED-F48D77C63626}"/>
          </ac:spMkLst>
        </pc:spChg>
        <pc:spChg chg="del mod">
          <ac:chgData name="Khanh Le" userId="bbb2d7388e46b6b1" providerId="LiveId" clId="{970E84E3-FA3F-488B-9524-67FB9890D26E}" dt="2024-04-16T02:12:41.318" v="1467" actId="478"/>
          <ac:spMkLst>
            <pc:docMk/>
            <pc:sldMk cId="3202807895" sldId="259"/>
            <ac:spMk id="11" creationId="{26CEED22-2CC5-4181-9D71-5FE0CD15455F}"/>
          </ac:spMkLst>
        </pc:spChg>
        <pc:spChg chg="add mod">
          <ac:chgData name="Khanh Le" userId="bbb2d7388e46b6b1" providerId="LiveId" clId="{970E84E3-FA3F-488B-9524-67FB9890D26E}" dt="2024-04-16T03:28:56.321" v="2697" actId="1076"/>
          <ac:spMkLst>
            <pc:docMk/>
            <pc:sldMk cId="3202807895" sldId="259"/>
            <ac:spMk id="13" creationId="{54ADC44D-15E9-966C-5541-5754D6273C12}"/>
          </ac:spMkLst>
        </pc:spChg>
        <pc:spChg chg="add del mod">
          <ac:chgData name="Khanh Le" userId="bbb2d7388e46b6b1" providerId="LiveId" clId="{970E84E3-FA3F-488B-9524-67FB9890D26E}" dt="2024-04-16T03:28:48.045" v="2693" actId="478"/>
          <ac:spMkLst>
            <pc:docMk/>
            <pc:sldMk cId="3202807895" sldId="259"/>
            <ac:spMk id="14" creationId="{5442F445-9684-91BE-A06E-D3B61746F9BC}"/>
          </ac:spMkLst>
        </pc:spChg>
        <pc:spChg chg="mod">
          <ac:chgData name="Khanh Le" userId="bbb2d7388e46b6b1" providerId="LiveId" clId="{970E84E3-FA3F-488B-9524-67FB9890D26E}" dt="2024-04-16T03:02:28.840" v="2335" actId="34136"/>
          <ac:spMkLst>
            <pc:docMk/>
            <pc:sldMk cId="3202807895" sldId="259"/>
            <ac:spMk id="15" creationId="{A4049E2D-C788-40F4-9567-43D4D8F1E456}"/>
          </ac:spMkLst>
        </pc:spChg>
        <pc:spChg chg="add mod">
          <ac:chgData name="Khanh Le" userId="bbb2d7388e46b6b1" providerId="LiveId" clId="{970E84E3-FA3F-488B-9524-67FB9890D26E}" dt="2024-04-16T03:30:45.847" v="2758" actId="1076"/>
          <ac:spMkLst>
            <pc:docMk/>
            <pc:sldMk cId="3202807895" sldId="259"/>
            <ac:spMk id="21" creationId="{41B086B7-3E47-9D43-1157-4C60140C039E}"/>
          </ac:spMkLst>
        </pc:spChg>
        <pc:spChg chg="add mod">
          <ac:chgData name="Khanh Le" userId="bbb2d7388e46b6b1" providerId="LiveId" clId="{970E84E3-FA3F-488B-9524-67FB9890D26E}" dt="2024-04-16T03:02:28.840" v="2335" actId="34136"/>
          <ac:spMkLst>
            <pc:docMk/>
            <pc:sldMk cId="3202807895" sldId="259"/>
            <ac:spMk id="22" creationId="{91E69B03-24BF-9A05-01A3-3A3093FFB279}"/>
          </ac:spMkLst>
        </pc:spChg>
        <pc:spChg chg="add mod">
          <ac:chgData name="Khanh Le" userId="bbb2d7388e46b6b1" providerId="LiveId" clId="{970E84E3-FA3F-488B-9524-67FB9890D26E}" dt="2024-04-16T03:02:28.840" v="2335" actId="34136"/>
          <ac:spMkLst>
            <pc:docMk/>
            <pc:sldMk cId="3202807895" sldId="259"/>
            <ac:spMk id="23" creationId="{512233CC-0B40-F8B0-067F-B2143F210BDF}"/>
          </ac:spMkLst>
        </pc:spChg>
        <pc:spChg chg="del">
          <ac:chgData name="Khanh Le" userId="bbb2d7388e46b6b1" providerId="LiveId" clId="{970E84E3-FA3F-488B-9524-67FB9890D26E}" dt="2024-04-16T02:06:24.986" v="1114" actId="478"/>
          <ac:spMkLst>
            <pc:docMk/>
            <pc:sldMk cId="3202807895" sldId="259"/>
            <ac:spMk id="24" creationId="{EBE8DD4C-78A7-4125-9569-3B01F492EECA}"/>
          </ac:spMkLst>
        </pc:spChg>
        <pc:spChg chg="del">
          <ac:chgData name="Khanh Le" userId="bbb2d7388e46b6b1" providerId="LiveId" clId="{970E84E3-FA3F-488B-9524-67FB9890D26E}" dt="2024-04-16T02:06:21.160" v="1112" actId="478"/>
          <ac:spMkLst>
            <pc:docMk/>
            <pc:sldMk cId="3202807895" sldId="259"/>
            <ac:spMk id="26" creationId="{C138FEFC-5D11-47D9-B4C6-C39293A34A4F}"/>
          </ac:spMkLst>
        </pc:spChg>
        <pc:spChg chg="add mod">
          <ac:chgData name="Khanh Le" userId="bbb2d7388e46b6b1" providerId="LiveId" clId="{970E84E3-FA3F-488B-9524-67FB9890D26E}" dt="2024-04-16T03:32:01.798" v="2798" actId="1035"/>
          <ac:spMkLst>
            <pc:docMk/>
            <pc:sldMk cId="3202807895" sldId="259"/>
            <ac:spMk id="26" creationId="{CE707310-F625-3B6C-C4A1-3B3E3BD18B08}"/>
          </ac:spMkLst>
        </pc:spChg>
        <pc:spChg chg="del">
          <ac:chgData name="Khanh Le" userId="bbb2d7388e46b6b1" providerId="LiveId" clId="{970E84E3-FA3F-488B-9524-67FB9890D26E}" dt="2024-04-16T02:06:18.667" v="1110" actId="478"/>
          <ac:spMkLst>
            <pc:docMk/>
            <pc:sldMk cId="3202807895" sldId="259"/>
            <ac:spMk id="27" creationId="{63EFE981-00D3-49FE-9ED1-88518F5854E2}"/>
          </ac:spMkLst>
        </pc:spChg>
        <pc:spChg chg="add del mod">
          <ac:chgData name="Khanh Le" userId="bbb2d7388e46b6b1" providerId="LiveId" clId="{970E84E3-FA3F-488B-9524-67FB9890D26E}" dt="2024-04-16T02:51:33.255" v="2185" actId="478"/>
          <ac:spMkLst>
            <pc:docMk/>
            <pc:sldMk cId="3202807895" sldId="259"/>
            <ac:spMk id="27" creationId="{787A1F18-3DF4-4668-DA11-A6AF428229C7}"/>
          </ac:spMkLst>
        </pc:spChg>
        <pc:spChg chg="mod">
          <ac:chgData name="Khanh Le" userId="bbb2d7388e46b6b1" providerId="LiveId" clId="{970E84E3-FA3F-488B-9524-67FB9890D26E}" dt="2024-04-16T03:02:28.840" v="2335" actId="34136"/>
          <ac:spMkLst>
            <pc:docMk/>
            <pc:sldMk cId="3202807895" sldId="259"/>
            <ac:spMk id="28" creationId="{9AC7BBC1-A6E9-4C6F-9798-52F49BE6677A}"/>
          </ac:spMkLst>
        </pc:spChg>
        <pc:spChg chg="mod">
          <ac:chgData name="Khanh Le" userId="bbb2d7388e46b6b1" providerId="LiveId" clId="{970E84E3-FA3F-488B-9524-67FB9890D26E}" dt="2024-04-16T03:02:28.840" v="2335" actId="34136"/>
          <ac:spMkLst>
            <pc:docMk/>
            <pc:sldMk cId="3202807895" sldId="259"/>
            <ac:spMk id="29" creationId="{90B44B3C-1034-4134-BBDC-4ADC8A52CC07}"/>
          </ac:spMkLst>
        </pc:spChg>
        <pc:spChg chg="add del mod">
          <ac:chgData name="Khanh Le" userId="bbb2d7388e46b6b1" providerId="LiveId" clId="{970E84E3-FA3F-488B-9524-67FB9890D26E}" dt="2024-04-16T02:09:51.477" v="1411" actId="478"/>
          <ac:spMkLst>
            <pc:docMk/>
            <pc:sldMk cId="3202807895" sldId="259"/>
            <ac:spMk id="31" creationId="{63B4B3DD-155B-0567-425E-C1A4CE91F2BD}"/>
          </ac:spMkLst>
        </pc:spChg>
        <pc:spChg chg="del">
          <ac:chgData name="Khanh Le" userId="bbb2d7388e46b6b1" providerId="LiveId" clId="{970E84E3-FA3F-488B-9524-67FB9890D26E}" dt="2024-04-16T02:06:16.158" v="1108" actId="478"/>
          <ac:spMkLst>
            <pc:docMk/>
            <pc:sldMk cId="3202807895" sldId="259"/>
            <ac:spMk id="32" creationId="{7321DD58-70BB-4CC0-8D19-766683C6890B}"/>
          </ac:spMkLst>
        </pc:spChg>
        <pc:spChg chg="del">
          <ac:chgData name="Khanh Le" userId="bbb2d7388e46b6b1" providerId="LiveId" clId="{970E84E3-FA3F-488B-9524-67FB9890D26E}" dt="2024-04-16T02:06:17.371" v="1109" actId="478"/>
          <ac:spMkLst>
            <pc:docMk/>
            <pc:sldMk cId="3202807895" sldId="259"/>
            <ac:spMk id="35" creationId="{915422E1-5D94-4415-B1E0-39E4ED4AB405}"/>
          </ac:spMkLst>
        </pc:spChg>
        <pc:spChg chg="del">
          <ac:chgData name="Khanh Le" userId="bbb2d7388e46b6b1" providerId="LiveId" clId="{970E84E3-FA3F-488B-9524-67FB9890D26E}" dt="2024-04-16T02:06:13.362" v="1104" actId="478"/>
          <ac:spMkLst>
            <pc:docMk/>
            <pc:sldMk cId="3202807895" sldId="259"/>
            <ac:spMk id="36" creationId="{4206E128-FDE4-4C92-8E9E-A3F22D9BB720}"/>
          </ac:spMkLst>
        </pc:spChg>
        <pc:spChg chg="del">
          <ac:chgData name="Khanh Le" userId="bbb2d7388e46b6b1" providerId="LiveId" clId="{970E84E3-FA3F-488B-9524-67FB9890D26E}" dt="2024-04-16T02:01:44.154" v="826" actId="478"/>
          <ac:spMkLst>
            <pc:docMk/>
            <pc:sldMk cId="3202807895" sldId="259"/>
            <ac:spMk id="38" creationId="{84C61D9E-A82C-4635-92AE-06C37E92A7BD}"/>
          </ac:spMkLst>
        </pc:spChg>
        <pc:spChg chg="del">
          <ac:chgData name="Khanh Le" userId="bbb2d7388e46b6b1" providerId="LiveId" clId="{970E84E3-FA3F-488B-9524-67FB9890D26E}" dt="2024-04-16T02:01:42.531" v="825" actId="478"/>
          <ac:spMkLst>
            <pc:docMk/>
            <pc:sldMk cId="3202807895" sldId="259"/>
            <ac:spMk id="39" creationId="{3F0861FB-DA6E-4C86-B307-20F7158EC06C}"/>
          </ac:spMkLst>
        </pc:spChg>
        <pc:spChg chg="add mod">
          <ac:chgData name="Khanh Le" userId="bbb2d7388e46b6b1" providerId="LiveId" clId="{970E84E3-FA3F-488B-9524-67FB9890D26E}" dt="2024-04-16T03:02:28.840" v="2335" actId="34136"/>
          <ac:spMkLst>
            <pc:docMk/>
            <pc:sldMk cId="3202807895" sldId="259"/>
            <ac:spMk id="40" creationId="{28D45CD0-CB5E-1044-5E40-B6DDBB0A9F97}"/>
          </ac:spMkLst>
        </pc:spChg>
        <pc:spChg chg="del">
          <ac:chgData name="Khanh Le" userId="bbb2d7388e46b6b1" providerId="LiveId" clId="{970E84E3-FA3F-488B-9524-67FB9890D26E}" dt="2024-04-16T02:02:35.227" v="840" actId="478"/>
          <ac:spMkLst>
            <pc:docMk/>
            <pc:sldMk cId="3202807895" sldId="259"/>
            <ac:spMk id="41" creationId="{C2BFF109-6D2F-42B4-B44A-DEA5222D1E94}"/>
          </ac:spMkLst>
        </pc:spChg>
        <pc:spChg chg="del">
          <ac:chgData name="Khanh Le" userId="bbb2d7388e46b6b1" providerId="LiveId" clId="{970E84E3-FA3F-488B-9524-67FB9890D26E}" dt="2024-04-16T02:02:33.202" v="838" actId="478"/>
          <ac:spMkLst>
            <pc:docMk/>
            <pc:sldMk cId="3202807895" sldId="259"/>
            <ac:spMk id="42" creationId="{E6DFD57B-F594-490E-A5E3-81BF0DF54BFE}"/>
          </ac:spMkLst>
        </pc:spChg>
        <pc:spChg chg="del">
          <ac:chgData name="Khanh Le" userId="bbb2d7388e46b6b1" providerId="LiveId" clId="{970E84E3-FA3F-488B-9524-67FB9890D26E}" dt="2024-04-16T02:19:09.399" v="1702" actId="478"/>
          <ac:spMkLst>
            <pc:docMk/>
            <pc:sldMk cId="3202807895" sldId="259"/>
            <ac:spMk id="44" creationId="{F851EEFA-9314-4EA4-AF7E-0E0E80E343CE}"/>
          </ac:spMkLst>
        </pc:spChg>
        <pc:spChg chg="del">
          <ac:chgData name="Khanh Le" userId="bbb2d7388e46b6b1" providerId="LiveId" clId="{970E84E3-FA3F-488B-9524-67FB9890D26E}" dt="2024-04-16T02:19:15.972" v="1706" actId="478"/>
          <ac:spMkLst>
            <pc:docMk/>
            <pc:sldMk cId="3202807895" sldId="259"/>
            <ac:spMk id="46" creationId="{220B3392-DE78-4277-BF93-59D1807C5660}"/>
          </ac:spMkLst>
        </pc:spChg>
        <pc:spChg chg="del">
          <ac:chgData name="Khanh Le" userId="bbb2d7388e46b6b1" providerId="LiveId" clId="{970E84E3-FA3F-488B-9524-67FB9890D26E}" dt="2024-04-16T02:19:08.781" v="1701" actId="478"/>
          <ac:spMkLst>
            <pc:docMk/>
            <pc:sldMk cId="3202807895" sldId="259"/>
            <ac:spMk id="51" creationId="{DD5EFACD-D9CC-410F-A192-CEFBA272554E}"/>
          </ac:spMkLst>
        </pc:spChg>
        <pc:spChg chg="add mod">
          <ac:chgData name="Khanh Le" userId="bbb2d7388e46b6b1" providerId="LiveId" clId="{970E84E3-FA3F-488B-9524-67FB9890D26E}" dt="2024-04-16T03:32:01.798" v="2798" actId="1035"/>
          <ac:spMkLst>
            <pc:docMk/>
            <pc:sldMk cId="3202807895" sldId="259"/>
            <ac:spMk id="51" creationId="{EF4BC2ED-FD21-442D-2334-CB63B6480C79}"/>
          </ac:spMkLst>
        </pc:spChg>
        <pc:spChg chg="del">
          <ac:chgData name="Khanh Le" userId="bbb2d7388e46b6b1" providerId="LiveId" clId="{970E84E3-FA3F-488B-9524-67FB9890D26E}" dt="2024-04-16T02:19:10.985" v="1703" actId="478"/>
          <ac:spMkLst>
            <pc:docMk/>
            <pc:sldMk cId="3202807895" sldId="259"/>
            <ac:spMk id="53" creationId="{92C6427E-E4C5-43F4-8B60-B5C4FC1DCD3D}"/>
          </ac:spMkLst>
        </pc:spChg>
        <pc:spChg chg="add mod">
          <ac:chgData name="Khanh Le" userId="bbb2d7388e46b6b1" providerId="LiveId" clId="{970E84E3-FA3F-488B-9524-67FB9890D26E}" dt="2024-04-16T03:32:01.798" v="2798" actId="1035"/>
          <ac:spMkLst>
            <pc:docMk/>
            <pc:sldMk cId="3202807895" sldId="259"/>
            <ac:spMk id="53" creationId="{AC6DE710-7239-8C40-E49F-9ACC53754E01}"/>
          </ac:spMkLst>
        </pc:spChg>
        <pc:spChg chg="del">
          <ac:chgData name="Khanh Le" userId="bbb2d7388e46b6b1" providerId="LiveId" clId="{970E84E3-FA3F-488B-9524-67FB9890D26E}" dt="2024-04-16T02:19:18.608" v="1708" actId="478"/>
          <ac:spMkLst>
            <pc:docMk/>
            <pc:sldMk cId="3202807895" sldId="259"/>
            <ac:spMk id="56" creationId="{6B9A07FC-9610-428E-8707-5D2019CC898A}"/>
          </ac:spMkLst>
        </pc:spChg>
        <pc:spChg chg="add mod">
          <ac:chgData name="Khanh Le" userId="bbb2d7388e46b6b1" providerId="LiveId" clId="{970E84E3-FA3F-488B-9524-67FB9890D26E}" dt="2024-04-16T03:02:28.840" v="2335" actId="34136"/>
          <ac:spMkLst>
            <pc:docMk/>
            <pc:sldMk cId="3202807895" sldId="259"/>
            <ac:spMk id="59" creationId="{9AAD2F34-4D1B-F5CE-6725-1F853D85C4A7}"/>
          </ac:spMkLst>
        </pc:spChg>
        <pc:spChg chg="add del mod">
          <ac:chgData name="Khanh Le" userId="bbb2d7388e46b6b1" providerId="LiveId" clId="{970E84E3-FA3F-488B-9524-67FB9890D26E}" dt="2024-04-16T02:09:54.662" v="1412" actId="478"/>
          <ac:spMkLst>
            <pc:docMk/>
            <pc:sldMk cId="3202807895" sldId="259"/>
            <ac:spMk id="61" creationId="{7B6B86D3-1F32-D1E0-B594-647B3A6885A3}"/>
          </ac:spMkLst>
        </pc:spChg>
        <pc:spChg chg="add mod">
          <ac:chgData name="Khanh Le" userId="bbb2d7388e46b6b1" providerId="LiveId" clId="{970E84E3-FA3F-488B-9524-67FB9890D26E}" dt="2024-04-16T03:32:01.798" v="2798" actId="1035"/>
          <ac:spMkLst>
            <pc:docMk/>
            <pc:sldMk cId="3202807895" sldId="259"/>
            <ac:spMk id="65" creationId="{07659C4E-5546-E1C7-4076-165E79C3D25D}"/>
          </ac:spMkLst>
        </pc:spChg>
        <pc:spChg chg="add del mod">
          <ac:chgData name="Khanh Le" userId="bbb2d7388e46b6b1" providerId="LiveId" clId="{970E84E3-FA3F-488B-9524-67FB9890D26E}" dt="2024-04-16T02:23:36.208" v="1930"/>
          <ac:spMkLst>
            <pc:docMk/>
            <pc:sldMk cId="3202807895" sldId="259"/>
            <ac:spMk id="82" creationId="{BBC4042A-CE04-B9F7-8872-2FA91DEF7E95}"/>
          </ac:spMkLst>
        </pc:spChg>
        <pc:spChg chg="add del mod">
          <ac:chgData name="Khanh Le" userId="bbb2d7388e46b6b1" providerId="LiveId" clId="{970E84E3-FA3F-488B-9524-67FB9890D26E}" dt="2024-04-16T02:24:07.232" v="1947"/>
          <ac:spMkLst>
            <pc:docMk/>
            <pc:sldMk cId="3202807895" sldId="259"/>
            <ac:spMk id="84" creationId="{2D8339F4-8643-FF22-7CB1-4120A6C6C82A}"/>
          </ac:spMkLst>
        </pc:spChg>
        <pc:spChg chg="add del mod">
          <ac:chgData name="Khanh Le" userId="bbb2d7388e46b6b1" providerId="LiveId" clId="{970E84E3-FA3F-488B-9524-67FB9890D26E}" dt="2024-04-16T02:47:15.941" v="2121" actId="478"/>
          <ac:spMkLst>
            <pc:docMk/>
            <pc:sldMk cId="3202807895" sldId="259"/>
            <ac:spMk id="87" creationId="{8BABD16F-3BDF-A02E-7DAB-EC1795275931}"/>
          </ac:spMkLst>
        </pc:spChg>
        <pc:spChg chg="add del mod">
          <ac:chgData name="Khanh Le" userId="bbb2d7388e46b6b1" providerId="LiveId" clId="{970E84E3-FA3F-488B-9524-67FB9890D26E}" dt="2024-04-16T02:47:16.973" v="2122" actId="478"/>
          <ac:spMkLst>
            <pc:docMk/>
            <pc:sldMk cId="3202807895" sldId="259"/>
            <ac:spMk id="89" creationId="{D85E869F-AB63-D12A-E12E-C5435917A691}"/>
          </ac:spMkLst>
        </pc:spChg>
        <pc:spChg chg="add mod">
          <ac:chgData name="Khanh Le" userId="bbb2d7388e46b6b1" providerId="LiveId" clId="{970E84E3-FA3F-488B-9524-67FB9890D26E}" dt="2024-04-16T03:02:28.840" v="2335" actId="34136"/>
          <ac:spMkLst>
            <pc:docMk/>
            <pc:sldMk cId="3202807895" sldId="259"/>
            <ac:spMk id="115" creationId="{D51D372B-EEAF-252B-37DE-ABCAD4EDA35A}"/>
          </ac:spMkLst>
        </pc:spChg>
        <pc:spChg chg="add del mod">
          <ac:chgData name="Khanh Le" userId="bbb2d7388e46b6b1" providerId="LiveId" clId="{970E84E3-FA3F-488B-9524-67FB9890D26E}" dt="2024-04-16T02:51:15.752" v="2183" actId="478"/>
          <ac:spMkLst>
            <pc:docMk/>
            <pc:sldMk cId="3202807895" sldId="259"/>
            <ac:spMk id="142" creationId="{1B8D0BCB-C437-7A9D-7920-20320875A37C}"/>
          </ac:spMkLst>
        </pc:spChg>
        <pc:spChg chg="add mod">
          <ac:chgData name="Khanh Le" userId="bbb2d7388e46b6b1" providerId="LiveId" clId="{970E84E3-FA3F-488B-9524-67FB9890D26E}" dt="2024-04-16T03:31:47.255" v="2775" actId="1076"/>
          <ac:spMkLst>
            <pc:docMk/>
            <pc:sldMk cId="3202807895" sldId="259"/>
            <ac:spMk id="144" creationId="{2CA61FE2-7DAF-9D3D-C60E-414764F20082}"/>
          </ac:spMkLst>
        </pc:spChg>
        <pc:spChg chg="add mod">
          <ac:chgData name="Khanh Le" userId="bbb2d7388e46b6b1" providerId="LiveId" clId="{970E84E3-FA3F-488B-9524-67FB9890D26E}" dt="2024-04-16T03:33:53.208" v="2814" actId="14100"/>
          <ac:spMkLst>
            <pc:docMk/>
            <pc:sldMk cId="3202807895" sldId="259"/>
            <ac:spMk id="145" creationId="{12EEDFA0-3A97-9970-96C4-6FDD8B060767}"/>
          </ac:spMkLst>
        </pc:spChg>
        <pc:spChg chg="add mod">
          <ac:chgData name="Khanh Le" userId="bbb2d7388e46b6b1" providerId="LiveId" clId="{970E84E3-FA3F-488B-9524-67FB9890D26E}" dt="2024-04-16T03:31:04.649" v="2765" actId="1076"/>
          <ac:spMkLst>
            <pc:docMk/>
            <pc:sldMk cId="3202807895" sldId="259"/>
            <ac:spMk id="146" creationId="{ABD1CF79-59A7-0B22-4535-DD11951508D3}"/>
          </ac:spMkLst>
        </pc:spChg>
        <pc:cxnChg chg="mod">
          <ac:chgData name="Khanh Le" userId="bbb2d7388e46b6b1" providerId="LiveId" clId="{970E84E3-FA3F-488B-9524-67FB9890D26E}" dt="2024-04-16T03:02:28.840" v="2335" actId="34136"/>
          <ac:cxnSpMkLst>
            <pc:docMk/>
            <pc:sldMk cId="3202807895" sldId="259"/>
            <ac:cxnSpMk id="7" creationId="{426C1007-5224-4B46-A106-2F8E30F7A71A}"/>
          </ac:cxnSpMkLst>
        </pc:cxnChg>
        <pc:cxnChg chg="add del mod">
          <ac:chgData name="Khanh Le" userId="bbb2d7388e46b6b1" providerId="LiveId" clId="{970E84E3-FA3F-488B-9524-67FB9890D26E}" dt="2024-04-16T02:52:25.149" v="2195" actId="478"/>
          <ac:cxnSpMkLst>
            <pc:docMk/>
            <pc:sldMk cId="3202807895" sldId="259"/>
            <ac:cxnSpMk id="9" creationId="{8813790E-5CF2-4C10-BB5E-CBCB02E5F5E1}"/>
          </ac:cxnSpMkLst>
        </pc:cxnChg>
        <pc:cxnChg chg="add del mod">
          <ac:chgData name="Khanh Le" userId="bbb2d7388e46b6b1" providerId="LiveId" clId="{970E84E3-FA3F-488B-9524-67FB9890D26E}" dt="2024-04-16T02:12:52.510" v="1471" actId="478"/>
          <ac:cxnSpMkLst>
            <pc:docMk/>
            <pc:sldMk cId="3202807895" sldId="259"/>
            <ac:cxnSpMk id="9" creationId="{9ED89E24-FBD3-C433-4FD4-42C511C50550}"/>
          </ac:cxnSpMkLst>
        </pc:cxnChg>
        <pc:cxnChg chg="add del mod">
          <ac:chgData name="Khanh Le" userId="bbb2d7388e46b6b1" providerId="LiveId" clId="{970E84E3-FA3F-488B-9524-67FB9890D26E}" dt="2024-04-16T03:30:29.345" v="2753" actId="478"/>
          <ac:cxnSpMkLst>
            <pc:docMk/>
            <pc:sldMk cId="3202807895" sldId="259"/>
            <ac:cxnSpMk id="9" creationId="{A37D67B1-AFA4-E3C8-D721-CEE1B1A1CDEC}"/>
          </ac:cxnSpMkLst>
        </pc:cxnChg>
        <pc:cxnChg chg="add del mod">
          <ac:chgData name="Khanh Le" userId="bbb2d7388e46b6b1" providerId="LiveId" clId="{970E84E3-FA3F-488B-9524-67FB9890D26E}" dt="2024-04-16T02:16:56.799" v="1669" actId="478"/>
          <ac:cxnSpMkLst>
            <pc:docMk/>
            <pc:sldMk cId="3202807895" sldId="259"/>
            <ac:cxnSpMk id="10" creationId="{BC2ADE9C-1DE0-7F79-F2C0-D2E79CE3AA27}"/>
          </ac:cxnSpMkLst>
        </pc:cxnChg>
        <pc:cxnChg chg="mod">
          <ac:chgData name="Khanh Le" userId="bbb2d7388e46b6b1" providerId="LiveId" clId="{970E84E3-FA3F-488B-9524-67FB9890D26E}" dt="2024-04-16T03:02:28.840" v="2335" actId="34136"/>
          <ac:cxnSpMkLst>
            <pc:docMk/>
            <pc:sldMk cId="3202807895" sldId="259"/>
            <ac:cxnSpMk id="12" creationId="{49CA5FFE-1405-4105-8020-FDE9FA79A268}"/>
          </ac:cxnSpMkLst>
        </pc:cxnChg>
        <pc:cxnChg chg="add mod">
          <ac:chgData name="Khanh Le" userId="bbb2d7388e46b6b1" providerId="LiveId" clId="{970E84E3-FA3F-488B-9524-67FB9890D26E}" dt="2024-04-16T03:32:05.322" v="2799" actId="14100"/>
          <ac:cxnSpMkLst>
            <pc:docMk/>
            <pc:sldMk cId="3202807895" sldId="259"/>
            <ac:cxnSpMk id="16" creationId="{2866F614-90BD-1079-FD01-8A619EABFB91}"/>
          </ac:cxnSpMkLst>
        </pc:cxnChg>
        <pc:cxnChg chg="del mod">
          <ac:chgData name="Khanh Le" userId="bbb2d7388e46b6b1" providerId="LiveId" clId="{970E84E3-FA3F-488B-9524-67FB9890D26E}" dt="2024-04-16T02:17:47.945" v="1679" actId="478"/>
          <ac:cxnSpMkLst>
            <pc:docMk/>
            <pc:sldMk cId="3202807895" sldId="259"/>
            <ac:cxnSpMk id="16" creationId="{8EA7E428-59E9-47E3-98E6-7221A6CC53C8}"/>
          </ac:cxnSpMkLst>
        </pc:cxnChg>
        <pc:cxnChg chg="add del mod">
          <ac:chgData name="Khanh Le" userId="bbb2d7388e46b6b1" providerId="LiveId" clId="{970E84E3-FA3F-488B-9524-67FB9890D26E}" dt="2024-04-16T02:47:19.894" v="2124" actId="478"/>
          <ac:cxnSpMkLst>
            <pc:docMk/>
            <pc:sldMk cId="3202807895" sldId="259"/>
            <ac:cxnSpMk id="19" creationId="{9647511A-4F06-C885-966B-ABF618C6626F}"/>
          </ac:cxnSpMkLst>
        </pc:cxnChg>
        <pc:cxnChg chg="add mod">
          <ac:chgData name="Khanh Le" userId="bbb2d7388e46b6b1" providerId="LiveId" clId="{970E84E3-FA3F-488B-9524-67FB9890D26E}" dt="2024-04-16T03:32:09.018" v="2800" actId="14100"/>
          <ac:cxnSpMkLst>
            <pc:docMk/>
            <pc:sldMk cId="3202807895" sldId="259"/>
            <ac:cxnSpMk id="20" creationId="{4D4BA3CB-68C1-9C71-5E88-D0BAC9642101}"/>
          </ac:cxnSpMkLst>
        </pc:cxnChg>
        <pc:cxnChg chg="add mod">
          <ac:chgData name="Khanh Le" userId="bbb2d7388e46b6b1" providerId="LiveId" clId="{970E84E3-FA3F-488B-9524-67FB9890D26E}" dt="2024-04-16T03:33:07.869" v="2807" actId="693"/>
          <ac:cxnSpMkLst>
            <pc:docMk/>
            <pc:sldMk cId="3202807895" sldId="259"/>
            <ac:cxnSpMk id="24" creationId="{89E7D21A-2F51-BA99-F57F-180B14168665}"/>
          </ac:cxnSpMkLst>
        </pc:cxnChg>
        <pc:cxnChg chg="del mod">
          <ac:chgData name="Khanh Le" userId="bbb2d7388e46b6b1" providerId="LiveId" clId="{970E84E3-FA3F-488B-9524-67FB9890D26E}" dt="2024-04-16T02:47:18.676" v="2123" actId="478"/>
          <ac:cxnSpMkLst>
            <pc:docMk/>
            <pc:sldMk cId="3202807895" sldId="259"/>
            <ac:cxnSpMk id="25" creationId="{CB0B5991-1D11-4885-B01B-215FCDE6AE96}"/>
          </ac:cxnSpMkLst>
        </pc:cxnChg>
        <pc:cxnChg chg="del mod">
          <ac:chgData name="Khanh Le" userId="bbb2d7388e46b6b1" providerId="LiveId" clId="{970E84E3-FA3F-488B-9524-67FB9890D26E}" dt="2024-04-16T02:06:19.345" v="1111" actId="478"/>
          <ac:cxnSpMkLst>
            <pc:docMk/>
            <pc:sldMk cId="3202807895" sldId="259"/>
            <ac:cxnSpMk id="30" creationId="{7F455413-858E-46DC-9425-816CDDD892AD}"/>
          </ac:cxnSpMkLst>
        </pc:cxnChg>
        <pc:cxnChg chg="add mod">
          <ac:chgData name="Khanh Le" userId="bbb2d7388e46b6b1" providerId="LiveId" clId="{970E84E3-FA3F-488B-9524-67FB9890D26E}" dt="2024-04-16T03:33:24.572" v="2812" actId="693"/>
          <ac:cxnSpMkLst>
            <pc:docMk/>
            <pc:sldMk cId="3202807895" sldId="259"/>
            <ac:cxnSpMk id="31" creationId="{56E0634E-0707-CB3F-055B-587CB864D051}"/>
          </ac:cxnSpMkLst>
        </pc:cxnChg>
        <pc:cxnChg chg="add del mod">
          <ac:chgData name="Khanh Le" userId="bbb2d7388e46b6b1" providerId="LiveId" clId="{970E84E3-FA3F-488B-9524-67FB9890D26E}" dt="2024-04-16T03:23:08.087" v="2369" actId="478"/>
          <ac:cxnSpMkLst>
            <pc:docMk/>
            <pc:sldMk cId="3202807895" sldId="259"/>
            <ac:cxnSpMk id="32" creationId="{EA957D7B-6C1D-8F16-0D18-1120D574E7E3}"/>
          </ac:cxnSpMkLst>
        </pc:cxnChg>
        <pc:cxnChg chg="del mod">
          <ac:chgData name="Khanh Le" userId="bbb2d7388e46b6b1" providerId="LiveId" clId="{970E84E3-FA3F-488B-9524-67FB9890D26E}" dt="2024-04-16T02:06:21.807" v="1113" actId="478"/>
          <ac:cxnSpMkLst>
            <pc:docMk/>
            <pc:sldMk cId="3202807895" sldId="259"/>
            <ac:cxnSpMk id="33" creationId="{6C7239A9-B4B9-4935-89FB-86B4B52F89F5}"/>
          </ac:cxnSpMkLst>
        </pc:cxnChg>
        <pc:cxnChg chg="add del mod">
          <ac:chgData name="Khanh Le" userId="bbb2d7388e46b6b1" providerId="LiveId" clId="{970E84E3-FA3F-488B-9524-67FB9890D26E}" dt="2024-04-16T03:22:58.390" v="2365" actId="478"/>
          <ac:cxnSpMkLst>
            <pc:docMk/>
            <pc:sldMk cId="3202807895" sldId="259"/>
            <ac:cxnSpMk id="34" creationId="{5D4BC6CE-356F-E8E7-B003-0F06A420ECA7}"/>
          </ac:cxnSpMkLst>
        </pc:cxnChg>
        <pc:cxnChg chg="del mod">
          <ac:chgData name="Khanh Le" userId="bbb2d7388e46b6b1" providerId="LiveId" clId="{970E84E3-FA3F-488B-9524-67FB9890D26E}" dt="2024-04-16T02:12:43.635" v="1468" actId="478"/>
          <ac:cxnSpMkLst>
            <pc:docMk/>
            <pc:sldMk cId="3202807895" sldId="259"/>
            <ac:cxnSpMk id="34" creationId="{75A5DE1E-E364-4B92-A65E-50BA661F587C}"/>
          </ac:cxnSpMkLst>
        </pc:cxnChg>
        <pc:cxnChg chg="del mod">
          <ac:chgData name="Khanh Le" userId="bbb2d7388e46b6b1" providerId="LiveId" clId="{970E84E3-FA3F-488B-9524-67FB9890D26E}" dt="2024-04-16T02:06:15.074" v="1106" actId="478"/>
          <ac:cxnSpMkLst>
            <pc:docMk/>
            <pc:sldMk cId="3202807895" sldId="259"/>
            <ac:cxnSpMk id="37" creationId="{D48E3611-D1ED-4BEB-A2E6-43D090704AB4}"/>
          </ac:cxnSpMkLst>
        </pc:cxnChg>
        <pc:cxnChg chg="del mod">
          <ac:chgData name="Khanh Le" userId="bbb2d7388e46b6b1" providerId="LiveId" clId="{970E84E3-FA3F-488B-9524-67FB9890D26E}" dt="2024-04-16T02:01:39.875" v="824" actId="478"/>
          <ac:cxnSpMkLst>
            <pc:docMk/>
            <pc:sldMk cId="3202807895" sldId="259"/>
            <ac:cxnSpMk id="40" creationId="{A93E8ABC-77B0-44AC-B40A-77987C6E83F4}"/>
          </ac:cxnSpMkLst>
        </pc:cxnChg>
        <pc:cxnChg chg="add mod">
          <ac:chgData name="Khanh Le" userId="bbb2d7388e46b6b1" providerId="LiveId" clId="{970E84E3-FA3F-488B-9524-67FB9890D26E}" dt="2024-04-16T03:33:12.268" v="2808" actId="693"/>
          <ac:cxnSpMkLst>
            <pc:docMk/>
            <pc:sldMk cId="3202807895" sldId="259"/>
            <ac:cxnSpMk id="42" creationId="{8C06BB22-B562-6645-B298-D28279B629F5}"/>
          </ac:cxnSpMkLst>
        </pc:cxnChg>
        <pc:cxnChg chg="del mod">
          <ac:chgData name="Khanh Le" userId="bbb2d7388e46b6b1" providerId="LiveId" clId="{970E84E3-FA3F-488B-9524-67FB9890D26E}" dt="2024-04-16T02:02:34.177" v="839" actId="478"/>
          <ac:cxnSpMkLst>
            <pc:docMk/>
            <pc:sldMk cId="3202807895" sldId="259"/>
            <ac:cxnSpMk id="43" creationId="{C31446FC-C483-4F16-BF58-55DE11D4E077}"/>
          </ac:cxnSpMkLst>
        </pc:cxnChg>
        <pc:cxnChg chg="del mod">
          <ac:chgData name="Khanh Le" userId="bbb2d7388e46b6b1" providerId="LiveId" clId="{970E84E3-FA3F-488B-9524-67FB9890D26E}" dt="2024-04-16T02:06:14.549" v="1105" actId="478"/>
          <ac:cxnSpMkLst>
            <pc:docMk/>
            <pc:sldMk cId="3202807895" sldId="259"/>
            <ac:cxnSpMk id="45" creationId="{BA1E1827-5245-482C-8EB0-67B6FA594817}"/>
          </ac:cxnSpMkLst>
        </pc:cxnChg>
        <pc:cxnChg chg="add mod">
          <ac:chgData name="Khanh Le" userId="bbb2d7388e46b6b1" providerId="LiveId" clId="{970E84E3-FA3F-488B-9524-67FB9890D26E}" dt="2024-04-16T03:33:15.824" v="2809" actId="693"/>
          <ac:cxnSpMkLst>
            <pc:docMk/>
            <pc:sldMk cId="3202807895" sldId="259"/>
            <ac:cxnSpMk id="46" creationId="{DDBDA185-76CC-B844-8696-3801EA15C94D}"/>
          </ac:cxnSpMkLst>
        </pc:cxnChg>
        <pc:cxnChg chg="del mod">
          <ac:chgData name="Khanh Le" userId="bbb2d7388e46b6b1" providerId="LiveId" clId="{970E84E3-FA3F-488B-9524-67FB9890D26E}" dt="2024-04-16T02:19:12.051" v="1704" actId="478"/>
          <ac:cxnSpMkLst>
            <pc:docMk/>
            <pc:sldMk cId="3202807895" sldId="259"/>
            <ac:cxnSpMk id="47" creationId="{56916FB5-6435-4A3A-8282-69E1BCB776D5}"/>
          </ac:cxnSpMkLst>
        </pc:cxnChg>
        <pc:cxnChg chg="del">
          <ac:chgData name="Khanh Le" userId="bbb2d7388e46b6b1" providerId="LiveId" clId="{970E84E3-FA3F-488B-9524-67FB9890D26E}" dt="2024-04-16T02:06:15.490" v="1107" actId="478"/>
          <ac:cxnSpMkLst>
            <pc:docMk/>
            <pc:sldMk cId="3202807895" sldId="259"/>
            <ac:cxnSpMk id="49" creationId="{37F712AE-659F-491B-840A-DF2E878D7C5E}"/>
          </ac:cxnSpMkLst>
        </pc:cxnChg>
        <pc:cxnChg chg="del mod">
          <ac:chgData name="Khanh Le" userId="bbb2d7388e46b6b1" providerId="LiveId" clId="{970E84E3-FA3F-488B-9524-67FB9890D26E}" dt="2024-04-16T02:19:07.829" v="1700" actId="478"/>
          <ac:cxnSpMkLst>
            <pc:docMk/>
            <pc:sldMk cId="3202807895" sldId="259"/>
            <ac:cxnSpMk id="52" creationId="{5B4052D5-3BE8-4CAB-922B-124E5D4B6B38}"/>
          </ac:cxnSpMkLst>
        </pc:cxnChg>
        <pc:cxnChg chg="mod">
          <ac:chgData name="Khanh Le" userId="bbb2d7388e46b6b1" providerId="LiveId" clId="{970E84E3-FA3F-488B-9524-67FB9890D26E}" dt="2024-04-16T03:02:28.840" v="2335" actId="34136"/>
          <ac:cxnSpMkLst>
            <pc:docMk/>
            <pc:sldMk cId="3202807895" sldId="259"/>
            <ac:cxnSpMk id="54" creationId="{AA044A51-B19F-4FA4-80FE-4B0AEAEB7E7B}"/>
          </ac:cxnSpMkLst>
        </pc:cxnChg>
        <pc:cxnChg chg="del mod">
          <ac:chgData name="Khanh Le" userId="bbb2d7388e46b6b1" providerId="LiveId" clId="{970E84E3-FA3F-488B-9524-67FB9890D26E}" dt="2024-04-16T02:19:16.896" v="1707" actId="478"/>
          <ac:cxnSpMkLst>
            <pc:docMk/>
            <pc:sldMk cId="3202807895" sldId="259"/>
            <ac:cxnSpMk id="57" creationId="{31507CE7-8048-42E1-AB5F-986037D54BE2}"/>
          </ac:cxnSpMkLst>
        </pc:cxnChg>
        <pc:cxnChg chg="add del mod">
          <ac:chgData name="Khanh Le" userId="bbb2d7388e46b6b1" providerId="LiveId" clId="{970E84E3-FA3F-488B-9524-67FB9890D26E}" dt="2024-04-16T02:09:56.119" v="1413" actId="478"/>
          <ac:cxnSpMkLst>
            <pc:docMk/>
            <pc:sldMk cId="3202807895" sldId="259"/>
            <ac:cxnSpMk id="62" creationId="{0EE09B61-60C4-5B83-5DCC-AEA5D1E6F78C}"/>
          </ac:cxnSpMkLst>
        </pc:cxnChg>
        <pc:cxnChg chg="add del mod">
          <ac:chgData name="Khanh Le" userId="bbb2d7388e46b6b1" providerId="LiveId" clId="{970E84E3-FA3F-488B-9524-67FB9890D26E}" dt="2024-04-16T03:02:28.840" v="2335" actId="34136"/>
          <ac:cxnSpMkLst>
            <pc:docMk/>
            <pc:sldMk cId="3202807895" sldId="259"/>
            <ac:cxnSpMk id="68" creationId="{0D7166F6-B4D2-95A2-7747-5B523745A4EF}"/>
          </ac:cxnSpMkLst>
        </pc:cxnChg>
        <pc:cxnChg chg="add del mod">
          <ac:chgData name="Khanh Le" userId="bbb2d7388e46b6b1" providerId="LiveId" clId="{970E84E3-FA3F-488B-9524-67FB9890D26E}" dt="2024-04-16T02:56:49.368" v="2275" actId="478"/>
          <ac:cxnSpMkLst>
            <pc:docMk/>
            <pc:sldMk cId="3202807895" sldId="259"/>
            <ac:cxnSpMk id="72" creationId="{78401EBF-4719-0841-1B04-BB0106930840}"/>
          </ac:cxnSpMkLst>
        </pc:cxnChg>
        <pc:cxnChg chg="add del">
          <ac:chgData name="Khanh Le" userId="bbb2d7388e46b6b1" providerId="LiveId" clId="{970E84E3-FA3F-488B-9524-67FB9890D26E}" dt="2024-04-16T02:56:50.473" v="2276" actId="478"/>
          <ac:cxnSpMkLst>
            <pc:docMk/>
            <pc:sldMk cId="3202807895" sldId="259"/>
            <ac:cxnSpMk id="76" creationId="{19D88648-7989-F03B-2394-156FB79653C5}"/>
          </ac:cxnSpMkLst>
        </pc:cxnChg>
        <pc:cxnChg chg="add mod">
          <ac:chgData name="Khanh Le" userId="bbb2d7388e46b6b1" providerId="LiveId" clId="{970E84E3-FA3F-488B-9524-67FB9890D26E}" dt="2024-04-16T03:32:52.060" v="2805" actId="1582"/>
          <ac:cxnSpMkLst>
            <pc:docMk/>
            <pc:sldMk cId="3202807895" sldId="259"/>
            <ac:cxnSpMk id="77" creationId="{0ACDC270-3864-C66A-8284-D190E6EABBC9}"/>
          </ac:cxnSpMkLst>
        </pc:cxnChg>
        <pc:cxnChg chg="add mod">
          <ac:chgData name="Khanh Le" userId="bbb2d7388e46b6b1" providerId="LiveId" clId="{970E84E3-FA3F-488B-9524-67FB9890D26E}" dt="2024-04-16T03:33:53.208" v="2814" actId="14100"/>
          <ac:cxnSpMkLst>
            <pc:docMk/>
            <pc:sldMk cId="3202807895" sldId="259"/>
            <ac:cxnSpMk id="86" creationId="{F012CA4B-1E47-C4A5-51A4-6D810D0DD506}"/>
          </ac:cxnSpMkLst>
        </pc:cxnChg>
        <pc:cxnChg chg="add mod">
          <ac:chgData name="Khanh Le" userId="bbb2d7388e46b6b1" providerId="LiveId" clId="{970E84E3-FA3F-488B-9524-67FB9890D26E}" dt="2024-04-16T03:31:37.793" v="2773" actId="14100"/>
          <ac:cxnSpMkLst>
            <pc:docMk/>
            <pc:sldMk cId="3202807895" sldId="259"/>
            <ac:cxnSpMk id="91" creationId="{15DE4E4E-5AB7-3D26-098B-9B825DDD40C0}"/>
          </ac:cxnSpMkLst>
        </pc:cxnChg>
        <pc:cxnChg chg="add mod">
          <ac:chgData name="Khanh Le" userId="bbb2d7388e46b6b1" providerId="LiveId" clId="{970E84E3-FA3F-488B-9524-67FB9890D26E}" dt="2024-04-16T03:31:47.255" v="2775" actId="1076"/>
          <ac:cxnSpMkLst>
            <pc:docMk/>
            <pc:sldMk cId="3202807895" sldId="259"/>
            <ac:cxnSpMk id="94" creationId="{20D1D418-A550-FF29-B22B-5433288771C9}"/>
          </ac:cxnSpMkLst>
        </pc:cxnChg>
        <pc:cxnChg chg="add del mod">
          <ac:chgData name="Khanh Le" userId="bbb2d7388e46b6b1" providerId="LiveId" clId="{970E84E3-FA3F-488B-9524-67FB9890D26E}" dt="2024-04-16T03:28:49.471" v="2694" actId="478"/>
          <ac:cxnSpMkLst>
            <pc:docMk/>
            <pc:sldMk cId="3202807895" sldId="259"/>
            <ac:cxnSpMk id="97" creationId="{D0B1CD6C-A337-18C0-A3DC-54AA989E9093}"/>
          </ac:cxnSpMkLst>
        </pc:cxnChg>
        <pc:cxnChg chg="add mod">
          <ac:chgData name="Khanh Le" userId="bbb2d7388e46b6b1" providerId="LiveId" clId="{970E84E3-FA3F-488B-9524-67FB9890D26E}" dt="2024-04-16T03:32:01.798" v="2798" actId="1035"/>
          <ac:cxnSpMkLst>
            <pc:docMk/>
            <pc:sldMk cId="3202807895" sldId="259"/>
            <ac:cxnSpMk id="103" creationId="{D64D33D2-23AC-AC97-4AB0-1BF151D2C930}"/>
          </ac:cxnSpMkLst>
        </pc:cxnChg>
        <pc:cxnChg chg="add mod">
          <ac:chgData name="Khanh Le" userId="bbb2d7388e46b6b1" providerId="LiveId" clId="{970E84E3-FA3F-488B-9524-67FB9890D26E}" dt="2024-04-16T03:32:01.798" v="2798" actId="1035"/>
          <ac:cxnSpMkLst>
            <pc:docMk/>
            <pc:sldMk cId="3202807895" sldId="259"/>
            <ac:cxnSpMk id="106" creationId="{D2B3996E-944C-C0C5-0770-C3973FE1DD18}"/>
          </ac:cxnSpMkLst>
        </pc:cxnChg>
        <pc:cxnChg chg="add mod">
          <ac:chgData name="Khanh Le" userId="bbb2d7388e46b6b1" providerId="LiveId" clId="{970E84E3-FA3F-488B-9524-67FB9890D26E}" dt="2024-04-16T03:32:01.798" v="2798" actId="1035"/>
          <ac:cxnSpMkLst>
            <pc:docMk/>
            <pc:sldMk cId="3202807895" sldId="259"/>
            <ac:cxnSpMk id="109" creationId="{FD784FF5-1277-A054-8434-C5DA4D773B55}"/>
          </ac:cxnSpMkLst>
        </pc:cxnChg>
        <pc:cxnChg chg="add mod">
          <ac:chgData name="Khanh Le" userId="bbb2d7388e46b6b1" providerId="LiveId" clId="{970E84E3-FA3F-488B-9524-67FB9890D26E}" dt="2024-04-16T03:32:01.798" v="2798" actId="1035"/>
          <ac:cxnSpMkLst>
            <pc:docMk/>
            <pc:sldMk cId="3202807895" sldId="259"/>
            <ac:cxnSpMk id="112" creationId="{62F8B544-002A-2BC8-37E7-76ACA2289D5D}"/>
          </ac:cxnSpMkLst>
        </pc:cxnChg>
        <pc:cxnChg chg="add mod">
          <ac:chgData name="Khanh Le" userId="bbb2d7388e46b6b1" providerId="LiveId" clId="{970E84E3-FA3F-488B-9524-67FB9890D26E}" dt="2024-04-16T03:02:28.840" v="2335" actId="34136"/>
          <ac:cxnSpMkLst>
            <pc:docMk/>
            <pc:sldMk cId="3202807895" sldId="259"/>
            <ac:cxnSpMk id="122" creationId="{3B8F2F99-748B-6E8E-2C75-26BCD7D824C3}"/>
          </ac:cxnSpMkLst>
        </pc:cxnChg>
        <pc:cxnChg chg="add mod">
          <ac:chgData name="Khanh Le" userId="bbb2d7388e46b6b1" providerId="LiveId" clId="{970E84E3-FA3F-488B-9524-67FB9890D26E}" dt="2024-04-16T03:02:28.840" v="2335" actId="34136"/>
          <ac:cxnSpMkLst>
            <pc:docMk/>
            <pc:sldMk cId="3202807895" sldId="259"/>
            <ac:cxnSpMk id="126" creationId="{9F020C64-618B-072B-8195-583790EBC869}"/>
          </ac:cxnSpMkLst>
        </pc:cxnChg>
        <pc:cxnChg chg="add mod">
          <ac:chgData name="Khanh Le" userId="bbb2d7388e46b6b1" providerId="LiveId" clId="{970E84E3-FA3F-488B-9524-67FB9890D26E}" dt="2024-04-16T03:02:28.840" v="2335" actId="34136"/>
          <ac:cxnSpMkLst>
            <pc:docMk/>
            <pc:sldMk cId="3202807895" sldId="259"/>
            <ac:cxnSpMk id="131" creationId="{05AAD15D-34F6-7A65-BD7C-52CA7514CEB3}"/>
          </ac:cxnSpMkLst>
        </pc:cxnChg>
        <pc:cxnChg chg="add mod">
          <ac:chgData name="Khanh Le" userId="bbb2d7388e46b6b1" providerId="LiveId" clId="{970E84E3-FA3F-488B-9524-67FB9890D26E}" dt="2024-04-16T03:02:28.840" v="2335" actId="34136"/>
          <ac:cxnSpMkLst>
            <pc:docMk/>
            <pc:sldMk cId="3202807895" sldId="259"/>
            <ac:cxnSpMk id="134" creationId="{BD4EC3C3-71A6-A842-8887-26EF27340673}"/>
          </ac:cxnSpMkLst>
        </pc:cxnChg>
        <pc:cxnChg chg="add del mod">
          <ac:chgData name="Khanh Le" userId="bbb2d7388e46b6b1" providerId="LiveId" clId="{970E84E3-FA3F-488B-9524-67FB9890D26E}" dt="2024-04-16T02:52:23.889" v="2194" actId="478"/>
          <ac:cxnSpMkLst>
            <pc:docMk/>
            <pc:sldMk cId="3202807895" sldId="259"/>
            <ac:cxnSpMk id="147" creationId="{4A392E6D-91B7-E7F6-8460-A874C770F583}"/>
          </ac:cxnSpMkLst>
        </pc:cxnChg>
      </pc:sldChg>
    </pc:docChg>
  </pc:docChgLst>
  <pc:docChgLst>
    <pc:chgData name="RESEARCH CENTER VIAM" userId="be51958547f944e7" providerId="LiveId" clId="{FA0390CE-88D7-4D59-BD72-831B71EF4B1F}"/>
    <pc:docChg chg="undo custSel addSld delSld modSld">
      <pc:chgData name="RESEARCH CENTER VIAM" userId="be51958547f944e7" providerId="LiveId" clId="{FA0390CE-88D7-4D59-BD72-831B71EF4B1F}" dt="2021-12-17T09:22:31.829" v="1080" actId="1582"/>
      <pc:docMkLst>
        <pc:docMk/>
      </pc:docMkLst>
      <pc:sldChg chg="addSp delSp modSp mod">
        <pc:chgData name="RESEARCH CENTER VIAM" userId="be51958547f944e7" providerId="LiveId" clId="{FA0390CE-88D7-4D59-BD72-831B71EF4B1F}" dt="2021-12-15T03:39:38.885" v="904" actId="14100"/>
        <pc:sldMkLst>
          <pc:docMk/>
          <pc:sldMk cId="1608750514" sldId="256"/>
        </pc:sldMkLst>
        <pc:spChg chg="mod">
          <ac:chgData name="RESEARCH CENTER VIAM" userId="be51958547f944e7" providerId="LiveId" clId="{FA0390CE-88D7-4D59-BD72-831B71EF4B1F}" dt="2021-12-15T03:39:38.885" v="904" actId="14100"/>
          <ac:spMkLst>
            <pc:docMk/>
            <pc:sldMk cId="1608750514" sldId="256"/>
            <ac:spMk id="4" creationId="{03C84971-3C9A-4E5C-8287-0E67CA5478F7}"/>
          </ac:spMkLst>
        </pc:spChg>
        <pc:spChg chg="mod">
          <ac:chgData name="RESEARCH CENTER VIAM" userId="be51958547f944e7" providerId="LiveId" clId="{FA0390CE-88D7-4D59-BD72-831B71EF4B1F}" dt="2021-12-15T03:39:38.885" v="904" actId="14100"/>
          <ac:spMkLst>
            <pc:docMk/>
            <pc:sldMk cId="1608750514" sldId="256"/>
            <ac:spMk id="5" creationId="{C6FFBE50-D744-455E-8FA1-D8AE4DEF7265}"/>
          </ac:spMkLst>
        </pc:spChg>
        <pc:spChg chg="mod">
          <ac:chgData name="RESEARCH CENTER VIAM" userId="be51958547f944e7" providerId="LiveId" clId="{FA0390CE-88D7-4D59-BD72-831B71EF4B1F}" dt="2021-12-15T03:39:38.885" v="904" actId="14100"/>
          <ac:spMkLst>
            <pc:docMk/>
            <pc:sldMk cId="1608750514" sldId="256"/>
            <ac:spMk id="11" creationId="{26CEED22-2CC5-4181-9D71-5FE0CD15455F}"/>
          </ac:spMkLst>
        </pc:spChg>
        <pc:spChg chg="mod">
          <ac:chgData name="RESEARCH CENTER VIAM" userId="be51958547f944e7" providerId="LiveId" clId="{FA0390CE-88D7-4D59-BD72-831B71EF4B1F}" dt="2021-12-15T03:39:38.885" v="904" actId="14100"/>
          <ac:spMkLst>
            <pc:docMk/>
            <pc:sldMk cId="1608750514" sldId="256"/>
            <ac:spMk id="15" creationId="{A4049E2D-C788-40F4-9567-43D4D8F1E456}"/>
          </ac:spMkLst>
        </pc:spChg>
        <pc:spChg chg="mod">
          <ac:chgData name="RESEARCH CENTER VIAM" userId="be51958547f944e7" providerId="LiveId" clId="{FA0390CE-88D7-4D59-BD72-831B71EF4B1F}" dt="2021-12-15T03:39:38.885" v="904" actId="14100"/>
          <ac:spMkLst>
            <pc:docMk/>
            <pc:sldMk cId="1608750514" sldId="256"/>
            <ac:spMk id="24" creationId="{EBE8DD4C-78A7-4125-9569-3B01F492EECA}"/>
          </ac:spMkLst>
        </pc:spChg>
        <pc:spChg chg="mod">
          <ac:chgData name="RESEARCH CENTER VIAM" userId="be51958547f944e7" providerId="LiveId" clId="{FA0390CE-88D7-4D59-BD72-831B71EF4B1F}" dt="2021-12-15T03:39:38.885" v="904" actId="14100"/>
          <ac:spMkLst>
            <pc:docMk/>
            <pc:sldMk cId="1608750514" sldId="256"/>
            <ac:spMk id="32" creationId="{7321DD58-70BB-4CC0-8D19-766683C6890B}"/>
          </ac:spMkLst>
        </pc:spChg>
        <pc:spChg chg="add del">
          <ac:chgData name="RESEARCH CENTER VIAM" userId="be51958547f944e7" providerId="LiveId" clId="{FA0390CE-88D7-4D59-BD72-831B71EF4B1F}" dt="2021-12-15T03:39:38.493" v="903" actId="478"/>
          <ac:spMkLst>
            <pc:docMk/>
            <pc:sldMk cId="1608750514" sldId="256"/>
            <ac:spMk id="34" creationId="{A6B9EE1E-69AA-4C11-80AE-D1CB7DD7B1CC}"/>
          </ac:spMkLst>
        </pc:spChg>
        <pc:spChg chg="add del">
          <ac:chgData name="RESEARCH CENTER VIAM" userId="be51958547f944e7" providerId="LiveId" clId="{FA0390CE-88D7-4D59-BD72-831B71EF4B1F}" dt="2021-12-15T03:39:38.493" v="903" actId="478"/>
          <ac:spMkLst>
            <pc:docMk/>
            <pc:sldMk cId="1608750514" sldId="256"/>
            <ac:spMk id="36" creationId="{43351D47-0765-46BD-A502-007FD488C736}"/>
          </ac:spMkLst>
        </pc:spChg>
        <pc:spChg chg="add del">
          <ac:chgData name="RESEARCH CENTER VIAM" userId="be51958547f944e7" providerId="LiveId" clId="{FA0390CE-88D7-4D59-BD72-831B71EF4B1F}" dt="2021-12-15T03:39:38.493" v="903" actId="478"/>
          <ac:spMkLst>
            <pc:docMk/>
            <pc:sldMk cId="1608750514" sldId="256"/>
            <ac:spMk id="50" creationId="{3CCA2B14-CD45-4B7A-A486-DF75CD87C077}"/>
          </ac:spMkLst>
        </pc:spChg>
        <pc:spChg chg="add del">
          <ac:chgData name="RESEARCH CENTER VIAM" userId="be51958547f944e7" providerId="LiveId" clId="{FA0390CE-88D7-4D59-BD72-831B71EF4B1F}" dt="2021-12-15T03:39:38.493" v="903" actId="478"/>
          <ac:spMkLst>
            <pc:docMk/>
            <pc:sldMk cId="1608750514" sldId="256"/>
            <ac:spMk id="51" creationId="{3AE01467-BF45-4468-B942-31B3BDD28ED7}"/>
          </ac:spMkLst>
        </pc:sp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7" creationId="{426C1007-5224-4B46-A106-2F8E30F7A71A}"/>
          </ac:cxnSpMkLst>
        </pc:cxn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12" creationId="{49CA5FFE-1405-4105-8020-FDE9FA79A268}"/>
          </ac:cxnSpMkLst>
        </pc:cxn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16" creationId="{8EA7E428-59E9-47E3-98E6-7221A6CC53C8}"/>
          </ac:cxnSpMkLst>
        </pc:cxn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25" creationId="{CB0B5991-1D11-4885-B01B-215FCDE6AE96}"/>
          </ac:cxnSpMkLst>
        </pc:cxn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33" creationId="{6C7239A9-B4B9-4935-89FB-86B4B52F89F5}"/>
          </ac:cxnSpMkLst>
        </pc:cxn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35" creationId="{6770734B-74D0-40FF-9F7C-6EA068CD738E}"/>
          </ac:cxnSpMkLst>
        </pc:cxnChg>
        <pc:cxnChg chg="add del mod">
          <ac:chgData name="RESEARCH CENTER VIAM" userId="be51958547f944e7" providerId="LiveId" clId="{FA0390CE-88D7-4D59-BD72-831B71EF4B1F}" dt="2021-12-15T03:39:38.493" v="903" actId="478"/>
          <ac:cxnSpMkLst>
            <pc:docMk/>
            <pc:sldMk cId="1608750514" sldId="256"/>
            <ac:cxnSpMk id="37" creationId="{88751040-884A-49C3-9F60-64877334ABFD}"/>
          </ac:cxnSpMkLst>
        </pc:cxn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53" creationId="{89441D32-4A12-4F6D-B074-1A9DF069BAEA}"/>
          </ac:cxnSpMkLst>
        </pc:cxn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56" creationId="{9E6D49F2-097F-4B63-86E3-DE3387B46D64}"/>
          </ac:cxnSpMkLst>
        </pc:cxn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59" creationId="{E597181B-1830-48BC-ABDE-1C3287A7DDA4}"/>
          </ac:cxnSpMkLst>
        </pc:cxn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63" creationId="{B5653478-FC94-47FE-93B5-301BEBAEB6B8}"/>
          </ac:cxnSpMkLst>
        </pc:cxnChg>
        <pc:cxnChg chg="mod">
          <ac:chgData name="RESEARCH CENTER VIAM" userId="be51958547f944e7" providerId="LiveId" clId="{FA0390CE-88D7-4D59-BD72-831B71EF4B1F}" dt="2021-12-15T03:39:38.885" v="904" actId="14100"/>
          <ac:cxnSpMkLst>
            <pc:docMk/>
            <pc:sldMk cId="1608750514" sldId="256"/>
            <ac:cxnSpMk id="66" creationId="{986A2360-462A-454B-829C-F24DD71BE19A}"/>
          </ac:cxnSpMkLst>
        </pc:cxnChg>
        <pc:cxnChg chg="add del mod">
          <ac:chgData name="RESEARCH CENTER VIAM" userId="be51958547f944e7" providerId="LiveId" clId="{FA0390CE-88D7-4D59-BD72-831B71EF4B1F}" dt="2021-12-15T03:39:38.493" v="903" actId="478"/>
          <ac:cxnSpMkLst>
            <pc:docMk/>
            <pc:sldMk cId="1608750514" sldId="256"/>
            <ac:cxnSpMk id="69" creationId="{029F693B-1035-4FB2-89FD-75C30DFB5192}"/>
          </ac:cxnSpMkLst>
        </pc:cxnChg>
        <pc:cxnChg chg="add del mod">
          <ac:chgData name="RESEARCH CENTER VIAM" userId="be51958547f944e7" providerId="LiveId" clId="{FA0390CE-88D7-4D59-BD72-831B71EF4B1F}" dt="2021-12-15T03:39:38.493" v="903" actId="478"/>
          <ac:cxnSpMkLst>
            <pc:docMk/>
            <pc:sldMk cId="1608750514" sldId="256"/>
            <ac:cxnSpMk id="72" creationId="{D85F6B8A-EE60-438B-9E5F-D9073E748A0C}"/>
          </ac:cxnSpMkLst>
        </pc:cxnChg>
      </pc:sldChg>
      <pc:sldChg chg="addSp delSp modSp add mod">
        <pc:chgData name="RESEARCH CENTER VIAM" userId="be51958547f944e7" providerId="LiveId" clId="{FA0390CE-88D7-4D59-BD72-831B71EF4B1F}" dt="2021-12-17T09:19:59.147" v="1022" actId="14100"/>
        <pc:sldMkLst>
          <pc:docMk/>
          <pc:sldMk cId="1520018513" sldId="257"/>
        </pc:sldMkLst>
        <pc:spChg chg="mod">
          <ac:chgData name="RESEARCH CENTER VIAM" userId="be51958547f944e7" providerId="LiveId" clId="{FA0390CE-88D7-4D59-BD72-831B71EF4B1F}" dt="2021-12-17T09:19:59.147" v="1022" actId="14100"/>
          <ac:spMkLst>
            <pc:docMk/>
            <pc:sldMk cId="1520018513" sldId="257"/>
            <ac:spMk id="4" creationId="{03C84971-3C9A-4E5C-8287-0E67CA5478F7}"/>
          </ac:spMkLst>
        </pc:spChg>
        <pc:spChg chg="mod">
          <ac:chgData name="RESEARCH CENTER VIAM" userId="be51958547f944e7" providerId="LiveId" clId="{FA0390CE-88D7-4D59-BD72-831B71EF4B1F}" dt="2021-12-17T09:19:59.147" v="1022" actId="14100"/>
          <ac:spMkLst>
            <pc:docMk/>
            <pc:sldMk cId="1520018513" sldId="257"/>
            <ac:spMk id="5" creationId="{C6FFBE50-D744-455E-8FA1-D8AE4DEF7265}"/>
          </ac:spMkLst>
        </pc:spChg>
        <pc:spChg chg="mod">
          <ac:chgData name="RESEARCH CENTER VIAM" userId="be51958547f944e7" providerId="LiveId" clId="{FA0390CE-88D7-4D59-BD72-831B71EF4B1F}" dt="2021-12-01T02:57:37.526" v="872" actId="6549"/>
          <ac:spMkLst>
            <pc:docMk/>
            <pc:sldMk cId="1520018513" sldId="257"/>
            <ac:spMk id="8" creationId="{6A576551-7A77-4AA5-B3ED-F48D77C63626}"/>
          </ac:spMkLst>
        </pc:spChg>
        <pc:spChg chg="mod">
          <ac:chgData name="RESEARCH CENTER VIAM" userId="be51958547f944e7" providerId="LiveId" clId="{FA0390CE-88D7-4D59-BD72-831B71EF4B1F}" dt="2021-12-17T09:19:59.147" v="1022" actId="14100"/>
          <ac:spMkLst>
            <pc:docMk/>
            <pc:sldMk cId="1520018513" sldId="257"/>
            <ac:spMk id="11" creationId="{26CEED22-2CC5-4181-9D71-5FE0CD15455F}"/>
          </ac:spMkLst>
        </pc:spChg>
        <pc:spChg chg="mod">
          <ac:chgData name="RESEARCH CENTER VIAM" userId="be51958547f944e7" providerId="LiveId" clId="{FA0390CE-88D7-4D59-BD72-831B71EF4B1F}" dt="2021-12-17T09:19:59.147" v="1022" actId="14100"/>
          <ac:spMkLst>
            <pc:docMk/>
            <pc:sldMk cId="1520018513" sldId="257"/>
            <ac:spMk id="15" creationId="{A4049E2D-C788-40F4-9567-43D4D8F1E456}"/>
          </ac:spMkLst>
        </pc:spChg>
        <pc:spChg chg="mod">
          <ac:chgData name="RESEARCH CENTER VIAM" userId="be51958547f944e7" providerId="LiveId" clId="{FA0390CE-88D7-4D59-BD72-831B71EF4B1F}" dt="2021-12-17T09:19:59.147" v="1022" actId="14100"/>
          <ac:spMkLst>
            <pc:docMk/>
            <pc:sldMk cId="1520018513" sldId="257"/>
            <ac:spMk id="24" creationId="{EBE8DD4C-78A7-4125-9569-3B01F492EECA}"/>
          </ac:spMkLst>
        </pc:spChg>
        <pc:spChg chg="add del mod">
          <ac:chgData name="RESEARCH CENTER VIAM" userId="be51958547f944e7" providerId="LiveId" clId="{FA0390CE-88D7-4D59-BD72-831B71EF4B1F}" dt="2021-12-01T02:58:50.097" v="899" actId="478"/>
          <ac:spMkLst>
            <pc:docMk/>
            <pc:sldMk cId="1520018513" sldId="257"/>
            <ac:spMk id="26" creationId="{0D3397FE-8855-4E75-BAD4-F1F659236C2C}"/>
          </ac:spMkLst>
        </pc:spChg>
        <pc:spChg chg="add del mod">
          <ac:chgData name="RESEARCH CENTER VIAM" userId="be51958547f944e7" providerId="LiveId" clId="{FA0390CE-88D7-4D59-BD72-831B71EF4B1F}" dt="2021-11-24T03:14:07.434" v="709" actId="478"/>
          <ac:spMkLst>
            <pc:docMk/>
            <pc:sldMk cId="1520018513" sldId="257"/>
            <ac:spMk id="26" creationId="{6E137F09-BFAE-447D-AB72-DBBBEEA418F3}"/>
          </ac:spMkLst>
        </pc:spChg>
        <pc:spChg chg="add mod">
          <ac:chgData name="RESEARCH CENTER VIAM" userId="be51958547f944e7" providerId="LiveId" clId="{FA0390CE-88D7-4D59-BD72-831B71EF4B1F}" dt="2021-12-15T03:39:53.270" v="906" actId="1076"/>
          <ac:spMkLst>
            <pc:docMk/>
            <pc:sldMk cId="1520018513" sldId="257"/>
            <ac:spMk id="26" creationId="{C138FEFC-5D11-47D9-B4C6-C39293A34A4F}"/>
          </ac:spMkLst>
        </pc:spChg>
        <pc:spChg chg="add mod">
          <ac:chgData name="RESEARCH CENTER VIAM" userId="be51958547f944e7" providerId="LiveId" clId="{FA0390CE-88D7-4D59-BD72-831B71EF4B1F}" dt="2021-12-15T03:40:09.632" v="911"/>
          <ac:spMkLst>
            <pc:docMk/>
            <pc:sldMk cId="1520018513" sldId="257"/>
            <ac:spMk id="27" creationId="{63EFE981-00D3-49FE-9ED1-88518F5854E2}"/>
          </ac:spMkLst>
        </pc:spChg>
        <pc:spChg chg="add mod">
          <ac:chgData name="RESEARCH CENTER VIAM" userId="be51958547f944e7" providerId="LiveId" clId="{FA0390CE-88D7-4D59-BD72-831B71EF4B1F}" dt="2021-11-24T03:14:28.847" v="799" actId="20577"/>
          <ac:spMkLst>
            <pc:docMk/>
            <pc:sldMk cId="1520018513" sldId="257"/>
            <ac:spMk id="28" creationId="{9AC7BBC1-A6E9-4C6F-9798-52F49BE6677A}"/>
          </ac:spMkLst>
        </pc:spChg>
        <pc:spChg chg="add mod">
          <ac:chgData name="RESEARCH CENTER VIAM" userId="be51958547f944e7" providerId="LiveId" clId="{FA0390CE-88D7-4D59-BD72-831B71EF4B1F}" dt="2021-12-17T09:19:59.147" v="1022" actId="14100"/>
          <ac:spMkLst>
            <pc:docMk/>
            <pc:sldMk cId="1520018513" sldId="257"/>
            <ac:spMk id="29" creationId="{90B44B3C-1034-4134-BBDC-4ADC8A52CC07}"/>
          </ac:spMkLst>
        </pc:spChg>
        <pc:spChg chg="mod">
          <ac:chgData name="RESEARCH CENTER VIAM" userId="be51958547f944e7" providerId="LiveId" clId="{FA0390CE-88D7-4D59-BD72-831B71EF4B1F}" dt="2021-12-17T09:19:59.147" v="1022" actId="14100"/>
          <ac:spMkLst>
            <pc:docMk/>
            <pc:sldMk cId="1520018513" sldId="257"/>
            <ac:spMk id="32" creationId="{7321DD58-70BB-4CC0-8D19-766683C6890B}"/>
          </ac:spMkLst>
        </pc:spChg>
        <pc:spChg chg="del">
          <ac:chgData name="RESEARCH CENTER VIAM" userId="be51958547f944e7" providerId="LiveId" clId="{FA0390CE-88D7-4D59-BD72-831B71EF4B1F}" dt="2021-11-24T03:01:14.348" v="179" actId="478"/>
          <ac:spMkLst>
            <pc:docMk/>
            <pc:sldMk cId="1520018513" sldId="257"/>
            <ac:spMk id="34" creationId="{A6B9EE1E-69AA-4C11-80AE-D1CB7DD7B1CC}"/>
          </ac:spMkLst>
        </pc:spChg>
        <pc:spChg chg="add mod">
          <ac:chgData name="RESEARCH CENTER VIAM" userId="be51958547f944e7" providerId="LiveId" clId="{FA0390CE-88D7-4D59-BD72-831B71EF4B1F}" dt="2021-12-15T03:41:18.230" v="989" actId="1076"/>
          <ac:spMkLst>
            <pc:docMk/>
            <pc:sldMk cId="1520018513" sldId="257"/>
            <ac:spMk id="35" creationId="{915422E1-5D94-4415-B1E0-39E4ED4AB405}"/>
          </ac:spMkLst>
        </pc:spChg>
        <pc:spChg chg="del">
          <ac:chgData name="RESEARCH CENTER VIAM" userId="be51958547f944e7" providerId="LiveId" clId="{FA0390CE-88D7-4D59-BD72-831B71EF4B1F}" dt="2021-11-24T03:01:14.348" v="179" actId="478"/>
          <ac:spMkLst>
            <pc:docMk/>
            <pc:sldMk cId="1520018513" sldId="257"/>
            <ac:spMk id="36" creationId="{43351D47-0765-46BD-A502-007FD488C736}"/>
          </ac:spMkLst>
        </pc:spChg>
        <pc:spChg chg="add mod">
          <ac:chgData name="RESEARCH CENTER VIAM" userId="be51958547f944e7" providerId="LiveId" clId="{FA0390CE-88D7-4D59-BD72-831B71EF4B1F}" dt="2021-11-24T03:15:00.279" v="822" actId="1076"/>
          <ac:spMkLst>
            <pc:docMk/>
            <pc:sldMk cId="1520018513" sldId="257"/>
            <ac:spMk id="38" creationId="{84C61D9E-A82C-4635-92AE-06C37E92A7BD}"/>
          </ac:spMkLst>
        </pc:spChg>
        <pc:spChg chg="add mod">
          <ac:chgData name="RESEARCH CENTER VIAM" userId="be51958547f944e7" providerId="LiveId" clId="{FA0390CE-88D7-4D59-BD72-831B71EF4B1F}" dt="2021-11-24T03:15:00.279" v="822" actId="1076"/>
          <ac:spMkLst>
            <pc:docMk/>
            <pc:sldMk cId="1520018513" sldId="257"/>
            <ac:spMk id="39" creationId="{3F0861FB-DA6E-4C86-B307-20F7158EC06C}"/>
          </ac:spMkLst>
        </pc:spChg>
        <pc:spChg chg="add mod">
          <ac:chgData name="RESEARCH CENTER VIAM" userId="be51958547f944e7" providerId="LiveId" clId="{FA0390CE-88D7-4D59-BD72-831B71EF4B1F}" dt="2021-11-24T03:15:00.279" v="822" actId="1076"/>
          <ac:spMkLst>
            <pc:docMk/>
            <pc:sldMk cId="1520018513" sldId="257"/>
            <ac:spMk id="41" creationId="{C2BFF109-6D2F-42B4-B44A-DEA5222D1E94}"/>
          </ac:spMkLst>
        </pc:spChg>
        <pc:spChg chg="add mod">
          <ac:chgData name="RESEARCH CENTER VIAM" userId="be51958547f944e7" providerId="LiveId" clId="{FA0390CE-88D7-4D59-BD72-831B71EF4B1F}" dt="2021-11-24T03:15:00.279" v="822" actId="1076"/>
          <ac:spMkLst>
            <pc:docMk/>
            <pc:sldMk cId="1520018513" sldId="257"/>
            <ac:spMk id="42" creationId="{E6DFD57B-F594-490E-A5E3-81BF0DF54BFE}"/>
          </ac:spMkLst>
        </pc:spChg>
        <pc:spChg chg="del">
          <ac:chgData name="RESEARCH CENTER VIAM" userId="be51958547f944e7" providerId="LiveId" clId="{FA0390CE-88D7-4D59-BD72-831B71EF4B1F}" dt="2021-11-24T03:00:12.359" v="83" actId="478"/>
          <ac:spMkLst>
            <pc:docMk/>
            <pc:sldMk cId="1520018513" sldId="257"/>
            <ac:spMk id="45" creationId="{0E35E8DE-2CEF-436B-8AA9-CE98FEF33454}"/>
          </ac:spMkLst>
        </pc:spChg>
        <pc:spChg chg="del">
          <ac:chgData name="RESEARCH CENTER VIAM" userId="be51958547f944e7" providerId="LiveId" clId="{FA0390CE-88D7-4D59-BD72-831B71EF4B1F}" dt="2021-11-24T03:00:12.359" v="83" actId="478"/>
          <ac:spMkLst>
            <pc:docMk/>
            <pc:sldMk cId="1520018513" sldId="257"/>
            <ac:spMk id="46" creationId="{234B7E02-11A8-4453-8DB2-0610AEBD78B5}"/>
          </ac:spMkLst>
        </pc:spChg>
        <pc:spChg chg="del">
          <ac:chgData name="RESEARCH CENTER VIAM" userId="be51958547f944e7" providerId="LiveId" clId="{FA0390CE-88D7-4D59-BD72-831B71EF4B1F}" dt="2021-11-24T03:00:12.359" v="83" actId="478"/>
          <ac:spMkLst>
            <pc:docMk/>
            <pc:sldMk cId="1520018513" sldId="257"/>
            <ac:spMk id="47" creationId="{544F02FD-DE9F-4EBA-89BA-E4DC3E1FCA03}"/>
          </ac:spMkLst>
        </pc:spChg>
        <pc:spChg chg="del">
          <ac:chgData name="RESEARCH CENTER VIAM" userId="be51958547f944e7" providerId="LiveId" clId="{FA0390CE-88D7-4D59-BD72-831B71EF4B1F}" dt="2021-11-24T03:00:12.359" v="83" actId="478"/>
          <ac:spMkLst>
            <pc:docMk/>
            <pc:sldMk cId="1520018513" sldId="257"/>
            <ac:spMk id="48" creationId="{A2D13FF8-071A-494F-8024-F14C9534A7B8}"/>
          </ac:spMkLst>
        </pc:spChg>
        <pc:spChg chg="del">
          <ac:chgData name="RESEARCH CENTER VIAM" userId="be51958547f944e7" providerId="LiveId" clId="{FA0390CE-88D7-4D59-BD72-831B71EF4B1F}" dt="2021-11-24T03:00:12.359" v="83" actId="478"/>
          <ac:spMkLst>
            <pc:docMk/>
            <pc:sldMk cId="1520018513" sldId="257"/>
            <ac:spMk id="49" creationId="{0F61DE23-BA46-4EBF-9293-C0E9D64BECD4}"/>
          </ac:spMkLst>
        </pc:spChg>
        <pc:spChg chg="del">
          <ac:chgData name="RESEARCH CENTER VIAM" userId="be51958547f944e7" providerId="LiveId" clId="{FA0390CE-88D7-4D59-BD72-831B71EF4B1F}" dt="2021-11-24T03:00:12.359" v="83" actId="478"/>
          <ac:spMkLst>
            <pc:docMk/>
            <pc:sldMk cId="1520018513" sldId="257"/>
            <ac:spMk id="50" creationId="{3CCA2B14-CD45-4B7A-A486-DF75CD87C077}"/>
          </ac:spMkLst>
        </pc:spChg>
        <pc:spChg chg="del">
          <ac:chgData name="RESEARCH CENTER VIAM" userId="be51958547f944e7" providerId="LiveId" clId="{FA0390CE-88D7-4D59-BD72-831B71EF4B1F}" dt="2021-11-24T03:01:14.348" v="179" actId="478"/>
          <ac:spMkLst>
            <pc:docMk/>
            <pc:sldMk cId="1520018513" sldId="257"/>
            <ac:spMk id="51" creationId="{3AE01467-BF45-4468-B942-31B3BDD28ED7}"/>
          </ac:spMkLst>
        </pc:spChg>
        <pc:spChg chg="add mod">
          <ac:chgData name="RESEARCH CENTER VIAM" userId="be51958547f944e7" providerId="LiveId" clId="{FA0390CE-88D7-4D59-BD72-831B71EF4B1F}" dt="2021-11-24T03:05:44.275" v="414" actId="571"/>
          <ac:spMkLst>
            <pc:docMk/>
            <pc:sldMk cId="1520018513" sldId="257"/>
            <ac:spMk id="52" creationId="{8C10A96A-8800-4621-815E-F42BAAF4CDC2}"/>
          </ac:spMkLst>
        </pc:spChg>
        <pc:spChg chg="add mod">
          <ac:chgData name="RESEARCH CENTER VIAM" userId="be51958547f944e7" providerId="LiveId" clId="{FA0390CE-88D7-4D59-BD72-831B71EF4B1F}" dt="2021-11-24T03:05:44.275" v="414" actId="571"/>
          <ac:spMkLst>
            <pc:docMk/>
            <pc:sldMk cId="1520018513" sldId="257"/>
            <ac:spMk id="54" creationId="{40708045-7BB4-49E6-99FC-489339F881C2}"/>
          </ac:spMkLst>
        </pc:spChg>
        <pc:spChg chg="add mod">
          <ac:chgData name="RESEARCH CENTER VIAM" userId="be51958547f944e7" providerId="LiveId" clId="{FA0390CE-88D7-4D59-BD72-831B71EF4B1F}" dt="2021-11-24T03:05:44.275" v="414" actId="571"/>
          <ac:spMkLst>
            <pc:docMk/>
            <pc:sldMk cId="1520018513" sldId="257"/>
            <ac:spMk id="55" creationId="{88DBCA1A-F279-447C-A6FE-075D098460AF}"/>
          </ac:spMkLst>
        </pc:spChg>
        <pc:spChg chg="add mod">
          <ac:chgData name="RESEARCH CENTER VIAM" userId="be51958547f944e7" providerId="LiveId" clId="{FA0390CE-88D7-4D59-BD72-831B71EF4B1F}" dt="2021-11-24T03:05:46.588" v="416" actId="571"/>
          <ac:spMkLst>
            <pc:docMk/>
            <pc:sldMk cId="1520018513" sldId="257"/>
            <ac:spMk id="57" creationId="{0161B1BD-EDE4-45A0-AE12-CA5C57E2817C}"/>
          </ac:spMkLst>
        </pc:spChg>
        <pc:spChg chg="add mod">
          <ac:chgData name="RESEARCH CENTER VIAM" userId="be51958547f944e7" providerId="LiveId" clId="{FA0390CE-88D7-4D59-BD72-831B71EF4B1F}" dt="2021-11-24T03:05:46.588" v="416" actId="571"/>
          <ac:spMkLst>
            <pc:docMk/>
            <pc:sldMk cId="1520018513" sldId="257"/>
            <ac:spMk id="58" creationId="{747E3762-4893-4FA2-A7DE-E24E104B0272}"/>
          </ac:spMkLst>
        </pc:spChg>
        <pc:spChg chg="add mod">
          <ac:chgData name="RESEARCH CENTER VIAM" userId="be51958547f944e7" providerId="LiveId" clId="{FA0390CE-88D7-4D59-BD72-831B71EF4B1F}" dt="2021-11-24T03:05:46.588" v="416" actId="571"/>
          <ac:spMkLst>
            <pc:docMk/>
            <pc:sldMk cId="1520018513" sldId="257"/>
            <ac:spMk id="60" creationId="{975065ED-9DD2-44BC-B184-1590867FB56C}"/>
          </ac:spMkLst>
        </pc:spChg>
        <pc:spChg chg="add mod">
          <ac:chgData name="RESEARCH CENTER VIAM" userId="be51958547f944e7" providerId="LiveId" clId="{FA0390CE-88D7-4D59-BD72-831B71EF4B1F}" dt="2021-11-24T03:05:46.588" v="416" actId="571"/>
          <ac:spMkLst>
            <pc:docMk/>
            <pc:sldMk cId="1520018513" sldId="257"/>
            <ac:spMk id="61" creationId="{A3D7AB96-F669-4FC8-8C5D-2BB7181AE8C5}"/>
          </ac:spMkLst>
        </pc:spChg>
        <pc:cxnChg chg="mod">
          <ac:chgData name="RESEARCH CENTER VIAM" userId="be51958547f944e7" providerId="LiveId" clId="{FA0390CE-88D7-4D59-BD72-831B71EF4B1F}" dt="2021-12-17T09:19:59.147" v="1022" actId="14100"/>
          <ac:cxnSpMkLst>
            <pc:docMk/>
            <pc:sldMk cId="1520018513" sldId="257"/>
            <ac:cxnSpMk id="7" creationId="{426C1007-5224-4B46-A106-2F8E30F7A71A}"/>
          </ac:cxnSpMkLst>
        </pc:cxnChg>
        <pc:cxnChg chg="mod">
          <ac:chgData name="RESEARCH CENTER VIAM" userId="be51958547f944e7" providerId="LiveId" clId="{FA0390CE-88D7-4D59-BD72-831B71EF4B1F}" dt="2021-12-17T09:19:59.147" v="1022" actId="14100"/>
          <ac:cxnSpMkLst>
            <pc:docMk/>
            <pc:sldMk cId="1520018513" sldId="257"/>
            <ac:cxnSpMk id="12" creationId="{49CA5FFE-1405-4105-8020-FDE9FA79A268}"/>
          </ac:cxnSpMkLst>
        </pc:cxnChg>
        <pc:cxnChg chg="mod">
          <ac:chgData name="RESEARCH CENTER VIAM" userId="be51958547f944e7" providerId="LiveId" clId="{FA0390CE-88D7-4D59-BD72-831B71EF4B1F}" dt="2021-12-17T09:19:59.147" v="1022" actId="14100"/>
          <ac:cxnSpMkLst>
            <pc:docMk/>
            <pc:sldMk cId="1520018513" sldId="257"/>
            <ac:cxnSpMk id="16" creationId="{8EA7E428-59E9-47E3-98E6-7221A6CC53C8}"/>
          </ac:cxnSpMkLst>
        </pc:cxnChg>
        <pc:cxnChg chg="add mod">
          <ac:chgData name="RESEARCH CENTER VIAM" userId="be51958547f944e7" providerId="LiveId" clId="{FA0390CE-88D7-4D59-BD72-831B71EF4B1F}" dt="2021-12-17T09:19:59.147" v="1022" actId="14100"/>
          <ac:cxnSpMkLst>
            <pc:docMk/>
            <pc:sldMk cId="1520018513" sldId="257"/>
            <ac:cxnSpMk id="17" creationId="{1B4EB627-F653-41F2-AB24-1366D64215D0}"/>
          </ac:cxnSpMkLst>
        </pc:cxnChg>
        <pc:cxnChg chg="mod">
          <ac:chgData name="RESEARCH CENTER VIAM" userId="be51958547f944e7" providerId="LiveId" clId="{FA0390CE-88D7-4D59-BD72-831B71EF4B1F}" dt="2021-12-17T09:19:59.147" v="1022" actId="14100"/>
          <ac:cxnSpMkLst>
            <pc:docMk/>
            <pc:sldMk cId="1520018513" sldId="257"/>
            <ac:cxnSpMk id="25" creationId="{CB0B5991-1D11-4885-B01B-215FCDE6AE96}"/>
          </ac:cxnSpMkLst>
        </pc:cxnChg>
        <pc:cxnChg chg="add del mod">
          <ac:chgData name="RESEARCH CENTER VIAM" userId="be51958547f944e7" providerId="LiveId" clId="{FA0390CE-88D7-4D59-BD72-831B71EF4B1F}" dt="2021-11-24T03:14:06.652" v="708" actId="478"/>
          <ac:cxnSpMkLst>
            <pc:docMk/>
            <pc:sldMk cId="1520018513" sldId="257"/>
            <ac:cxnSpMk id="27" creationId="{414428CE-0AA8-4770-98CD-71CDEFEF6937}"/>
          </ac:cxnSpMkLst>
        </pc:cxnChg>
        <pc:cxnChg chg="add mod">
          <ac:chgData name="RESEARCH CENTER VIAM" userId="be51958547f944e7" providerId="LiveId" clId="{FA0390CE-88D7-4D59-BD72-831B71EF4B1F}" dt="2021-12-01T02:59:13.857" v="900" actId="1076"/>
          <ac:cxnSpMkLst>
            <pc:docMk/>
            <pc:sldMk cId="1520018513" sldId="257"/>
            <ac:cxnSpMk id="30" creationId="{7F455413-858E-46DC-9425-816CDDD892AD}"/>
          </ac:cxnSpMkLst>
        </pc:cxnChg>
        <pc:cxnChg chg="mod">
          <ac:chgData name="RESEARCH CENTER VIAM" userId="be51958547f944e7" providerId="LiveId" clId="{FA0390CE-88D7-4D59-BD72-831B71EF4B1F}" dt="2021-12-17T09:19:59.147" v="1022" actId="14100"/>
          <ac:cxnSpMkLst>
            <pc:docMk/>
            <pc:sldMk cId="1520018513" sldId="257"/>
            <ac:cxnSpMk id="33" creationId="{6C7239A9-B4B9-4935-89FB-86B4B52F89F5}"/>
          </ac:cxnSpMkLst>
        </pc:cxnChg>
        <pc:cxnChg chg="add mod">
          <ac:chgData name="RESEARCH CENTER VIAM" userId="be51958547f944e7" providerId="LiveId" clId="{FA0390CE-88D7-4D59-BD72-831B71EF4B1F}" dt="2021-12-17T09:19:59.147" v="1022" actId="14100"/>
          <ac:cxnSpMkLst>
            <pc:docMk/>
            <pc:sldMk cId="1520018513" sldId="257"/>
            <ac:cxnSpMk id="34" creationId="{75A5DE1E-E364-4B92-A65E-50BA661F587C}"/>
          </ac:cxnSpMkLst>
        </pc:cxnChg>
        <pc:cxnChg chg="del mod">
          <ac:chgData name="RESEARCH CENTER VIAM" userId="be51958547f944e7" providerId="LiveId" clId="{FA0390CE-88D7-4D59-BD72-831B71EF4B1F}" dt="2021-11-24T03:01:16.849" v="180" actId="478"/>
          <ac:cxnSpMkLst>
            <pc:docMk/>
            <pc:sldMk cId="1520018513" sldId="257"/>
            <ac:cxnSpMk id="35" creationId="{6770734B-74D0-40FF-9F7C-6EA068CD738E}"/>
          </ac:cxnSpMkLst>
        </pc:cxnChg>
        <pc:cxnChg chg="del mod">
          <ac:chgData name="RESEARCH CENTER VIAM" userId="be51958547f944e7" providerId="LiveId" clId="{FA0390CE-88D7-4D59-BD72-831B71EF4B1F}" dt="2021-11-24T03:01:14.348" v="179" actId="478"/>
          <ac:cxnSpMkLst>
            <pc:docMk/>
            <pc:sldMk cId="1520018513" sldId="257"/>
            <ac:cxnSpMk id="37" creationId="{88751040-884A-49C3-9F60-64877334ABFD}"/>
          </ac:cxnSpMkLst>
        </pc:cxnChg>
        <pc:cxnChg chg="add mod">
          <ac:chgData name="RESEARCH CENTER VIAM" userId="be51958547f944e7" providerId="LiveId" clId="{FA0390CE-88D7-4D59-BD72-831B71EF4B1F}" dt="2021-11-24T03:15:00.279" v="822" actId="1076"/>
          <ac:cxnSpMkLst>
            <pc:docMk/>
            <pc:sldMk cId="1520018513" sldId="257"/>
            <ac:cxnSpMk id="40" creationId="{A93E8ABC-77B0-44AC-B40A-77987C6E83F4}"/>
          </ac:cxnSpMkLst>
        </pc:cxnChg>
        <pc:cxnChg chg="add mod">
          <ac:chgData name="RESEARCH CENTER VIAM" userId="be51958547f944e7" providerId="LiveId" clId="{FA0390CE-88D7-4D59-BD72-831B71EF4B1F}" dt="2021-11-24T03:15:00.279" v="822" actId="1076"/>
          <ac:cxnSpMkLst>
            <pc:docMk/>
            <pc:sldMk cId="1520018513" sldId="257"/>
            <ac:cxnSpMk id="43" creationId="{C31446FC-C483-4F16-BF58-55DE11D4E077}"/>
          </ac:cxnSpMkLst>
        </pc:cxnChg>
        <pc:cxnChg chg="del mod">
          <ac:chgData name="RESEARCH CENTER VIAM" userId="be51958547f944e7" providerId="LiveId" clId="{FA0390CE-88D7-4D59-BD72-831B71EF4B1F}" dt="2021-11-24T03:00:12.359" v="83" actId="478"/>
          <ac:cxnSpMkLst>
            <pc:docMk/>
            <pc:sldMk cId="1520018513" sldId="257"/>
            <ac:cxnSpMk id="53" creationId="{89441D32-4A12-4F6D-B074-1A9DF069BAEA}"/>
          </ac:cxnSpMkLst>
        </pc:cxnChg>
        <pc:cxnChg chg="del mod">
          <ac:chgData name="RESEARCH CENTER VIAM" userId="be51958547f944e7" providerId="LiveId" clId="{FA0390CE-88D7-4D59-BD72-831B71EF4B1F}" dt="2021-11-24T03:00:12.359" v="83" actId="478"/>
          <ac:cxnSpMkLst>
            <pc:docMk/>
            <pc:sldMk cId="1520018513" sldId="257"/>
            <ac:cxnSpMk id="56" creationId="{9E6D49F2-097F-4B63-86E3-DE3387B46D64}"/>
          </ac:cxnSpMkLst>
        </pc:cxnChg>
        <pc:cxnChg chg="del mod">
          <ac:chgData name="RESEARCH CENTER VIAM" userId="be51958547f944e7" providerId="LiveId" clId="{FA0390CE-88D7-4D59-BD72-831B71EF4B1F}" dt="2021-11-24T03:00:12.359" v="83" actId="478"/>
          <ac:cxnSpMkLst>
            <pc:docMk/>
            <pc:sldMk cId="1520018513" sldId="257"/>
            <ac:cxnSpMk id="59" creationId="{E597181B-1830-48BC-ABDE-1C3287A7DDA4}"/>
          </ac:cxnSpMkLst>
        </pc:cxnChg>
        <pc:cxnChg chg="del mod">
          <ac:chgData name="RESEARCH CENTER VIAM" userId="be51958547f944e7" providerId="LiveId" clId="{FA0390CE-88D7-4D59-BD72-831B71EF4B1F}" dt="2021-11-24T03:00:12.359" v="83" actId="478"/>
          <ac:cxnSpMkLst>
            <pc:docMk/>
            <pc:sldMk cId="1520018513" sldId="257"/>
            <ac:cxnSpMk id="63" creationId="{B5653478-FC94-47FE-93B5-301BEBAEB6B8}"/>
          </ac:cxnSpMkLst>
        </pc:cxnChg>
        <pc:cxnChg chg="del mod">
          <ac:chgData name="RESEARCH CENTER VIAM" userId="be51958547f944e7" providerId="LiveId" clId="{FA0390CE-88D7-4D59-BD72-831B71EF4B1F}" dt="2021-11-24T03:00:12.359" v="83" actId="478"/>
          <ac:cxnSpMkLst>
            <pc:docMk/>
            <pc:sldMk cId="1520018513" sldId="257"/>
            <ac:cxnSpMk id="66" creationId="{986A2360-462A-454B-829C-F24DD71BE19A}"/>
          </ac:cxnSpMkLst>
        </pc:cxnChg>
        <pc:cxnChg chg="del mod">
          <ac:chgData name="RESEARCH CENTER VIAM" userId="be51958547f944e7" providerId="LiveId" clId="{FA0390CE-88D7-4D59-BD72-831B71EF4B1F}" dt="2021-11-24T03:00:12.359" v="83" actId="478"/>
          <ac:cxnSpMkLst>
            <pc:docMk/>
            <pc:sldMk cId="1520018513" sldId="257"/>
            <ac:cxnSpMk id="69" creationId="{029F693B-1035-4FB2-89FD-75C30DFB5192}"/>
          </ac:cxnSpMkLst>
        </pc:cxnChg>
        <pc:cxnChg chg="del mod">
          <ac:chgData name="RESEARCH CENTER VIAM" userId="be51958547f944e7" providerId="LiveId" clId="{FA0390CE-88D7-4D59-BD72-831B71EF4B1F}" dt="2021-11-24T03:01:14.348" v="179" actId="478"/>
          <ac:cxnSpMkLst>
            <pc:docMk/>
            <pc:sldMk cId="1520018513" sldId="257"/>
            <ac:cxnSpMk id="72" creationId="{D85F6B8A-EE60-438B-9E5F-D9073E748A0C}"/>
          </ac:cxnSpMkLst>
        </pc:cxnChg>
      </pc:sldChg>
      <pc:sldChg chg="addSp delSp modSp add del mod">
        <pc:chgData name="RESEARCH CENTER VIAM" userId="be51958547f944e7" providerId="LiveId" clId="{FA0390CE-88D7-4D59-BD72-831B71EF4B1F}" dt="2021-11-24T03:00:02.466" v="81" actId="2696"/>
        <pc:sldMkLst>
          <pc:docMk/>
          <pc:sldMk cId="2240723421" sldId="257"/>
        </pc:sldMkLst>
        <pc:spChg chg="mod">
          <ac:chgData name="RESEARCH CENTER VIAM" userId="be51958547f944e7" providerId="LiveId" clId="{FA0390CE-88D7-4D59-BD72-831B71EF4B1F}" dt="2021-11-24T02:58:21.075" v="72" actId="20577"/>
          <ac:spMkLst>
            <pc:docMk/>
            <pc:sldMk cId="2240723421" sldId="257"/>
            <ac:spMk id="11" creationId="{26CEED22-2CC5-4181-9D71-5FE0CD15455F}"/>
          </ac:spMkLst>
        </pc:spChg>
        <pc:spChg chg="mod">
          <ac:chgData name="RESEARCH CENTER VIAM" userId="be51958547f944e7" providerId="LiveId" clId="{FA0390CE-88D7-4D59-BD72-831B71EF4B1F}" dt="2021-11-24T02:55:32.292" v="45" actId="1036"/>
          <ac:spMkLst>
            <pc:docMk/>
            <pc:sldMk cId="2240723421" sldId="257"/>
            <ac:spMk id="15" creationId="{A4049E2D-C788-40F4-9567-43D4D8F1E456}"/>
          </ac:spMkLst>
        </pc:spChg>
        <pc:spChg chg="mod">
          <ac:chgData name="RESEARCH CENTER VIAM" userId="be51958547f944e7" providerId="LiveId" clId="{FA0390CE-88D7-4D59-BD72-831B71EF4B1F}" dt="2021-11-24T02:55:32.292" v="45" actId="1036"/>
          <ac:spMkLst>
            <pc:docMk/>
            <pc:sldMk cId="2240723421" sldId="257"/>
            <ac:spMk id="24" creationId="{EBE8DD4C-78A7-4125-9569-3B01F492EECA}"/>
          </ac:spMkLst>
        </pc:spChg>
        <pc:spChg chg="mod">
          <ac:chgData name="RESEARCH CENTER VIAM" userId="be51958547f944e7" providerId="LiveId" clId="{FA0390CE-88D7-4D59-BD72-831B71EF4B1F}" dt="2021-11-24T02:55:32.292" v="45" actId="1036"/>
          <ac:spMkLst>
            <pc:docMk/>
            <pc:sldMk cId="2240723421" sldId="257"/>
            <ac:spMk id="32" creationId="{7321DD58-70BB-4CC0-8D19-766683C6890B}"/>
          </ac:spMkLst>
        </pc:spChg>
        <pc:spChg chg="del">
          <ac:chgData name="RESEARCH CENTER VIAM" userId="be51958547f944e7" providerId="LiveId" clId="{FA0390CE-88D7-4D59-BD72-831B71EF4B1F}" dt="2021-11-24T02:54:44.058" v="4" actId="478"/>
          <ac:spMkLst>
            <pc:docMk/>
            <pc:sldMk cId="2240723421" sldId="257"/>
            <ac:spMk id="34" creationId="{A6B9EE1E-69AA-4C11-80AE-D1CB7DD7B1CC}"/>
          </ac:spMkLst>
        </pc:spChg>
        <pc:spChg chg="del">
          <ac:chgData name="RESEARCH CENTER VIAM" userId="be51958547f944e7" providerId="LiveId" clId="{FA0390CE-88D7-4D59-BD72-831B71EF4B1F}" dt="2021-11-24T02:54:40.964" v="1" actId="478"/>
          <ac:spMkLst>
            <pc:docMk/>
            <pc:sldMk cId="2240723421" sldId="257"/>
            <ac:spMk id="36" creationId="{43351D47-0765-46BD-A502-007FD488C736}"/>
          </ac:spMkLst>
        </pc:spChg>
        <pc:spChg chg="add del">
          <ac:chgData name="RESEARCH CENTER VIAM" userId="be51958547f944e7" providerId="LiveId" clId="{FA0390CE-88D7-4D59-BD72-831B71EF4B1F}" dt="2021-11-24T02:59:37.786" v="79" actId="478"/>
          <ac:spMkLst>
            <pc:docMk/>
            <pc:sldMk cId="2240723421" sldId="257"/>
            <ac:spMk id="45" creationId="{0E35E8DE-2CEF-436B-8AA9-CE98FEF33454}"/>
          </ac:spMkLst>
        </pc:spChg>
        <pc:spChg chg="mod">
          <ac:chgData name="RESEARCH CENTER VIAM" userId="be51958547f944e7" providerId="LiveId" clId="{FA0390CE-88D7-4D59-BD72-831B71EF4B1F}" dt="2021-11-24T02:55:32.292" v="45" actId="1036"/>
          <ac:spMkLst>
            <pc:docMk/>
            <pc:sldMk cId="2240723421" sldId="257"/>
            <ac:spMk id="46" creationId="{234B7E02-11A8-4453-8DB2-0610AEBD78B5}"/>
          </ac:spMkLst>
        </pc:spChg>
        <pc:spChg chg="mod">
          <ac:chgData name="RESEARCH CENTER VIAM" userId="be51958547f944e7" providerId="LiveId" clId="{FA0390CE-88D7-4D59-BD72-831B71EF4B1F}" dt="2021-11-24T02:55:32.292" v="45" actId="1036"/>
          <ac:spMkLst>
            <pc:docMk/>
            <pc:sldMk cId="2240723421" sldId="257"/>
            <ac:spMk id="47" creationId="{544F02FD-DE9F-4EBA-89BA-E4DC3E1FCA03}"/>
          </ac:spMkLst>
        </pc:spChg>
        <pc:spChg chg="mod">
          <ac:chgData name="RESEARCH CENTER VIAM" userId="be51958547f944e7" providerId="LiveId" clId="{FA0390CE-88D7-4D59-BD72-831B71EF4B1F}" dt="2021-11-24T02:55:32.292" v="45" actId="1036"/>
          <ac:spMkLst>
            <pc:docMk/>
            <pc:sldMk cId="2240723421" sldId="257"/>
            <ac:spMk id="48" creationId="{A2D13FF8-071A-494F-8024-F14C9534A7B8}"/>
          </ac:spMkLst>
        </pc:spChg>
        <pc:spChg chg="mod">
          <ac:chgData name="RESEARCH CENTER VIAM" userId="be51958547f944e7" providerId="LiveId" clId="{FA0390CE-88D7-4D59-BD72-831B71EF4B1F}" dt="2021-11-24T02:55:32.292" v="45" actId="1036"/>
          <ac:spMkLst>
            <pc:docMk/>
            <pc:sldMk cId="2240723421" sldId="257"/>
            <ac:spMk id="49" creationId="{0F61DE23-BA46-4EBF-9293-C0E9D64BECD4}"/>
          </ac:spMkLst>
        </pc:spChg>
        <pc:spChg chg="del">
          <ac:chgData name="RESEARCH CENTER VIAM" userId="be51958547f944e7" providerId="LiveId" clId="{FA0390CE-88D7-4D59-BD72-831B71EF4B1F}" dt="2021-11-24T02:54:45.324" v="5" actId="478"/>
          <ac:spMkLst>
            <pc:docMk/>
            <pc:sldMk cId="2240723421" sldId="257"/>
            <ac:spMk id="50" creationId="{3CCA2B14-CD45-4B7A-A486-DF75CD87C077}"/>
          </ac:spMkLst>
        </pc:spChg>
        <pc:spChg chg="del">
          <ac:chgData name="RESEARCH CENTER VIAM" userId="be51958547f944e7" providerId="LiveId" clId="{FA0390CE-88D7-4D59-BD72-831B71EF4B1F}" dt="2021-11-24T02:54:40.964" v="1" actId="478"/>
          <ac:spMkLst>
            <pc:docMk/>
            <pc:sldMk cId="2240723421" sldId="257"/>
            <ac:spMk id="51" creationId="{3AE01467-BF45-4468-B942-31B3BDD28ED7}"/>
          </ac:spMkLst>
        </pc:spChg>
        <pc:cxnChg chg="mod">
          <ac:chgData name="RESEARCH CENTER VIAM" userId="be51958547f944e7" providerId="LiveId" clId="{FA0390CE-88D7-4D59-BD72-831B71EF4B1F}" dt="2021-11-24T02:55:32.292" v="45" actId="1036"/>
          <ac:cxnSpMkLst>
            <pc:docMk/>
            <pc:sldMk cId="2240723421" sldId="257"/>
            <ac:cxnSpMk id="12" creationId="{49CA5FFE-1405-4105-8020-FDE9FA79A268}"/>
          </ac:cxnSpMkLst>
        </pc:cxnChg>
        <pc:cxnChg chg="mod">
          <ac:chgData name="RESEARCH CENTER VIAM" userId="be51958547f944e7" providerId="LiveId" clId="{FA0390CE-88D7-4D59-BD72-831B71EF4B1F}" dt="2021-11-24T02:55:32.292" v="45" actId="1036"/>
          <ac:cxnSpMkLst>
            <pc:docMk/>
            <pc:sldMk cId="2240723421" sldId="257"/>
            <ac:cxnSpMk id="16" creationId="{8EA7E428-59E9-47E3-98E6-7221A6CC53C8}"/>
          </ac:cxnSpMkLst>
        </pc:cxnChg>
        <pc:cxnChg chg="mod">
          <ac:chgData name="RESEARCH CENTER VIAM" userId="be51958547f944e7" providerId="LiveId" clId="{FA0390CE-88D7-4D59-BD72-831B71EF4B1F}" dt="2021-11-24T02:55:32.292" v="45" actId="1036"/>
          <ac:cxnSpMkLst>
            <pc:docMk/>
            <pc:sldMk cId="2240723421" sldId="257"/>
            <ac:cxnSpMk id="25" creationId="{CB0B5991-1D11-4885-B01B-215FCDE6AE96}"/>
          </ac:cxnSpMkLst>
        </pc:cxnChg>
        <pc:cxnChg chg="mod">
          <ac:chgData name="RESEARCH CENTER VIAM" userId="be51958547f944e7" providerId="LiveId" clId="{FA0390CE-88D7-4D59-BD72-831B71EF4B1F}" dt="2021-11-24T02:55:32.292" v="45" actId="1036"/>
          <ac:cxnSpMkLst>
            <pc:docMk/>
            <pc:sldMk cId="2240723421" sldId="257"/>
            <ac:cxnSpMk id="33" creationId="{6C7239A9-B4B9-4935-89FB-86B4B52F89F5}"/>
          </ac:cxnSpMkLst>
        </pc:cxnChg>
        <pc:cxnChg chg="del mod">
          <ac:chgData name="RESEARCH CENTER VIAM" userId="be51958547f944e7" providerId="LiveId" clId="{FA0390CE-88D7-4D59-BD72-831B71EF4B1F}" dt="2021-11-24T02:54:47.294" v="7" actId="478"/>
          <ac:cxnSpMkLst>
            <pc:docMk/>
            <pc:sldMk cId="2240723421" sldId="257"/>
            <ac:cxnSpMk id="35" creationId="{6770734B-74D0-40FF-9F7C-6EA068CD738E}"/>
          </ac:cxnSpMkLst>
        </pc:cxnChg>
        <pc:cxnChg chg="del mod">
          <ac:chgData name="RESEARCH CENTER VIAM" userId="be51958547f944e7" providerId="LiveId" clId="{FA0390CE-88D7-4D59-BD72-831B71EF4B1F}" dt="2021-11-24T02:54:42.089" v="2" actId="478"/>
          <ac:cxnSpMkLst>
            <pc:docMk/>
            <pc:sldMk cId="2240723421" sldId="257"/>
            <ac:cxnSpMk id="37" creationId="{88751040-884A-49C3-9F60-64877334ABFD}"/>
          </ac:cxnSpMkLst>
        </pc:cxnChg>
        <pc:cxnChg chg="add del mod">
          <ac:chgData name="RESEARCH CENTER VIAM" userId="be51958547f944e7" providerId="LiveId" clId="{FA0390CE-88D7-4D59-BD72-831B71EF4B1F}" dt="2021-11-24T02:59:40.084" v="80" actId="478"/>
          <ac:cxnSpMkLst>
            <pc:docMk/>
            <pc:sldMk cId="2240723421" sldId="257"/>
            <ac:cxnSpMk id="53" creationId="{89441D32-4A12-4F6D-B074-1A9DF069BAEA}"/>
          </ac:cxnSpMkLst>
        </pc:cxnChg>
        <pc:cxnChg chg="mod">
          <ac:chgData name="RESEARCH CENTER VIAM" userId="be51958547f944e7" providerId="LiveId" clId="{FA0390CE-88D7-4D59-BD72-831B71EF4B1F}" dt="2021-11-24T02:55:32.292" v="45" actId="1036"/>
          <ac:cxnSpMkLst>
            <pc:docMk/>
            <pc:sldMk cId="2240723421" sldId="257"/>
            <ac:cxnSpMk id="56" creationId="{9E6D49F2-097F-4B63-86E3-DE3387B46D64}"/>
          </ac:cxnSpMkLst>
        </pc:cxnChg>
        <pc:cxnChg chg="mod">
          <ac:chgData name="RESEARCH CENTER VIAM" userId="be51958547f944e7" providerId="LiveId" clId="{FA0390CE-88D7-4D59-BD72-831B71EF4B1F}" dt="2021-11-24T02:55:32.292" v="45" actId="1036"/>
          <ac:cxnSpMkLst>
            <pc:docMk/>
            <pc:sldMk cId="2240723421" sldId="257"/>
            <ac:cxnSpMk id="59" creationId="{E597181B-1830-48BC-ABDE-1C3287A7DDA4}"/>
          </ac:cxnSpMkLst>
        </pc:cxnChg>
        <pc:cxnChg chg="mod">
          <ac:chgData name="RESEARCH CENTER VIAM" userId="be51958547f944e7" providerId="LiveId" clId="{FA0390CE-88D7-4D59-BD72-831B71EF4B1F}" dt="2021-11-24T02:55:32.292" v="45" actId="1036"/>
          <ac:cxnSpMkLst>
            <pc:docMk/>
            <pc:sldMk cId="2240723421" sldId="257"/>
            <ac:cxnSpMk id="63" creationId="{B5653478-FC94-47FE-93B5-301BEBAEB6B8}"/>
          </ac:cxnSpMkLst>
        </pc:cxnChg>
        <pc:cxnChg chg="mod">
          <ac:chgData name="RESEARCH CENTER VIAM" userId="be51958547f944e7" providerId="LiveId" clId="{FA0390CE-88D7-4D59-BD72-831B71EF4B1F}" dt="2021-11-24T02:55:32.292" v="45" actId="1036"/>
          <ac:cxnSpMkLst>
            <pc:docMk/>
            <pc:sldMk cId="2240723421" sldId="257"/>
            <ac:cxnSpMk id="66" creationId="{986A2360-462A-454B-829C-F24DD71BE19A}"/>
          </ac:cxnSpMkLst>
        </pc:cxnChg>
        <pc:cxnChg chg="del mod">
          <ac:chgData name="RESEARCH CENTER VIAM" userId="be51958547f944e7" providerId="LiveId" clId="{FA0390CE-88D7-4D59-BD72-831B71EF4B1F}" dt="2021-11-24T02:54:46.231" v="6" actId="478"/>
          <ac:cxnSpMkLst>
            <pc:docMk/>
            <pc:sldMk cId="2240723421" sldId="257"/>
            <ac:cxnSpMk id="69" creationId="{029F693B-1035-4FB2-89FD-75C30DFB5192}"/>
          </ac:cxnSpMkLst>
        </pc:cxnChg>
        <pc:cxnChg chg="del mod">
          <ac:chgData name="RESEARCH CENTER VIAM" userId="be51958547f944e7" providerId="LiveId" clId="{FA0390CE-88D7-4D59-BD72-831B71EF4B1F}" dt="2021-11-24T02:54:42.839" v="3" actId="478"/>
          <ac:cxnSpMkLst>
            <pc:docMk/>
            <pc:sldMk cId="2240723421" sldId="257"/>
            <ac:cxnSpMk id="72" creationId="{D85F6B8A-EE60-438B-9E5F-D9073E748A0C}"/>
          </ac:cxnSpMkLst>
        </pc:cxnChg>
      </pc:sldChg>
      <pc:sldChg chg="addSp delSp modSp add mod">
        <pc:chgData name="RESEARCH CENTER VIAM" userId="be51958547f944e7" providerId="LiveId" clId="{FA0390CE-88D7-4D59-BD72-831B71EF4B1F}" dt="2021-12-17T09:22:31.829" v="1080" actId="1582"/>
        <pc:sldMkLst>
          <pc:docMk/>
          <pc:sldMk cId="1070219982" sldId="258"/>
        </pc:sldMkLst>
        <pc:spChg chg="mod">
          <ac:chgData name="RESEARCH CENTER VIAM" userId="be51958547f944e7" providerId="LiveId" clId="{FA0390CE-88D7-4D59-BD72-831B71EF4B1F}" dt="2021-12-17T09:20:15.941" v="1024" actId="14100"/>
          <ac:spMkLst>
            <pc:docMk/>
            <pc:sldMk cId="1070219982" sldId="258"/>
            <ac:spMk id="4" creationId="{03C84971-3C9A-4E5C-8287-0E67CA5478F7}"/>
          </ac:spMkLst>
        </pc:spChg>
        <pc:spChg chg="mod">
          <ac:chgData name="RESEARCH CENTER VIAM" userId="be51958547f944e7" providerId="LiveId" clId="{FA0390CE-88D7-4D59-BD72-831B71EF4B1F}" dt="2021-12-17T09:20:15.941" v="1024" actId="14100"/>
          <ac:spMkLst>
            <pc:docMk/>
            <pc:sldMk cId="1070219982" sldId="258"/>
            <ac:spMk id="5" creationId="{C6FFBE50-D744-455E-8FA1-D8AE4DEF7265}"/>
          </ac:spMkLst>
        </pc:spChg>
        <pc:spChg chg="mod">
          <ac:chgData name="RESEARCH CENTER VIAM" userId="be51958547f944e7" providerId="LiveId" clId="{FA0390CE-88D7-4D59-BD72-831B71EF4B1F}" dt="2021-12-17T09:20:15.941" v="1024" actId="14100"/>
          <ac:spMkLst>
            <pc:docMk/>
            <pc:sldMk cId="1070219982" sldId="258"/>
            <ac:spMk id="11" creationId="{26CEED22-2CC5-4181-9D71-5FE0CD15455F}"/>
          </ac:spMkLst>
        </pc:spChg>
        <pc:spChg chg="mod">
          <ac:chgData name="RESEARCH CENTER VIAM" userId="be51958547f944e7" providerId="LiveId" clId="{FA0390CE-88D7-4D59-BD72-831B71EF4B1F}" dt="2021-12-17T09:20:23.287" v="1034" actId="20577"/>
          <ac:spMkLst>
            <pc:docMk/>
            <pc:sldMk cId="1070219982" sldId="258"/>
            <ac:spMk id="15" creationId="{A4049E2D-C788-40F4-9567-43D4D8F1E456}"/>
          </ac:spMkLst>
        </pc:spChg>
        <pc:spChg chg="mod">
          <ac:chgData name="RESEARCH CENTER VIAM" userId="be51958547f944e7" providerId="LiveId" clId="{FA0390CE-88D7-4D59-BD72-831B71EF4B1F}" dt="2021-12-17T09:20:36.183" v="1044" actId="20577"/>
          <ac:spMkLst>
            <pc:docMk/>
            <pc:sldMk cId="1070219982" sldId="258"/>
            <ac:spMk id="24" creationId="{EBE8DD4C-78A7-4125-9569-3B01F492EECA}"/>
          </ac:spMkLst>
        </pc:spChg>
        <pc:spChg chg="mod">
          <ac:chgData name="RESEARCH CENTER VIAM" userId="be51958547f944e7" providerId="LiveId" clId="{FA0390CE-88D7-4D59-BD72-831B71EF4B1F}" dt="2021-12-17T09:20:15.941" v="1024" actId="14100"/>
          <ac:spMkLst>
            <pc:docMk/>
            <pc:sldMk cId="1070219982" sldId="258"/>
            <ac:spMk id="29" creationId="{90B44B3C-1034-4134-BBDC-4ADC8A52CC07}"/>
          </ac:spMkLst>
        </pc:spChg>
        <pc:spChg chg="mod">
          <ac:chgData name="RESEARCH CENTER VIAM" userId="be51958547f944e7" providerId="LiveId" clId="{FA0390CE-88D7-4D59-BD72-831B71EF4B1F}" dt="2021-12-17T09:20:15.941" v="1024" actId="14100"/>
          <ac:spMkLst>
            <pc:docMk/>
            <pc:sldMk cId="1070219982" sldId="258"/>
            <ac:spMk id="32" creationId="{7321DD58-70BB-4CC0-8D19-766683C6890B}"/>
          </ac:spMkLst>
        </pc:spChg>
        <pc:spChg chg="add mod">
          <ac:chgData name="RESEARCH CENTER VIAM" userId="be51958547f944e7" providerId="LiveId" clId="{FA0390CE-88D7-4D59-BD72-831B71EF4B1F}" dt="2021-12-17T09:22:14.933" v="1079"/>
          <ac:spMkLst>
            <pc:docMk/>
            <pc:sldMk cId="1070219982" sldId="258"/>
            <ac:spMk id="36" creationId="{4206E128-FDE4-4C92-8E9E-A3F22D9BB720}"/>
          </ac:spMkLst>
        </pc:spChg>
        <pc:spChg chg="add mod">
          <ac:chgData name="RESEARCH CENTER VIAM" userId="be51958547f944e7" providerId="LiveId" clId="{FA0390CE-88D7-4D59-BD72-831B71EF4B1F}" dt="2021-12-17T09:22:06.860" v="1069"/>
          <ac:spMkLst>
            <pc:docMk/>
            <pc:sldMk cId="1070219982" sldId="258"/>
            <ac:spMk id="44" creationId="{F851EEFA-9314-4EA4-AF7E-0E0E80E343CE}"/>
          </ac:spMkLst>
        </pc:spChg>
        <pc:spChg chg="add mod">
          <ac:chgData name="RESEARCH CENTER VIAM" userId="be51958547f944e7" providerId="LiveId" clId="{FA0390CE-88D7-4D59-BD72-831B71EF4B1F}" dt="2021-12-17T09:22:02.541" v="1059"/>
          <ac:spMkLst>
            <pc:docMk/>
            <pc:sldMk cId="1070219982" sldId="258"/>
            <ac:spMk id="46" creationId="{220B3392-DE78-4277-BF93-59D1807C5660}"/>
          </ac:spMkLst>
        </pc:spChg>
        <pc:spChg chg="add del mod">
          <ac:chgData name="RESEARCH CENTER VIAM" userId="be51958547f944e7" providerId="LiveId" clId="{FA0390CE-88D7-4D59-BD72-831B71EF4B1F}" dt="2021-12-17T09:21:52.096" v="1052" actId="478"/>
          <ac:spMkLst>
            <pc:docMk/>
            <pc:sldMk cId="1070219982" sldId="258"/>
            <ac:spMk id="48" creationId="{3B24B6DB-23BD-4393-8625-78226B15203B}"/>
          </ac:spMkLst>
        </pc:spChg>
        <pc:spChg chg="add del mod">
          <ac:chgData name="RESEARCH CENTER VIAM" userId="be51958547f944e7" providerId="LiveId" clId="{FA0390CE-88D7-4D59-BD72-831B71EF4B1F}" dt="2021-12-17T09:21:54.385" v="1053" actId="478"/>
          <ac:spMkLst>
            <pc:docMk/>
            <pc:sldMk cId="1070219982" sldId="258"/>
            <ac:spMk id="50" creationId="{B1C600EE-72DA-4985-B462-1174EDC35B24}"/>
          </ac:spMkLst>
        </pc:spChg>
        <pc:spChg chg="add mod">
          <ac:chgData name="RESEARCH CENTER VIAM" userId="be51958547f944e7" providerId="LiveId" clId="{FA0390CE-88D7-4D59-BD72-831B71EF4B1F}" dt="2021-12-17T09:21:40.807" v="1050" actId="1076"/>
          <ac:spMkLst>
            <pc:docMk/>
            <pc:sldMk cId="1070219982" sldId="258"/>
            <ac:spMk id="51" creationId="{DD5EFACD-D9CC-410F-A192-CEFBA272554E}"/>
          </ac:spMkLst>
        </pc:spChg>
        <pc:spChg chg="add mod">
          <ac:chgData name="RESEARCH CENTER VIAM" userId="be51958547f944e7" providerId="LiveId" clId="{FA0390CE-88D7-4D59-BD72-831B71EF4B1F}" dt="2021-12-17T09:21:40.807" v="1050" actId="1076"/>
          <ac:spMkLst>
            <pc:docMk/>
            <pc:sldMk cId="1070219982" sldId="258"/>
            <ac:spMk id="53" creationId="{92C6427E-E4C5-43F4-8B60-B5C4FC1DCD3D}"/>
          </ac:spMkLst>
        </pc:spChg>
        <pc:spChg chg="add del mod">
          <ac:chgData name="RESEARCH CENTER VIAM" userId="be51958547f944e7" providerId="LiveId" clId="{FA0390CE-88D7-4D59-BD72-831B71EF4B1F}" dt="2021-12-17T09:21:56.870" v="1054" actId="478"/>
          <ac:spMkLst>
            <pc:docMk/>
            <pc:sldMk cId="1070219982" sldId="258"/>
            <ac:spMk id="55" creationId="{B60FF1EB-B36A-432A-9EEE-F4FED3359281}"/>
          </ac:spMkLst>
        </pc:spChg>
        <pc:spChg chg="add mod">
          <ac:chgData name="RESEARCH CENTER VIAM" userId="be51958547f944e7" providerId="LiveId" clId="{FA0390CE-88D7-4D59-BD72-831B71EF4B1F}" dt="2021-12-17T09:21:40.807" v="1050" actId="1076"/>
          <ac:spMkLst>
            <pc:docMk/>
            <pc:sldMk cId="1070219982" sldId="258"/>
            <ac:spMk id="56" creationId="{6B9A07FC-9610-428E-8707-5D2019CC898A}"/>
          </ac:spMkLst>
        </pc:spChg>
        <pc:cxnChg chg="mod">
          <ac:chgData name="RESEARCH CENTER VIAM" userId="be51958547f944e7" providerId="LiveId" clId="{FA0390CE-88D7-4D59-BD72-831B71EF4B1F}" dt="2021-12-17T09:20:15.941" v="1024" actId="14100"/>
          <ac:cxnSpMkLst>
            <pc:docMk/>
            <pc:sldMk cId="1070219982" sldId="258"/>
            <ac:cxnSpMk id="7" creationId="{426C1007-5224-4B46-A106-2F8E30F7A71A}"/>
          </ac:cxnSpMkLst>
        </pc:cxnChg>
        <pc:cxnChg chg="mod">
          <ac:chgData name="RESEARCH CENTER VIAM" userId="be51958547f944e7" providerId="LiveId" clId="{FA0390CE-88D7-4D59-BD72-831B71EF4B1F}" dt="2021-12-17T09:20:15.941" v="1024" actId="14100"/>
          <ac:cxnSpMkLst>
            <pc:docMk/>
            <pc:sldMk cId="1070219982" sldId="258"/>
            <ac:cxnSpMk id="12" creationId="{49CA5FFE-1405-4105-8020-FDE9FA79A268}"/>
          </ac:cxnSpMkLst>
        </pc:cxnChg>
        <pc:cxnChg chg="mod">
          <ac:chgData name="RESEARCH CENTER VIAM" userId="be51958547f944e7" providerId="LiveId" clId="{FA0390CE-88D7-4D59-BD72-831B71EF4B1F}" dt="2021-12-17T09:20:15.941" v="1024" actId="14100"/>
          <ac:cxnSpMkLst>
            <pc:docMk/>
            <pc:sldMk cId="1070219982" sldId="258"/>
            <ac:cxnSpMk id="16" creationId="{8EA7E428-59E9-47E3-98E6-7221A6CC53C8}"/>
          </ac:cxnSpMkLst>
        </pc:cxnChg>
        <pc:cxnChg chg="add del mod">
          <ac:chgData name="RESEARCH CENTER VIAM" userId="be51958547f944e7" providerId="LiveId" clId="{FA0390CE-88D7-4D59-BD72-831B71EF4B1F}" dt="2021-12-17T09:21:22.870" v="1047" actId="478"/>
          <ac:cxnSpMkLst>
            <pc:docMk/>
            <pc:sldMk cId="1070219982" sldId="258"/>
            <ac:cxnSpMk id="17" creationId="{1B4EB627-F653-41F2-AB24-1366D64215D0}"/>
          </ac:cxnSpMkLst>
        </pc:cxnChg>
        <pc:cxnChg chg="mod">
          <ac:chgData name="RESEARCH CENTER VIAM" userId="be51958547f944e7" providerId="LiveId" clId="{FA0390CE-88D7-4D59-BD72-831B71EF4B1F}" dt="2021-12-17T09:20:15.941" v="1024" actId="14100"/>
          <ac:cxnSpMkLst>
            <pc:docMk/>
            <pc:sldMk cId="1070219982" sldId="258"/>
            <ac:cxnSpMk id="25" creationId="{CB0B5991-1D11-4885-B01B-215FCDE6AE96}"/>
          </ac:cxnSpMkLst>
        </pc:cxnChg>
        <pc:cxnChg chg="mod">
          <ac:chgData name="RESEARCH CENTER VIAM" userId="be51958547f944e7" providerId="LiveId" clId="{FA0390CE-88D7-4D59-BD72-831B71EF4B1F}" dt="2021-12-17T09:20:15.941" v="1024" actId="14100"/>
          <ac:cxnSpMkLst>
            <pc:docMk/>
            <pc:sldMk cId="1070219982" sldId="258"/>
            <ac:cxnSpMk id="33" creationId="{6C7239A9-B4B9-4935-89FB-86B4B52F89F5}"/>
          </ac:cxnSpMkLst>
        </pc:cxnChg>
        <pc:cxnChg chg="mod">
          <ac:chgData name="RESEARCH CENTER VIAM" userId="be51958547f944e7" providerId="LiveId" clId="{FA0390CE-88D7-4D59-BD72-831B71EF4B1F}" dt="2021-12-17T09:20:15.941" v="1024" actId="14100"/>
          <ac:cxnSpMkLst>
            <pc:docMk/>
            <pc:sldMk cId="1070219982" sldId="258"/>
            <ac:cxnSpMk id="34" creationId="{75A5DE1E-E364-4B92-A65E-50BA661F587C}"/>
          </ac:cxnSpMkLst>
        </pc:cxnChg>
        <pc:cxnChg chg="add mod">
          <ac:chgData name="RESEARCH CENTER VIAM" userId="be51958547f944e7" providerId="LiveId" clId="{FA0390CE-88D7-4D59-BD72-831B71EF4B1F}" dt="2021-12-17T09:21:49.285" v="1051" actId="14100"/>
          <ac:cxnSpMkLst>
            <pc:docMk/>
            <pc:sldMk cId="1070219982" sldId="258"/>
            <ac:cxnSpMk id="37" creationId="{D48E3611-D1ED-4BEB-A2E6-43D090704AB4}"/>
          </ac:cxnSpMkLst>
        </pc:cxnChg>
        <pc:cxnChg chg="add mod">
          <ac:chgData name="RESEARCH CENTER VIAM" userId="be51958547f944e7" providerId="LiveId" clId="{FA0390CE-88D7-4D59-BD72-831B71EF4B1F}" dt="2021-12-17T09:21:40.807" v="1050" actId="1076"/>
          <ac:cxnSpMkLst>
            <pc:docMk/>
            <pc:sldMk cId="1070219982" sldId="258"/>
            <ac:cxnSpMk id="45" creationId="{BA1E1827-5245-482C-8EB0-67B6FA594817}"/>
          </ac:cxnSpMkLst>
        </pc:cxnChg>
        <pc:cxnChg chg="add mod">
          <ac:chgData name="RESEARCH CENTER VIAM" userId="be51958547f944e7" providerId="LiveId" clId="{FA0390CE-88D7-4D59-BD72-831B71EF4B1F}" dt="2021-12-17T09:21:40.807" v="1050" actId="1076"/>
          <ac:cxnSpMkLst>
            <pc:docMk/>
            <pc:sldMk cId="1070219982" sldId="258"/>
            <ac:cxnSpMk id="47" creationId="{56916FB5-6435-4A3A-8282-69E1BCB776D5}"/>
          </ac:cxnSpMkLst>
        </pc:cxnChg>
        <pc:cxnChg chg="add mod">
          <ac:chgData name="RESEARCH CENTER VIAM" userId="be51958547f944e7" providerId="LiveId" clId="{FA0390CE-88D7-4D59-BD72-831B71EF4B1F}" dt="2021-12-17T09:21:40.807" v="1050" actId="1076"/>
          <ac:cxnSpMkLst>
            <pc:docMk/>
            <pc:sldMk cId="1070219982" sldId="258"/>
            <ac:cxnSpMk id="49" creationId="{37F712AE-659F-491B-840A-DF2E878D7C5E}"/>
          </ac:cxnSpMkLst>
        </pc:cxnChg>
        <pc:cxnChg chg="add mod">
          <ac:chgData name="RESEARCH CENTER VIAM" userId="be51958547f944e7" providerId="LiveId" clId="{FA0390CE-88D7-4D59-BD72-831B71EF4B1F}" dt="2021-12-17T09:21:40.807" v="1050" actId="1076"/>
          <ac:cxnSpMkLst>
            <pc:docMk/>
            <pc:sldMk cId="1070219982" sldId="258"/>
            <ac:cxnSpMk id="52" creationId="{5B4052D5-3BE8-4CAB-922B-124E5D4B6B38}"/>
          </ac:cxnSpMkLst>
        </pc:cxnChg>
        <pc:cxnChg chg="add mod">
          <ac:chgData name="RESEARCH CENTER VIAM" userId="be51958547f944e7" providerId="LiveId" clId="{FA0390CE-88D7-4D59-BD72-831B71EF4B1F}" dt="2021-12-17T09:21:40.807" v="1050" actId="1076"/>
          <ac:cxnSpMkLst>
            <pc:docMk/>
            <pc:sldMk cId="1070219982" sldId="258"/>
            <ac:cxnSpMk id="54" creationId="{AA044A51-B19F-4FA4-80FE-4B0AEAEB7E7B}"/>
          </ac:cxnSpMkLst>
        </pc:cxnChg>
        <pc:cxnChg chg="add mod">
          <ac:chgData name="RESEARCH CENTER VIAM" userId="be51958547f944e7" providerId="LiveId" clId="{FA0390CE-88D7-4D59-BD72-831B71EF4B1F}" dt="2021-12-17T09:22:31.829" v="1080" actId="1582"/>
          <ac:cxnSpMkLst>
            <pc:docMk/>
            <pc:sldMk cId="1070219982" sldId="258"/>
            <ac:cxnSpMk id="57" creationId="{31507CE7-8048-42E1-AB5F-986037D54BE2}"/>
          </ac:cxnSpMkLst>
        </pc:cxnChg>
      </pc:sldChg>
    </pc:docChg>
  </pc:docChgLst>
  <pc:docChgLst>
    <pc:chgData name="Khanh Le" userId="bbb2d7388e46b6b1" providerId="LiveId" clId="{F9B567AF-CB2D-4624-B240-DD212F0A2755}"/>
    <pc:docChg chg="modSld">
      <pc:chgData name="Khanh Le" userId="bbb2d7388e46b6b1" providerId="LiveId" clId="{F9B567AF-CB2D-4624-B240-DD212F0A2755}" dt="2024-07-19T08:56:33.296" v="32" actId="20577"/>
      <pc:docMkLst>
        <pc:docMk/>
      </pc:docMkLst>
      <pc:sldChg chg="modSp mod">
        <pc:chgData name="Khanh Le" userId="bbb2d7388e46b6b1" providerId="LiveId" clId="{F9B567AF-CB2D-4624-B240-DD212F0A2755}" dt="2024-07-19T08:56:33.296" v="32" actId="20577"/>
        <pc:sldMkLst>
          <pc:docMk/>
          <pc:sldMk cId="3202807895" sldId="259"/>
        </pc:sldMkLst>
        <pc:spChg chg="mod">
          <ac:chgData name="Khanh Le" userId="bbb2d7388e46b6b1" providerId="LiveId" clId="{F9B567AF-CB2D-4624-B240-DD212F0A2755}" dt="2024-07-19T08:55:52.692" v="10" actId="20577"/>
          <ac:spMkLst>
            <pc:docMk/>
            <pc:sldMk cId="3202807895" sldId="259"/>
            <ac:spMk id="8" creationId="{6A576551-7A77-4AA5-B3ED-F48D77C63626}"/>
          </ac:spMkLst>
        </pc:spChg>
        <pc:spChg chg="mod">
          <ac:chgData name="Khanh Le" userId="bbb2d7388e46b6b1" providerId="LiveId" clId="{F9B567AF-CB2D-4624-B240-DD212F0A2755}" dt="2024-07-19T08:56:33.296" v="32" actId="20577"/>
          <ac:spMkLst>
            <pc:docMk/>
            <pc:sldMk cId="3202807895" sldId="259"/>
            <ac:spMk id="145" creationId="{12EEDFA0-3A97-9970-96C4-6FDD8B060767}"/>
          </ac:spMkLst>
        </pc:spChg>
      </pc:sldChg>
    </pc:docChg>
  </pc:docChgLst>
  <pc:docChgLst>
    <pc:chgData name="Anh Le" userId="e9a7b13109923822" providerId="LiveId" clId="{FA0390CE-88D7-4D59-BD72-831B71EF4B1F}"/>
    <pc:docChg chg="modSld sldOrd">
      <pc:chgData name="Anh Le" userId="e9a7b13109923822" providerId="LiveId" clId="{FA0390CE-88D7-4D59-BD72-831B71EF4B1F}" dt="2022-01-13T08:50:35.830" v="122" actId="20577"/>
      <pc:docMkLst>
        <pc:docMk/>
      </pc:docMkLst>
      <pc:sldChg chg="modSp">
        <pc:chgData name="Anh Le" userId="e9a7b13109923822" providerId="LiveId" clId="{FA0390CE-88D7-4D59-BD72-831B71EF4B1F}" dt="2021-12-24T07:24:49.850" v="14"/>
        <pc:sldMkLst>
          <pc:docMk/>
          <pc:sldMk cId="1520018513" sldId="257"/>
        </pc:sldMkLst>
        <pc:spChg chg="mod">
          <ac:chgData name="Anh Le" userId="e9a7b13109923822" providerId="LiveId" clId="{FA0390CE-88D7-4D59-BD72-831B71EF4B1F}" dt="2021-12-24T07:24:49.850" v="14"/>
          <ac:spMkLst>
            <pc:docMk/>
            <pc:sldMk cId="1520018513" sldId="257"/>
            <ac:spMk id="27" creationId="{63EFE981-00D3-49FE-9ED1-88518F5854E2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1520018513" sldId="257"/>
            <ac:spMk id="35" creationId="{915422E1-5D94-4415-B1E0-39E4ED4AB405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1520018513" sldId="257"/>
            <ac:spMk id="39" creationId="{3F0861FB-DA6E-4C86-B307-20F7158EC06C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1520018513" sldId="257"/>
            <ac:spMk id="42" creationId="{E6DFD57B-F594-490E-A5E3-81BF0DF54BFE}"/>
          </ac:spMkLst>
        </pc:spChg>
      </pc:sldChg>
      <pc:sldChg chg="addSp modSp mod ord">
        <pc:chgData name="Anh Le" userId="e9a7b13109923822" providerId="LiveId" clId="{FA0390CE-88D7-4D59-BD72-831B71EF4B1F}" dt="2022-01-13T08:50:35.830" v="122" actId="20577"/>
        <pc:sldMkLst>
          <pc:docMk/>
          <pc:sldMk cId="1070219982" sldId="258"/>
        </pc:sldMkLst>
        <pc:spChg chg="mod">
          <ac:chgData name="Anh Le" userId="e9a7b13109923822" providerId="LiveId" clId="{FA0390CE-88D7-4D59-BD72-831B71EF4B1F}" dt="2022-01-13T08:50:28.484" v="106" actId="14100"/>
          <ac:spMkLst>
            <pc:docMk/>
            <pc:sldMk cId="1070219982" sldId="258"/>
            <ac:spMk id="4" creationId="{03C84971-3C9A-4E5C-8287-0E67CA5478F7}"/>
          </ac:spMkLst>
        </pc:spChg>
        <pc:spChg chg="mod">
          <ac:chgData name="Anh Le" userId="e9a7b13109923822" providerId="LiveId" clId="{FA0390CE-88D7-4D59-BD72-831B71EF4B1F}" dt="2022-01-13T08:50:28.484" v="106" actId="14100"/>
          <ac:spMkLst>
            <pc:docMk/>
            <pc:sldMk cId="1070219982" sldId="258"/>
            <ac:spMk id="5" creationId="{C6FFBE50-D744-455E-8FA1-D8AE4DEF7265}"/>
          </ac:spMkLst>
        </pc:spChg>
        <pc:spChg chg="mod">
          <ac:chgData name="Anh Le" userId="e9a7b13109923822" providerId="LiveId" clId="{FA0390CE-88D7-4D59-BD72-831B71EF4B1F}" dt="2022-01-13T08:50:28.484" v="106" actId="14100"/>
          <ac:spMkLst>
            <pc:docMk/>
            <pc:sldMk cId="1070219982" sldId="258"/>
            <ac:spMk id="11" creationId="{26CEED22-2CC5-4181-9D71-5FE0CD15455F}"/>
          </ac:spMkLst>
        </pc:spChg>
        <pc:spChg chg="mod">
          <ac:chgData name="Anh Le" userId="e9a7b13109923822" providerId="LiveId" clId="{FA0390CE-88D7-4D59-BD72-831B71EF4B1F}" dt="2022-01-13T08:50:28.484" v="106" actId="14100"/>
          <ac:spMkLst>
            <pc:docMk/>
            <pc:sldMk cId="1070219982" sldId="258"/>
            <ac:spMk id="15" creationId="{A4049E2D-C788-40F4-9567-43D4D8F1E456}"/>
          </ac:spMkLst>
        </pc:spChg>
        <pc:spChg chg="mod">
          <ac:chgData name="Anh Le" userId="e9a7b13109923822" providerId="LiveId" clId="{FA0390CE-88D7-4D59-BD72-831B71EF4B1F}" dt="2022-01-13T08:50:35.830" v="122" actId="20577"/>
          <ac:spMkLst>
            <pc:docMk/>
            <pc:sldMk cId="1070219982" sldId="258"/>
            <ac:spMk id="24" creationId="{EBE8DD4C-78A7-4125-9569-3B01F492EECA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1070219982" sldId="258"/>
            <ac:spMk id="27" creationId="{63EFE981-00D3-49FE-9ED1-88518F5854E2}"/>
          </ac:spMkLst>
        </pc:spChg>
        <pc:spChg chg="mod">
          <ac:chgData name="Anh Le" userId="e9a7b13109923822" providerId="LiveId" clId="{FA0390CE-88D7-4D59-BD72-831B71EF4B1F}" dt="2022-01-13T08:50:28.484" v="106" actId="14100"/>
          <ac:spMkLst>
            <pc:docMk/>
            <pc:sldMk cId="1070219982" sldId="258"/>
            <ac:spMk id="29" creationId="{90B44B3C-1034-4134-BBDC-4ADC8A52CC07}"/>
          </ac:spMkLst>
        </pc:spChg>
        <pc:spChg chg="mod">
          <ac:chgData name="Anh Le" userId="e9a7b13109923822" providerId="LiveId" clId="{FA0390CE-88D7-4D59-BD72-831B71EF4B1F}" dt="2022-01-13T08:50:28.484" v="106" actId="14100"/>
          <ac:spMkLst>
            <pc:docMk/>
            <pc:sldMk cId="1070219982" sldId="258"/>
            <ac:spMk id="32" creationId="{7321DD58-70BB-4CC0-8D19-766683C6890B}"/>
          </ac:spMkLst>
        </pc:spChg>
        <pc:spChg chg="mod">
          <ac:chgData name="Anh Le" userId="e9a7b13109923822" providerId="LiveId" clId="{FA0390CE-88D7-4D59-BD72-831B71EF4B1F}" dt="2021-12-31T08:46:55.074" v="58" actId="1036"/>
          <ac:spMkLst>
            <pc:docMk/>
            <pc:sldMk cId="1070219982" sldId="258"/>
            <ac:spMk id="35" creationId="{915422E1-5D94-4415-B1E0-39E4ED4AB405}"/>
          </ac:spMkLst>
        </pc:spChg>
        <pc:spChg chg="mod">
          <ac:chgData name="Anh Le" userId="e9a7b13109923822" providerId="LiveId" clId="{FA0390CE-88D7-4D59-BD72-831B71EF4B1F}" dt="2022-01-13T08:50:28.484" v="106" actId="14100"/>
          <ac:spMkLst>
            <pc:docMk/>
            <pc:sldMk cId="1070219982" sldId="258"/>
            <ac:spMk id="36" creationId="{4206E128-FDE4-4C92-8E9E-A3F22D9BB720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1070219982" sldId="258"/>
            <ac:spMk id="39" creationId="{3F0861FB-DA6E-4C86-B307-20F7158EC06C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1070219982" sldId="258"/>
            <ac:spMk id="42" creationId="{E6DFD57B-F594-490E-A5E3-81BF0DF54BFE}"/>
          </ac:spMkLst>
        </pc:spChg>
        <pc:spChg chg="mod">
          <ac:chgData name="Anh Le" userId="e9a7b13109923822" providerId="LiveId" clId="{FA0390CE-88D7-4D59-BD72-831B71EF4B1F}" dt="2022-01-13T08:50:34.377" v="115"/>
          <ac:spMkLst>
            <pc:docMk/>
            <pc:sldMk cId="1070219982" sldId="258"/>
            <ac:spMk id="44" creationId="{F851EEFA-9314-4EA4-AF7E-0E0E80E343CE}"/>
          </ac:spMkLst>
        </pc:spChg>
        <pc:spChg chg="mod">
          <ac:chgData name="Anh Le" userId="e9a7b13109923822" providerId="LiveId" clId="{FA0390CE-88D7-4D59-BD72-831B71EF4B1F}" dt="2022-01-13T08:50:28.484" v="106" actId="14100"/>
          <ac:spMkLst>
            <pc:docMk/>
            <pc:sldMk cId="1070219982" sldId="258"/>
            <ac:spMk id="46" creationId="{220B3392-DE78-4277-BF93-59D1807C5660}"/>
          </ac:spMkLst>
        </pc:spChg>
        <pc:spChg chg="add mod">
          <ac:chgData name="Anh Le" userId="e9a7b13109923822" providerId="LiveId" clId="{FA0390CE-88D7-4D59-BD72-831B71EF4B1F}" dt="2021-12-31T08:46:55.074" v="58" actId="1036"/>
          <ac:spMkLst>
            <pc:docMk/>
            <pc:sldMk cId="1070219982" sldId="258"/>
            <ac:spMk id="50" creationId="{C8670AC3-40C2-4CCF-BFD2-A112FE147CE9}"/>
          </ac:spMkLst>
        </pc:spChg>
        <pc:spChg chg="mod">
          <ac:chgData name="Anh Le" userId="e9a7b13109923822" providerId="LiveId" clId="{FA0390CE-88D7-4D59-BD72-831B71EF4B1F}" dt="2021-12-31T08:47:46.876" v="87" actId="20577"/>
          <ac:spMkLst>
            <pc:docMk/>
            <pc:sldMk cId="1070219982" sldId="258"/>
            <ac:spMk id="51" creationId="{DD5EFACD-D9CC-410F-A192-CEFBA272554E}"/>
          </ac:spMkLst>
        </pc:spChg>
        <pc:spChg chg="mod">
          <ac:chgData name="Anh Le" userId="e9a7b13109923822" providerId="LiveId" clId="{FA0390CE-88D7-4D59-BD72-831B71EF4B1F}" dt="2021-12-31T08:47:55.169" v="90" actId="20577"/>
          <ac:spMkLst>
            <pc:docMk/>
            <pc:sldMk cId="1070219982" sldId="258"/>
            <ac:spMk id="53" creationId="{92C6427E-E4C5-43F4-8B60-B5C4FC1DCD3D}"/>
          </ac:spMkLst>
        </pc:spChg>
        <pc:spChg chg="mod">
          <ac:chgData name="Anh Le" userId="e9a7b13109923822" providerId="LiveId" clId="{FA0390CE-88D7-4D59-BD72-831B71EF4B1F}" dt="2021-12-31T08:47:15.964" v="83" actId="1035"/>
          <ac:spMkLst>
            <pc:docMk/>
            <pc:sldMk cId="1070219982" sldId="258"/>
            <ac:spMk id="56" creationId="{6B9A07FC-9610-428E-8707-5D2019CC898A}"/>
          </ac:spMkLst>
        </pc:spChg>
        <pc:cxnChg chg="mod">
          <ac:chgData name="Anh Le" userId="e9a7b13109923822" providerId="LiveId" clId="{FA0390CE-88D7-4D59-BD72-831B71EF4B1F}" dt="2022-01-13T08:50:28.484" v="106" actId="14100"/>
          <ac:cxnSpMkLst>
            <pc:docMk/>
            <pc:sldMk cId="1070219982" sldId="258"/>
            <ac:cxnSpMk id="7" creationId="{426C1007-5224-4B46-A106-2F8E30F7A71A}"/>
          </ac:cxnSpMkLst>
        </pc:cxnChg>
        <pc:cxnChg chg="mod">
          <ac:chgData name="Anh Le" userId="e9a7b13109923822" providerId="LiveId" clId="{FA0390CE-88D7-4D59-BD72-831B71EF4B1F}" dt="2022-01-13T08:50:28.484" v="106" actId="14100"/>
          <ac:cxnSpMkLst>
            <pc:docMk/>
            <pc:sldMk cId="1070219982" sldId="258"/>
            <ac:cxnSpMk id="12" creationId="{49CA5FFE-1405-4105-8020-FDE9FA79A268}"/>
          </ac:cxnSpMkLst>
        </pc:cxnChg>
        <pc:cxnChg chg="mod">
          <ac:chgData name="Anh Le" userId="e9a7b13109923822" providerId="LiveId" clId="{FA0390CE-88D7-4D59-BD72-831B71EF4B1F}" dt="2022-01-13T08:50:28.484" v="106" actId="14100"/>
          <ac:cxnSpMkLst>
            <pc:docMk/>
            <pc:sldMk cId="1070219982" sldId="258"/>
            <ac:cxnSpMk id="16" creationId="{8EA7E428-59E9-47E3-98E6-7221A6CC53C8}"/>
          </ac:cxnSpMkLst>
        </pc:cxnChg>
        <pc:cxnChg chg="mod">
          <ac:chgData name="Anh Le" userId="e9a7b13109923822" providerId="LiveId" clId="{FA0390CE-88D7-4D59-BD72-831B71EF4B1F}" dt="2022-01-13T08:50:28.484" v="106" actId="14100"/>
          <ac:cxnSpMkLst>
            <pc:docMk/>
            <pc:sldMk cId="1070219982" sldId="258"/>
            <ac:cxnSpMk id="25" creationId="{CB0B5991-1D11-4885-B01B-215FCDE6AE96}"/>
          </ac:cxnSpMkLst>
        </pc:cxnChg>
        <pc:cxnChg chg="mod">
          <ac:chgData name="Anh Le" userId="e9a7b13109923822" providerId="LiveId" clId="{FA0390CE-88D7-4D59-BD72-831B71EF4B1F}" dt="2022-01-13T08:50:28.484" v="106" actId="14100"/>
          <ac:cxnSpMkLst>
            <pc:docMk/>
            <pc:sldMk cId="1070219982" sldId="258"/>
            <ac:cxnSpMk id="33" creationId="{6C7239A9-B4B9-4935-89FB-86B4B52F89F5}"/>
          </ac:cxnSpMkLst>
        </pc:cxnChg>
        <pc:cxnChg chg="mod">
          <ac:chgData name="Anh Le" userId="e9a7b13109923822" providerId="LiveId" clId="{FA0390CE-88D7-4D59-BD72-831B71EF4B1F}" dt="2022-01-13T08:50:28.484" v="106" actId="14100"/>
          <ac:cxnSpMkLst>
            <pc:docMk/>
            <pc:sldMk cId="1070219982" sldId="258"/>
            <ac:cxnSpMk id="34" creationId="{75A5DE1E-E364-4B92-A65E-50BA661F587C}"/>
          </ac:cxnSpMkLst>
        </pc:cxnChg>
        <pc:cxnChg chg="mod">
          <ac:chgData name="Anh Le" userId="e9a7b13109923822" providerId="LiveId" clId="{FA0390CE-88D7-4D59-BD72-831B71EF4B1F}" dt="2022-01-13T08:50:28.484" v="106" actId="14100"/>
          <ac:cxnSpMkLst>
            <pc:docMk/>
            <pc:sldMk cId="1070219982" sldId="258"/>
            <ac:cxnSpMk id="37" creationId="{D48E3611-D1ED-4BEB-A2E6-43D090704AB4}"/>
          </ac:cxnSpMkLst>
        </pc:cxnChg>
        <pc:cxnChg chg="mod">
          <ac:chgData name="Anh Le" userId="e9a7b13109923822" providerId="LiveId" clId="{FA0390CE-88D7-4D59-BD72-831B71EF4B1F}" dt="2022-01-13T08:50:28.484" v="106" actId="14100"/>
          <ac:cxnSpMkLst>
            <pc:docMk/>
            <pc:sldMk cId="1070219982" sldId="258"/>
            <ac:cxnSpMk id="45" creationId="{BA1E1827-5245-482C-8EB0-67B6FA594817}"/>
          </ac:cxnSpMkLst>
        </pc:cxnChg>
        <pc:cxnChg chg="mod">
          <ac:chgData name="Anh Le" userId="e9a7b13109923822" providerId="LiveId" clId="{FA0390CE-88D7-4D59-BD72-831B71EF4B1F}" dt="2022-01-13T08:50:28.484" v="106" actId="14100"/>
          <ac:cxnSpMkLst>
            <pc:docMk/>
            <pc:sldMk cId="1070219982" sldId="258"/>
            <ac:cxnSpMk id="47" creationId="{56916FB5-6435-4A3A-8282-69E1BCB776D5}"/>
          </ac:cxnSpMkLst>
        </pc:cxnChg>
        <pc:cxnChg chg="mod">
          <ac:chgData name="Anh Le" userId="e9a7b13109923822" providerId="LiveId" clId="{FA0390CE-88D7-4D59-BD72-831B71EF4B1F}" dt="2021-12-31T08:46:55.074" v="58" actId="1036"/>
          <ac:cxnSpMkLst>
            <pc:docMk/>
            <pc:sldMk cId="1070219982" sldId="258"/>
            <ac:cxnSpMk id="49" creationId="{37F712AE-659F-491B-840A-DF2E878D7C5E}"/>
          </ac:cxnSpMkLst>
        </pc:cxnChg>
        <pc:cxnChg chg="mod">
          <ac:chgData name="Anh Le" userId="e9a7b13109923822" providerId="LiveId" clId="{FA0390CE-88D7-4D59-BD72-831B71EF4B1F}" dt="2021-12-31T08:46:55.074" v="58" actId="1036"/>
          <ac:cxnSpMkLst>
            <pc:docMk/>
            <pc:sldMk cId="1070219982" sldId="258"/>
            <ac:cxnSpMk id="52" creationId="{5B4052D5-3BE8-4CAB-922B-124E5D4B6B38}"/>
          </ac:cxnSpMkLst>
        </pc:cxnChg>
        <pc:cxnChg chg="mod">
          <ac:chgData name="Anh Le" userId="e9a7b13109923822" providerId="LiveId" clId="{FA0390CE-88D7-4D59-BD72-831B71EF4B1F}" dt="2021-12-31T08:46:55.074" v="58" actId="1036"/>
          <ac:cxnSpMkLst>
            <pc:docMk/>
            <pc:sldMk cId="1070219982" sldId="258"/>
            <ac:cxnSpMk id="54" creationId="{AA044A51-B19F-4FA4-80FE-4B0AEAEB7E7B}"/>
          </ac:cxnSpMkLst>
        </pc:cxnChg>
        <pc:cxnChg chg="mod">
          <ac:chgData name="Anh Le" userId="e9a7b13109923822" providerId="LiveId" clId="{FA0390CE-88D7-4D59-BD72-831B71EF4B1F}" dt="2022-01-13T08:50:28.484" v="106" actId="14100"/>
          <ac:cxnSpMkLst>
            <pc:docMk/>
            <pc:sldMk cId="1070219982" sldId="258"/>
            <ac:cxnSpMk id="57" creationId="{31507CE7-8048-42E1-AB5F-986037D54BE2}"/>
          </ac:cxnSpMkLst>
        </pc:cxnChg>
      </pc:sldChg>
      <pc:sldChg chg="modSp">
        <pc:chgData name="Anh Le" userId="e9a7b13109923822" providerId="LiveId" clId="{FA0390CE-88D7-4D59-BD72-831B71EF4B1F}" dt="2021-12-24T07:24:49.850" v="14"/>
        <pc:sldMkLst>
          <pc:docMk/>
          <pc:sldMk cId="3202807895" sldId="259"/>
        </pc:sldMkLst>
        <pc:spChg chg="mod">
          <ac:chgData name="Anh Le" userId="e9a7b13109923822" providerId="LiveId" clId="{FA0390CE-88D7-4D59-BD72-831B71EF4B1F}" dt="2021-12-24T07:24:49.850" v="14"/>
          <ac:spMkLst>
            <pc:docMk/>
            <pc:sldMk cId="3202807895" sldId="259"/>
            <ac:spMk id="27" creationId="{63EFE981-00D3-49FE-9ED1-88518F5854E2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3202807895" sldId="259"/>
            <ac:spMk id="35" creationId="{915422E1-5D94-4415-B1E0-39E4ED4AB405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3202807895" sldId="259"/>
            <ac:spMk id="39" creationId="{3F0861FB-DA6E-4C86-B307-20F7158EC06C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3202807895" sldId="259"/>
            <ac:spMk id="42" creationId="{E6DFD57B-F594-490E-A5E3-81BF0DF54BFE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3202807895" sldId="259"/>
            <ac:spMk id="51" creationId="{DD5EFACD-D9CC-410F-A192-CEFBA272554E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3202807895" sldId="259"/>
            <ac:spMk id="53" creationId="{92C6427E-E4C5-43F4-8B60-B5C4FC1DCD3D}"/>
          </ac:spMkLst>
        </pc:spChg>
        <pc:spChg chg="mod">
          <ac:chgData name="Anh Le" userId="e9a7b13109923822" providerId="LiveId" clId="{FA0390CE-88D7-4D59-BD72-831B71EF4B1F}" dt="2021-12-24T07:24:49.850" v="14"/>
          <ac:spMkLst>
            <pc:docMk/>
            <pc:sldMk cId="3202807895" sldId="259"/>
            <ac:spMk id="56" creationId="{6B9A07FC-9610-428E-8707-5D2019CC89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3F66-539D-4991-8C21-D7DBD01A8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320FE-AF99-445D-9259-D1FF53E07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867DC-7A44-4E95-A0E1-5D38E862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4B433-509B-434A-83DF-486F30599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56BE0-7944-46C9-BC61-6890742A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5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89B1-CB43-41BE-9F88-BD2845FD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6E653-9065-4690-BECE-729417B7C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BEF20-C940-48E1-8E2E-6D5226B1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BC810-0D31-4909-BFF4-841C8B4A9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754B0-BA31-4462-80F9-4F94FB02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07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4FC4-4798-4436-B9DA-09F9E437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5D63B-3A6F-4D2B-986F-4D2263BA2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20630-A0AC-47F0-90D1-F4B003D5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EB00A-4867-4E88-AD91-6AE88B42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242F2-B4FC-4849-9A3C-BE478B104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0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ACD7-CA40-407F-8695-3A40B6A10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7662-4F89-47A0-A602-65D7DCC66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D015D-50C9-4BDF-8BC1-DB4D631DA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6A41E-1A1B-45B1-A161-9A9E5A12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E6D44-FF72-4A5B-B5A4-9E0F357A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71528-F4C9-492A-858D-A7874F8E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14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579F-7872-4909-8963-030B068B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EF72F-33EE-4A45-B1D0-0D8B10DD4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3D130-EF34-41F4-AC9A-9D23E4887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53AEF2-67FE-4B18-9D1F-FB41D1DD0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DDCDD-05C9-4089-AFE5-204F33481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99749-D443-41F4-8A1F-E355824E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A508F-8B8D-4267-9405-FC23F667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F1271-A7A2-4DA2-8BB8-FC6BB9C9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6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8587-FADD-4836-9072-7F3E0B30F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711EA5-DA99-4820-93E9-43509972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56F38-11A6-432C-BF2C-D185A09F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9DFF1-9135-4534-815F-7C11E859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70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D69FE-C91E-4876-8BA4-0B5223AD0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72709D-8ABD-4077-A0C6-A6368F301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ECAC1-1569-43EB-B4BD-F2979E6F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6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0D5A-BC23-43F3-BE94-760DAD3F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B4BA9-B6BD-4CB6-9938-4BF6B6625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F640C-7551-47D2-A2E9-151C8261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A3E5E-EC0E-4DA4-A64C-FEC3D008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18CD2-9EC5-42EC-9EC5-B46EBB5B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B5BBB-D63C-40B3-A8F4-4CD42458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F182-9959-4EF6-93BA-78D82B628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9F573-A9BA-4BCD-8956-EA421CC99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8AD5A-B51F-458D-BFC0-788DF46DC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B1A3D-B286-4FC2-80EC-21083FA9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C3CFB-B31C-4F95-982B-1EF521A9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88295-B409-4C0E-8F80-C98E8792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86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DC2CA-5D90-47B8-9B54-6205D254D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F021F-7A53-47E3-B8D7-151EDD27A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85ADA-BE20-4FB4-80C6-BD0A3272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CF8FA-A28E-442B-A02F-314845D2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FAE91-3557-4258-BBAA-E6D323788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2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02BE7F-1610-4644-A2EC-3308E9942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A84FB-EDDB-417E-B9B7-06744359F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ECD9C-690D-4F77-96DD-7CA0D61C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C7078-DA43-4666-80C7-DD3E97B8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20C41-5E82-474E-B8F4-F442F440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8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748AA2-97CB-42DA-8A02-960653B8B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329CB-4078-48E8-9ACA-6682A11C9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5A195-4C28-443D-B614-BF567E61D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D95FB-19AF-443E-8716-D629B34015CF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FED4E-8E17-4703-9B0F-396CD0ECD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2ACC5-28C8-46C0-9410-A8B3A2135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98AD9-2833-45BA-A358-26C15227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3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C84971-3C9A-4E5C-8287-0E67CA5478F7}"/>
              </a:ext>
            </a:extLst>
          </p:cNvPr>
          <p:cNvSpPr/>
          <p:nvPr/>
        </p:nvSpPr>
        <p:spPr>
          <a:xfrm>
            <a:off x="83900" y="180110"/>
            <a:ext cx="466590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CHỌN 4-8 TRƯỜNG MẦM NON TẠI 02 HUYỆN</a:t>
            </a:r>
            <a:endParaRPr lang="vi-VN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FFBE50-D744-455E-8FA1-D8AE4DEF7265}"/>
              </a:ext>
            </a:extLst>
          </p:cNvPr>
          <p:cNvSpPr/>
          <p:nvPr/>
        </p:nvSpPr>
        <p:spPr>
          <a:xfrm>
            <a:off x="83900" y="1170711"/>
            <a:ext cx="466590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CHỌN TOÀN BỘ TRẺ TẠI 4-8 TRƯỜNG MẦM NON</a:t>
            </a:r>
            <a:endParaRPr lang="vi-VN" sz="16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6C1007-5224-4B46-A106-2F8E30F7A71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416850" y="609601"/>
            <a:ext cx="0" cy="5611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576551-7A77-4AA5-B3ED-F48D77C63626}"/>
              </a:ext>
            </a:extLst>
          </p:cNvPr>
          <p:cNvSpPr txBox="1"/>
          <p:nvPr/>
        </p:nvSpPr>
        <p:spPr>
          <a:xfrm>
            <a:off x="3881582" y="1661059"/>
            <a:ext cx="3199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>
                <a:latin typeface="Calibri" panose="020F0502020204030204" pitchFamily="34" charset="0"/>
                <a:cs typeface="Calibri" panose="020F0502020204030204" pitchFamily="34" charset="0"/>
              </a:rPr>
              <a:t>Sàng lọc thông qua đánh giá nhân trắc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CEED22-2CC5-4181-9D71-5FE0CD15455F}"/>
              </a:ext>
            </a:extLst>
          </p:cNvPr>
          <p:cNvSpPr/>
          <p:nvPr/>
        </p:nvSpPr>
        <p:spPr>
          <a:xfrm>
            <a:off x="84143" y="2161312"/>
            <a:ext cx="466590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 PHẢN ỨNG CỦA SẢN PHẨM CHỨNG LẦN 1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CA5FFE-1405-4105-8020-FDE9FA79A268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2416850" y="1600202"/>
            <a:ext cx="243" cy="5611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049E2D-C788-40F4-9567-43D4D8F1E456}"/>
              </a:ext>
            </a:extLst>
          </p:cNvPr>
          <p:cNvSpPr/>
          <p:nvPr/>
        </p:nvSpPr>
        <p:spPr>
          <a:xfrm>
            <a:off x="83900" y="3151913"/>
            <a:ext cx="466590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 PHẢN ỨNG CỦA SẢN PHẨM A LẦN 1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A7E428-59E9-47E3-98E6-7221A6CC53C8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2416850" y="2590803"/>
            <a:ext cx="243" cy="5611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BE8DD4C-78A7-4125-9569-3B01F492EECA}"/>
              </a:ext>
            </a:extLst>
          </p:cNvPr>
          <p:cNvSpPr/>
          <p:nvPr/>
        </p:nvSpPr>
        <p:spPr>
          <a:xfrm>
            <a:off x="83900" y="4140202"/>
            <a:ext cx="466590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 PHẢN ỨNG CỦA SẢN PHẨM B LẦN 1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B0B5991-1D11-4885-B01B-215FCDE6AE96}"/>
              </a:ext>
            </a:extLst>
          </p:cNvPr>
          <p:cNvCxnSpPr>
            <a:cxnSpLocks/>
            <a:stCxn id="15" idx="2"/>
            <a:endCxn id="24" idx="0"/>
          </p:cNvCxnSpPr>
          <p:nvPr/>
        </p:nvCxnSpPr>
        <p:spPr>
          <a:xfrm>
            <a:off x="2416850" y="3581404"/>
            <a:ext cx="0" cy="558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321DD58-70BB-4CC0-8D19-766683C6890B}"/>
              </a:ext>
            </a:extLst>
          </p:cNvPr>
          <p:cNvSpPr/>
          <p:nvPr/>
        </p:nvSpPr>
        <p:spPr>
          <a:xfrm>
            <a:off x="83900" y="5128491"/>
            <a:ext cx="466590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 PHẢN ỨNG CỦA SẢN PHẨM CHỨNG LẦN 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7239A9-B4B9-4935-89FB-86B4B52F89F5}"/>
              </a:ext>
            </a:extLst>
          </p:cNvPr>
          <p:cNvCxnSpPr>
            <a:cxnSpLocks/>
            <a:stCxn id="24" idx="2"/>
            <a:endCxn id="32" idx="0"/>
          </p:cNvCxnSpPr>
          <p:nvPr/>
        </p:nvCxnSpPr>
        <p:spPr>
          <a:xfrm>
            <a:off x="2416850" y="4569693"/>
            <a:ext cx="0" cy="558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6B9EE1E-69AA-4C11-80AE-D1CB7DD7B1CC}"/>
              </a:ext>
            </a:extLst>
          </p:cNvPr>
          <p:cNvSpPr/>
          <p:nvPr/>
        </p:nvSpPr>
        <p:spPr>
          <a:xfrm>
            <a:off x="83657" y="6119092"/>
            <a:ext cx="466590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 PHẢN ỨNG CỦA SẢN PHẨM A LẦN 2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770734B-74D0-40FF-9F7C-6EA068CD738E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flipH="1">
            <a:off x="2416607" y="5557982"/>
            <a:ext cx="243" cy="5611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3351D47-0765-46BD-A502-007FD488C736}"/>
              </a:ext>
            </a:extLst>
          </p:cNvPr>
          <p:cNvSpPr/>
          <p:nvPr/>
        </p:nvSpPr>
        <p:spPr>
          <a:xfrm>
            <a:off x="83657" y="7107381"/>
            <a:ext cx="466590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ĐO PHẢN ỨNG CỦA SẢN PHẨM B LẦN 2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751040-884A-49C3-9F60-64877334ABFD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2416607" y="6548583"/>
            <a:ext cx="0" cy="5587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E35E8DE-2CEF-436B-8AA9-CE98FEF33454}"/>
              </a:ext>
            </a:extLst>
          </p:cNvPr>
          <p:cNvSpPr/>
          <p:nvPr/>
        </p:nvSpPr>
        <p:spPr>
          <a:xfrm>
            <a:off x="6213766" y="1170711"/>
            <a:ext cx="4276434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tại ngày sàng lọc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34B7E02-11A8-4453-8DB2-0610AEBD78B5}"/>
              </a:ext>
            </a:extLst>
          </p:cNvPr>
          <p:cNvSpPr/>
          <p:nvPr/>
        </p:nvSpPr>
        <p:spPr>
          <a:xfrm>
            <a:off x="6214009" y="2161312"/>
            <a:ext cx="4276434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sản phẩm chứng lần 1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44F02FD-DE9F-4EBA-89BA-E4DC3E1FCA03}"/>
              </a:ext>
            </a:extLst>
          </p:cNvPr>
          <p:cNvSpPr/>
          <p:nvPr/>
        </p:nvSpPr>
        <p:spPr>
          <a:xfrm>
            <a:off x="6213766" y="3151913"/>
            <a:ext cx="4276434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sản phẩm A lần 1 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2D13FF8-071A-494F-8024-F14C9534A7B8}"/>
              </a:ext>
            </a:extLst>
          </p:cNvPr>
          <p:cNvSpPr/>
          <p:nvPr/>
        </p:nvSpPr>
        <p:spPr>
          <a:xfrm>
            <a:off x="6213766" y="4140202"/>
            <a:ext cx="4276434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sản phẩm B lần 1 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F61DE23-BA46-4EBF-9293-C0E9D64BECD4}"/>
              </a:ext>
            </a:extLst>
          </p:cNvPr>
          <p:cNvSpPr/>
          <p:nvPr/>
        </p:nvSpPr>
        <p:spPr>
          <a:xfrm>
            <a:off x="6213766" y="5128491"/>
            <a:ext cx="4276434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sản phẩm chứng lần 2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CCA2B14-CD45-4B7A-A486-DF75CD87C077}"/>
              </a:ext>
            </a:extLst>
          </p:cNvPr>
          <p:cNvSpPr/>
          <p:nvPr/>
        </p:nvSpPr>
        <p:spPr>
          <a:xfrm>
            <a:off x="6213523" y="6119092"/>
            <a:ext cx="4276434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sản phẩm A lần 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AE01467-BF45-4468-B942-31B3BDD28ED7}"/>
              </a:ext>
            </a:extLst>
          </p:cNvPr>
          <p:cNvSpPr/>
          <p:nvPr/>
        </p:nvSpPr>
        <p:spPr>
          <a:xfrm>
            <a:off x="6213523" y="7107381"/>
            <a:ext cx="4276434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sản phẩm B lần 2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9441D32-4A12-4F6D-B074-1A9DF069BAEA}"/>
              </a:ext>
            </a:extLst>
          </p:cNvPr>
          <p:cNvCxnSpPr>
            <a:cxnSpLocks/>
            <a:stCxn id="5" idx="3"/>
            <a:endCxn id="45" idx="1"/>
          </p:cNvCxnSpPr>
          <p:nvPr/>
        </p:nvCxnSpPr>
        <p:spPr>
          <a:xfrm>
            <a:off x="4749800" y="1385457"/>
            <a:ext cx="1463966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E6D49F2-097F-4B63-86E3-DE3387B46D64}"/>
              </a:ext>
            </a:extLst>
          </p:cNvPr>
          <p:cNvCxnSpPr>
            <a:cxnSpLocks/>
            <a:stCxn id="11" idx="3"/>
            <a:endCxn id="46" idx="1"/>
          </p:cNvCxnSpPr>
          <p:nvPr/>
        </p:nvCxnSpPr>
        <p:spPr>
          <a:xfrm>
            <a:off x="4750043" y="2376058"/>
            <a:ext cx="1463966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597181B-1830-48BC-ABDE-1C3287A7DDA4}"/>
              </a:ext>
            </a:extLst>
          </p:cNvPr>
          <p:cNvCxnSpPr>
            <a:cxnSpLocks/>
            <a:stCxn id="15" idx="3"/>
            <a:endCxn id="47" idx="1"/>
          </p:cNvCxnSpPr>
          <p:nvPr/>
        </p:nvCxnSpPr>
        <p:spPr>
          <a:xfrm>
            <a:off x="4749800" y="3366659"/>
            <a:ext cx="1463966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5653478-FC94-47FE-93B5-301BEBAEB6B8}"/>
              </a:ext>
            </a:extLst>
          </p:cNvPr>
          <p:cNvCxnSpPr>
            <a:cxnSpLocks/>
            <a:stCxn id="24" idx="3"/>
            <a:endCxn id="48" idx="1"/>
          </p:cNvCxnSpPr>
          <p:nvPr/>
        </p:nvCxnSpPr>
        <p:spPr>
          <a:xfrm>
            <a:off x="4749800" y="4354948"/>
            <a:ext cx="1463966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86A2360-462A-454B-829C-F24DD71BE19A}"/>
              </a:ext>
            </a:extLst>
          </p:cNvPr>
          <p:cNvCxnSpPr>
            <a:cxnSpLocks/>
            <a:stCxn id="32" idx="3"/>
            <a:endCxn id="49" idx="1"/>
          </p:cNvCxnSpPr>
          <p:nvPr/>
        </p:nvCxnSpPr>
        <p:spPr>
          <a:xfrm>
            <a:off x="4749800" y="5343237"/>
            <a:ext cx="1463966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29F693B-1035-4FB2-89FD-75C30DFB5192}"/>
              </a:ext>
            </a:extLst>
          </p:cNvPr>
          <p:cNvCxnSpPr>
            <a:cxnSpLocks/>
            <a:stCxn id="34" idx="3"/>
            <a:endCxn id="50" idx="1"/>
          </p:cNvCxnSpPr>
          <p:nvPr/>
        </p:nvCxnSpPr>
        <p:spPr>
          <a:xfrm>
            <a:off x="4749557" y="6333838"/>
            <a:ext cx="1463966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85F6B8A-EE60-438B-9E5F-D9073E748A0C}"/>
              </a:ext>
            </a:extLst>
          </p:cNvPr>
          <p:cNvCxnSpPr>
            <a:cxnSpLocks/>
            <a:stCxn id="36" idx="3"/>
            <a:endCxn id="51" idx="1"/>
          </p:cNvCxnSpPr>
          <p:nvPr/>
        </p:nvCxnSpPr>
        <p:spPr>
          <a:xfrm>
            <a:off x="4749557" y="7322127"/>
            <a:ext cx="1463966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750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C84971-3C9A-4E5C-8287-0E67CA5478F7}"/>
              </a:ext>
            </a:extLst>
          </p:cNvPr>
          <p:cNvSpPr/>
          <p:nvPr/>
        </p:nvSpPr>
        <p:spPr>
          <a:xfrm>
            <a:off x="508245" y="162857"/>
            <a:ext cx="5956562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SÀNG LỌC 50 ĐỐI TƯỢNG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FFBE50-D744-455E-8FA1-D8AE4DEF7265}"/>
              </a:ext>
            </a:extLst>
          </p:cNvPr>
          <p:cNvSpPr/>
          <p:nvPr/>
        </p:nvSpPr>
        <p:spPr>
          <a:xfrm>
            <a:off x="508245" y="1153458"/>
            <a:ext cx="5956562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35 ĐỐI TƯỢNG ĐỦ ĐIỀU KIỆN THAM GIA NGHIÊN CỨU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6C1007-5224-4B46-A106-2F8E30F7A71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486526" y="592348"/>
            <a:ext cx="0" cy="5611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576551-7A77-4AA5-B3ED-F48D77C63626}"/>
              </a:ext>
            </a:extLst>
          </p:cNvPr>
          <p:cNvSpPr txBox="1"/>
          <p:nvPr/>
        </p:nvSpPr>
        <p:spPr>
          <a:xfrm>
            <a:off x="3486526" y="712734"/>
            <a:ext cx="3199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Loại trừ 15 đối tượng không đủ điều kiện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CEED22-2CC5-4181-9D71-5FE0CD15455F}"/>
              </a:ext>
            </a:extLst>
          </p:cNvPr>
          <p:cNvSpPr/>
          <p:nvPr/>
        </p:nvSpPr>
        <p:spPr>
          <a:xfrm>
            <a:off x="508244" y="3134864"/>
            <a:ext cx="5956562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 ĐỐI TƯỢNG UỐNG GLUCOSE LẦN 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CA5FFE-1405-4105-8020-FDE9FA79A268}"/>
              </a:ext>
            </a:extLst>
          </p:cNvPr>
          <p:cNvCxnSpPr>
            <a:cxnSpLocks/>
            <a:stCxn id="5" idx="2"/>
            <a:endCxn id="29" idx="0"/>
          </p:cNvCxnSpPr>
          <p:nvPr/>
        </p:nvCxnSpPr>
        <p:spPr>
          <a:xfrm>
            <a:off x="3486526" y="1582949"/>
            <a:ext cx="0" cy="5612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049E2D-C788-40F4-9567-43D4D8F1E456}"/>
              </a:ext>
            </a:extLst>
          </p:cNvPr>
          <p:cNvSpPr/>
          <p:nvPr/>
        </p:nvSpPr>
        <p:spPr>
          <a:xfrm>
            <a:off x="508001" y="4781071"/>
            <a:ext cx="5956562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 ĐỐI TƯỢNG UỐNG ANMUM MATERNA VANI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A7E428-59E9-47E3-98E6-7221A6CC53C8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3486282" y="3564355"/>
            <a:ext cx="243" cy="12167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BE8DD4C-78A7-4125-9569-3B01F492EECA}"/>
              </a:ext>
            </a:extLst>
          </p:cNvPr>
          <p:cNvSpPr/>
          <p:nvPr/>
        </p:nvSpPr>
        <p:spPr>
          <a:xfrm>
            <a:off x="508001" y="6431025"/>
            <a:ext cx="5956562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 ĐỐI TƯỢNG UỐNG ANMUM MATERNA KHÔNG ĐƯỜNG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B0B5991-1D11-4885-B01B-215FCDE6AE96}"/>
              </a:ext>
            </a:extLst>
          </p:cNvPr>
          <p:cNvCxnSpPr>
            <a:cxnSpLocks/>
            <a:stCxn id="15" idx="2"/>
            <a:endCxn id="24" idx="0"/>
          </p:cNvCxnSpPr>
          <p:nvPr/>
        </p:nvCxnSpPr>
        <p:spPr>
          <a:xfrm>
            <a:off x="3486282" y="5210562"/>
            <a:ext cx="0" cy="12204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321DD58-70BB-4CC0-8D19-766683C6890B}"/>
              </a:ext>
            </a:extLst>
          </p:cNvPr>
          <p:cNvSpPr/>
          <p:nvPr/>
        </p:nvSpPr>
        <p:spPr>
          <a:xfrm>
            <a:off x="508000" y="7814276"/>
            <a:ext cx="5956562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 ĐỐI TƯỢNG UỐNG GLUCOSE LẦN 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7239A9-B4B9-4935-89FB-86B4B52F89F5}"/>
              </a:ext>
            </a:extLst>
          </p:cNvPr>
          <p:cNvCxnSpPr>
            <a:cxnSpLocks/>
            <a:stCxn id="24" idx="2"/>
            <a:endCxn id="32" idx="0"/>
          </p:cNvCxnSpPr>
          <p:nvPr/>
        </p:nvCxnSpPr>
        <p:spPr>
          <a:xfrm flipH="1">
            <a:off x="3486281" y="6860516"/>
            <a:ext cx="1" cy="9537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4C61D9E-A82C-4635-92AE-06C37E92A7BD}"/>
              </a:ext>
            </a:extLst>
          </p:cNvPr>
          <p:cNvSpPr txBox="1"/>
          <p:nvPr/>
        </p:nvSpPr>
        <p:spPr>
          <a:xfrm>
            <a:off x="3486281" y="3711924"/>
            <a:ext cx="3199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3 đối tượng rút khỏi nghiên cứu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F0861FB-DA6E-4C86-B307-20F7158EC06C}"/>
              </a:ext>
            </a:extLst>
          </p:cNvPr>
          <p:cNvSpPr/>
          <p:nvPr/>
        </p:nvSpPr>
        <p:spPr>
          <a:xfrm>
            <a:off x="5871892" y="4072181"/>
            <a:ext cx="4260963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(17 đối tượng)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3E8ABC-77B0-44AC-B40A-77987C6E83F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486281" y="4286927"/>
            <a:ext cx="2385611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2BFF109-6D2F-42B4-B44A-DEA5222D1E94}"/>
              </a:ext>
            </a:extLst>
          </p:cNvPr>
          <p:cNvSpPr txBox="1"/>
          <p:nvPr/>
        </p:nvSpPr>
        <p:spPr>
          <a:xfrm>
            <a:off x="3486281" y="5423455"/>
            <a:ext cx="3199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1 đối tượng rút khỏi nghiên cứu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6DFD57B-F594-490E-A5E3-81BF0DF54BFE}"/>
              </a:ext>
            </a:extLst>
          </p:cNvPr>
          <p:cNvSpPr/>
          <p:nvPr/>
        </p:nvSpPr>
        <p:spPr>
          <a:xfrm>
            <a:off x="5871892" y="5783712"/>
            <a:ext cx="4260963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(16 đối tượng)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31446FC-C483-4F16-BF58-55DE11D4E077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3486281" y="5998458"/>
            <a:ext cx="2385611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AC7BBC1-A6E9-4C6F-9798-52F49BE6677A}"/>
              </a:ext>
            </a:extLst>
          </p:cNvPr>
          <p:cNvSpPr txBox="1"/>
          <p:nvPr/>
        </p:nvSpPr>
        <p:spPr>
          <a:xfrm>
            <a:off x="3486525" y="1704663"/>
            <a:ext cx="521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Phổ biến quy trình NC, ký cam kết chấp thuận tham gia nghiên cứu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0B44B3C-1034-4134-BBDC-4ADC8A52CC07}"/>
              </a:ext>
            </a:extLst>
          </p:cNvPr>
          <p:cNvSpPr/>
          <p:nvPr/>
        </p:nvSpPr>
        <p:spPr>
          <a:xfrm>
            <a:off x="508245" y="2144161"/>
            <a:ext cx="5956562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 ĐỐI TƯỢNG ĐỒNG Ý THAM GIA VÀO NGHIÊN CỨU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5A5DE1E-E364-4B92-A65E-50BA661F587C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 flipH="1">
            <a:off x="3486525" y="2573652"/>
            <a:ext cx="1" cy="5612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3EFE981-00D3-49FE-9ED1-88518F5854E2}"/>
              </a:ext>
            </a:extLst>
          </p:cNvPr>
          <p:cNvSpPr/>
          <p:nvPr/>
        </p:nvSpPr>
        <p:spPr>
          <a:xfrm>
            <a:off x="5871891" y="7205194"/>
            <a:ext cx="4260963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(15 đối tượng)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455413-858E-46DC-9425-816CDDD892A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486280" y="7419940"/>
            <a:ext cx="2385611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138FEFC-5D11-47D9-B4C6-C39293A34A4F}"/>
              </a:ext>
            </a:extLst>
          </p:cNvPr>
          <p:cNvSpPr txBox="1"/>
          <p:nvPr/>
        </p:nvSpPr>
        <p:spPr>
          <a:xfrm>
            <a:off x="3486280" y="6985196"/>
            <a:ext cx="3199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1 đối tượng rút khỏi nghiên cứu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15422E1-5D94-4415-B1E0-39E4ED4AB405}"/>
              </a:ext>
            </a:extLst>
          </p:cNvPr>
          <p:cNvSpPr/>
          <p:nvPr/>
        </p:nvSpPr>
        <p:spPr>
          <a:xfrm>
            <a:off x="5871891" y="8550324"/>
            <a:ext cx="4260963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(15 đối tượng)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B4EB627-F653-41F2-AB24-1366D64215D0}"/>
              </a:ext>
            </a:extLst>
          </p:cNvPr>
          <p:cNvCxnSpPr>
            <a:cxnSpLocks/>
            <a:stCxn id="32" idx="2"/>
            <a:endCxn id="35" idx="1"/>
          </p:cNvCxnSpPr>
          <p:nvPr/>
        </p:nvCxnSpPr>
        <p:spPr>
          <a:xfrm rot="16200000" flipH="1">
            <a:off x="4418435" y="7311613"/>
            <a:ext cx="521303" cy="23856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C84971-3C9A-4E5C-8287-0E67CA5478F7}"/>
              </a:ext>
            </a:extLst>
          </p:cNvPr>
          <p:cNvSpPr>
            <a:spLocks/>
          </p:cNvSpPr>
          <p:nvPr/>
        </p:nvSpPr>
        <p:spPr>
          <a:xfrm>
            <a:off x="3869871" y="188257"/>
            <a:ext cx="764071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CHỌN 8 TRƯỜNG MẦM NON TẠI 02 HUYỆN</a:t>
            </a:r>
            <a:endParaRPr lang="vi-VN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FFBE50-D744-455E-8FA1-D8AE4DEF7265}"/>
              </a:ext>
            </a:extLst>
          </p:cNvPr>
          <p:cNvSpPr>
            <a:spLocks/>
          </p:cNvSpPr>
          <p:nvPr/>
        </p:nvSpPr>
        <p:spPr>
          <a:xfrm>
            <a:off x="3869871" y="1178858"/>
            <a:ext cx="764071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CHỌN TOÀN BỘ TRẺ TỪ 24-60 THÁNG TUỔI TẠI 8 TRƯỜNG MẦM NON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vi-VN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6C1007-5224-4B46-A106-2F8E30F7A71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7690226" y="617748"/>
            <a:ext cx="0" cy="5611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576551-7A77-4AA5-B3ED-F48D77C63626}"/>
              </a:ext>
            </a:extLst>
          </p:cNvPr>
          <p:cNvSpPr txBox="1">
            <a:spLocks/>
          </p:cNvSpPr>
          <p:nvPr/>
        </p:nvSpPr>
        <p:spPr>
          <a:xfrm>
            <a:off x="7689980" y="739141"/>
            <a:ext cx="3676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Tổng số trẻ lựa chọn 1083 trẻ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CA5FFE-1405-4105-8020-FDE9FA79A268}"/>
              </a:ext>
            </a:extLst>
          </p:cNvPr>
          <p:cNvCxnSpPr>
            <a:cxnSpLocks/>
            <a:stCxn id="5" idx="2"/>
            <a:endCxn id="29" idx="0"/>
          </p:cNvCxnSpPr>
          <p:nvPr/>
        </p:nvCxnSpPr>
        <p:spPr>
          <a:xfrm>
            <a:off x="7690226" y="1608349"/>
            <a:ext cx="0" cy="5612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049E2D-C788-40F4-9567-43D4D8F1E456}"/>
              </a:ext>
            </a:extLst>
          </p:cNvPr>
          <p:cNvSpPr>
            <a:spLocks/>
          </p:cNvSpPr>
          <p:nvPr/>
        </p:nvSpPr>
        <p:spPr>
          <a:xfrm>
            <a:off x="3904663" y="3388984"/>
            <a:ext cx="3566112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NHÓM CAN THIỆP (150 trẻ)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C7BBC1-A6E9-4C6F-9798-52F49BE6677A}"/>
              </a:ext>
            </a:extLst>
          </p:cNvPr>
          <p:cNvSpPr txBox="1">
            <a:spLocks/>
          </p:cNvSpPr>
          <p:nvPr/>
        </p:nvSpPr>
        <p:spPr>
          <a:xfrm>
            <a:off x="7690225" y="1730063"/>
            <a:ext cx="521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Sàng lọc thông qua đánh giá chỉ số nhân trắc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0B44B3C-1034-4134-BBDC-4ADC8A52CC07}"/>
              </a:ext>
            </a:extLst>
          </p:cNvPr>
          <p:cNvSpPr>
            <a:spLocks/>
          </p:cNvSpPr>
          <p:nvPr/>
        </p:nvSpPr>
        <p:spPr>
          <a:xfrm>
            <a:off x="3869871" y="2169561"/>
            <a:ext cx="764071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CHỌN 300 TRẺ ĐÁP ỨNG ĐỦ TIÊU CHUẨN NGHIÊN CỨU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A044A51-B19F-4FA4-80FE-4B0AEAEB7E7B}"/>
              </a:ext>
            </a:extLst>
          </p:cNvPr>
          <p:cNvCxnSpPr>
            <a:cxnSpLocks/>
            <a:stCxn id="22" idx="3"/>
            <a:endCxn id="5" idx="1"/>
          </p:cNvCxnSpPr>
          <p:nvPr/>
        </p:nvCxnSpPr>
        <p:spPr>
          <a:xfrm>
            <a:off x="3530600" y="1393604"/>
            <a:ext cx="339271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A3CB90-F700-36B8-0C1A-E572DCAF87C4}"/>
              </a:ext>
            </a:extLst>
          </p:cNvPr>
          <p:cNvSpPr>
            <a:spLocks/>
          </p:cNvSpPr>
          <p:nvPr/>
        </p:nvSpPr>
        <p:spPr>
          <a:xfrm>
            <a:off x="7909678" y="3381912"/>
            <a:ext cx="3600657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NHÓM ĐỐI CHỨNG (150 trẻ)</a:t>
            </a:r>
            <a:endParaRPr lang="vi-VN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1E69B03-24BF-9A05-01A3-3A3093FFB279}"/>
              </a:ext>
            </a:extLst>
          </p:cNvPr>
          <p:cNvSpPr>
            <a:spLocks/>
          </p:cNvSpPr>
          <p:nvPr/>
        </p:nvSpPr>
        <p:spPr>
          <a:xfrm>
            <a:off x="381000" y="1178858"/>
            <a:ext cx="3149600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Ngày sàng lọc</a:t>
            </a:r>
            <a:endParaRPr lang="vi-VN" sz="16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2233CC-0B40-F8B0-067F-B2143F210BDF}"/>
              </a:ext>
            </a:extLst>
          </p:cNvPr>
          <p:cNvSpPr>
            <a:spLocks/>
          </p:cNvSpPr>
          <p:nvPr/>
        </p:nvSpPr>
        <p:spPr>
          <a:xfrm>
            <a:off x="380999" y="4248868"/>
            <a:ext cx="3149600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T0 (ngày trước can thiệp)</a:t>
            </a:r>
            <a:endParaRPr lang="vi-VN" sz="16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AAD2F34-4D1B-F5CE-6725-1F853D85C4A7}"/>
              </a:ext>
            </a:extLst>
          </p:cNvPr>
          <p:cNvSpPr txBox="1">
            <a:spLocks/>
          </p:cNvSpPr>
          <p:nvPr/>
        </p:nvSpPr>
        <p:spPr>
          <a:xfrm>
            <a:off x="7689980" y="2722936"/>
            <a:ext cx="3676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Giải thích về nghiên cứu, ký cam kết tham gia</a:t>
            </a:r>
          </a:p>
          <a:p>
            <a:pPr algn="ctr"/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Chia thành 02 nhóm: </a:t>
            </a: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CAN THIỆP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 và </a:t>
            </a: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ĐỐI CHỨNG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D51D372B-EEAF-252B-37DE-ABCAD4EDA35A}"/>
              </a:ext>
            </a:extLst>
          </p:cNvPr>
          <p:cNvSpPr>
            <a:spLocks/>
          </p:cNvSpPr>
          <p:nvPr/>
        </p:nvSpPr>
        <p:spPr>
          <a:xfrm>
            <a:off x="3869627" y="4128687"/>
            <a:ext cx="3566112" cy="6698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CÂN ĐO NHÂN TRẮC, XÉT NGHIỆM MÁU VÀ PHỎNG VẤN BỘ CÂU HỎI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B8F2F99-748B-6E8E-2C75-26BCD7D824C3}"/>
              </a:ext>
            </a:extLst>
          </p:cNvPr>
          <p:cNvCxnSpPr>
            <a:cxnSpLocks/>
            <a:stCxn id="15" idx="3"/>
            <a:endCxn id="6" idx="1"/>
          </p:cNvCxnSpPr>
          <p:nvPr/>
        </p:nvCxnSpPr>
        <p:spPr>
          <a:xfrm flipV="1">
            <a:off x="7470775" y="3596658"/>
            <a:ext cx="438903" cy="70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F020C64-618B-072B-8195-583790EBC869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690226" y="2599052"/>
            <a:ext cx="0" cy="9976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5AAD15D-34F6-7A65-BD7C-52CA7514CEB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5687719" y="3818475"/>
            <a:ext cx="0" cy="3102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BD4EC3C3-71A6-A842-8887-26EF27340673}"/>
              </a:ext>
            </a:extLst>
          </p:cNvPr>
          <p:cNvCxnSpPr>
            <a:cxnSpLocks/>
            <a:stCxn id="6" idx="2"/>
            <a:endCxn id="40" idx="0"/>
          </p:cNvCxnSpPr>
          <p:nvPr/>
        </p:nvCxnSpPr>
        <p:spPr>
          <a:xfrm flipH="1">
            <a:off x="9710006" y="3811403"/>
            <a:ext cx="1" cy="3100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2CA61FE2-7DAF-9D3D-C60E-414764F20082}"/>
              </a:ext>
            </a:extLst>
          </p:cNvPr>
          <p:cNvSpPr>
            <a:spLocks/>
          </p:cNvSpPr>
          <p:nvPr/>
        </p:nvSpPr>
        <p:spPr>
          <a:xfrm>
            <a:off x="378021" y="6024445"/>
            <a:ext cx="3149600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Các ngày can thiệp (120 ngày)</a:t>
            </a:r>
            <a:endParaRPr lang="vi-VN" sz="16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12EEDFA0-3A97-9970-96C4-6FDD8B060767}"/>
              </a:ext>
            </a:extLst>
          </p:cNvPr>
          <p:cNvSpPr>
            <a:spLocks/>
          </p:cNvSpPr>
          <p:nvPr/>
        </p:nvSpPr>
        <p:spPr>
          <a:xfrm>
            <a:off x="5237752" y="4997878"/>
            <a:ext cx="2197988" cy="5169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SẢN PHẨM KUN DOCTOR GROWPLUS+</a:t>
            </a:r>
            <a:endParaRPr lang="en-US" sz="1400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ABD1CF79-59A7-0B22-4535-DD11951508D3}"/>
              </a:ext>
            </a:extLst>
          </p:cNvPr>
          <p:cNvSpPr>
            <a:spLocks/>
          </p:cNvSpPr>
          <p:nvPr/>
        </p:nvSpPr>
        <p:spPr>
          <a:xfrm>
            <a:off x="7941234" y="4994251"/>
            <a:ext cx="2197989" cy="52417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SỮA TƯƠI TIỆT TRÙNG CÓ ĐƯỜNG LOF BA VÌ </a:t>
            </a:r>
            <a:endParaRPr lang="en-US" sz="1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4ADC44D-15E9-966C-5541-5754D6273C12}"/>
              </a:ext>
            </a:extLst>
          </p:cNvPr>
          <p:cNvSpPr>
            <a:spLocks/>
          </p:cNvSpPr>
          <p:nvPr/>
        </p:nvSpPr>
        <p:spPr>
          <a:xfrm>
            <a:off x="5323683" y="5822083"/>
            <a:ext cx="3974319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T1 – T2 – T3 </a:t>
            </a:r>
            <a:r>
              <a:rPr lang="vi-VN" sz="12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(ngày cuối sau 01-02-03 tháng can thiệp)</a:t>
            </a:r>
            <a:endParaRPr lang="vi-VN" sz="1400" b="1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vi-VN" sz="14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Cân đo nhân trắc</a:t>
            </a:r>
            <a:endParaRPr lang="vi-VN" sz="14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66F614-90BD-1079-FD01-8A619EABFB91}"/>
              </a:ext>
            </a:extLst>
          </p:cNvPr>
          <p:cNvCxnSpPr>
            <a:cxnSpLocks/>
          </p:cNvCxnSpPr>
          <p:nvPr/>
        </p:nvCxnSpPr>
        <p:spPr>
          <a:xfrm flipH="1">
            <a:off x="4878180" y="4798542"/>
            <a:ext cx="2978" cy="25026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4BA3CB-68C1-9C71-5E88-D0BAC9642101}"/>
              </a:ext>
            </a:extLst>
          </p:cNvPr>
          <p:cNvCxnSpPr>
            <a:cxnSpLocks/>
          </p:cNvCxnSpPr>
          <p:nvPr/>
        </p:nvCxnSpPr>
        <p:spPr>
          <a:xfrm>
            <a:off x="10386281" y="4791288"/>
            <a:ext cx="0" cy="25099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E707310-F625-3B6C-C4A1-3B3E3BD18B08}"/>
              </a:ext>
            </a:extLst>
          </p:cNvPr>
          <p:cNvSpPr>
            <a:spLocks/>
          </p:cNvSpPr>
          <p:nvPr/>
        </p:nvSpPr>
        <p:spPr>
          <a:xfrm>
            <a:off x="380999" y="7421370"/>
            <a:ext cx="3149600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T4 (ngày cuối can thiệp)</a:t>
            </a:r>
            <a:endParaRPr lang="vi-VN" sz="12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8D45CD0-CB5E-1044-5E40-B6DDBB0A9F97}"/>
              </a:ext>
            </a:extLst>
          </p:cNvPr>
          <p:cNvSpPr>
            <a:spLocks/>
          </p:cNvSpPr>
          <p:nvPr/>
        </p:nvSpPr>
        <p:spPr>
          <a:xfrm>
            <a:off x="7926950" y="4121433"/>
            <a:ext cx="3566112" cy="6698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CÂN ĐO NHÂN TRẮC, XÉT NGHIỆM MÁU VÀ PHỎNG VẤN BỘ CÂU HỎI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F4BC2ED-FD21-442D-2334-CB63B6480C79}"/>
              </a:ext>
            </a:extLst>
          </p:cNvPr>
          <p:cNvSpPr>
            <a:spLocks/>
          </p:cNvSpPr>
          <p:nvPr/>
        </p:nvSpPr>
        <p:spPr>
          <a:xfrm>
            <a:off x="3869627" y="7301189"/>
            <a:ext cx="3566112" cy="6698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CÂN ĐO NHÂN TRẮC, XÉT NGHIỆM MÁU VÀ PHỎNG VẤN BỘ CÂU HỎI</a:t>
            </a:r>
            <a:endParaRPr lang="vi-VN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C6DE710-7239-8C40-E49F-9ACC53754E01}"/>
              </a:ext>
            </a:extLst>
          </p:cNvPr>
          <p:cNvSpPr>
            <a:spLocks/>
          </p:cNvSpPr>
          <p:nvPr/>
        </p:nvSpPr>
        <p:spPr>
          <a:xfrm>
            <a:off x="7944223" y="7301189"/>
            <a:ext cx="3566112" cy="6698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CÂN ĐO NHÂN TRẮC, XÉT NGHIỆM MÁU VÀ PHỎNG VẤN BỘ CÂU HỎI</a:t>
            </a:r>
            <a:endParaRPr lang="vi-VN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7659C4E-5546-E1C7-4076-165E79C3D25D}"/>
              </a:ext>
            </a:extLst>
          </p:cNvPr>
          <p:cNvSpPr>
            <a:spLocks/>
          </p:cNvSpPr>
          <p:nvPr/>
        </p:nvSpPr>
        <p:spPr>
          <a:xfrm>
            <a:off x="6391434" y="8274833"/>
            <a:ext cx="2597092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THÚC NGHIÊN CỨU</a:t>
            </a:r>
            <a:endParaRPr lang="vi-VN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D7166F6-B4D2-95A2-7747-5B523745A4EF}"/>
              </a:ext>
            </a:extLst>
          </p:cNvPr>
          <p:cNvCxnSpPr>
            <a:cxnSpLocks/>
            <a:stCxn id="23" idx="3"/>
            <a:endCxn id="115" idx="1"/>
          </p:cNvCxnSpPr>
          <p:nvPr/>
        </p:nvCxnSpPr>
        <p:spPr>
          <a:xfrm>
            <a:off x="3530599" y="4463614"/>
            <a:ext cx="339028" cy="1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ACDC270-3864-C66A-8284-D190E6EABBC9}"/>
              </a:ext>
            </a:extLst>
          </p:cNvPr>
          <p:cNvCxnSpPr>
            <a:cxnSpLocks/>
            <a:stCxn id="115" idx="3"/>
            <a:endCxn id="40" idx="1"/>
          </p:cNvCxnSpPr>
          <p:nvPr/>
        </p:nvCxnSpPr>
        <p:spPr>
          <a:xfrm flipV="1">
            <a:off x="7435739" y="4456361"/>
            <a:ext cx="491211" cy="7254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012CA4B-1E47-C4A5-51A4-6D810D0DD506}"/>
              </a:ext>
            </a:extLst>
          </p:cNvPr>
          <p:cNvCxnSpPr>
            <a:cxnSpLocks/>
            <a:stCxn id="145" idx="1"/>
          </p:cNvCxnSpPr>
          <p:nvPr/>
        </p:nvCxnSpPr>
        <p:spPr>
          <a:xfrm flipH="1">
            <a:off x="4881158" y="5256340"/>
            <a:ext cx="356594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5DE4E4E-5AB7-3D26-098B-9B825DDD40C0}"/>
              </a:ext>
            </a:extLst>
          </p:cNvPr>
          <p:cNvCxnSpPr>
            <a:cxnSpLocks/>
            <a:stCxn id="146" idx="3"/>
          </p:cNvCxnSpPr>
          <p:nvPr/>
        </p:nvCxnSpPr>
        <p:spPr>
          <a:xfrm>
            <a:off x="10139223" y="5256340"/>
            <a:ext cx="247058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0D1D418-A550-FF29-B22B-5433288771C9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3527621" y="6239191"/>
            <a:ext cx="1350559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64D33D2-23AC-AC97-4AB0-1BF151D2C930}"/>
              </a:ext>
            </a:extLst>
          </p:cNvPr>
          <p:cNvCxnSpPr>
            <a:cxnSpLocks/>
            <a:stCxn id="26" idx="3"/>
            <a:endCxn id="51" idx="1"/>
          </p:cNvCxnSpPr>
          <p:nvPr/>
        </p:nvCxnSpPr>
        <p:spPr>
          <a:xfrm>
            <a:off x="3530599" y="7636116"/>
            <a:ext cx="339028" cy="1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2B3996E-944C-C0C5-0770-C3973FE1DD18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7435739" y="7636117"/>
            <a:ext cx="508484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D784FF5-1277-A054-8434-C5DA4D773B55}"/>
              </a:ext>
            </a:extLst>
          </p:cNvPr>
          <p:cNvCxnSpPr>
            <a:cxnSpLocks/>
            <a:stCxn id="51" idx="2"/>
            <a:endCxn id="65" idx="1"/>
          </p:cNvCxnSpPr>
          <p:nvPr/>
        </p:nvCxnSpPr>
        <p:spPr>
          <a:xfrm>
            <a:off x="5652683" y="7971044"/>
            <a:ext cx="738751" cy="5185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2F8B544-002A-2BC8-37E7-76ACA2289D5D}"/>
              </a:ext>
            </a:extLst>
          </p:cNvPr>
          <p:cNvCxnSpPr>
            <a:cxnSpLocks/>
            <a:stCxn id="53" idx="2"/>
            <a:endCxn id="65" idx="3"/>
          </p:cNvCxnSpPr>
          <p:nvPr/>
        </p:nvCxnSpPr>
        <p:spPr>
          <a:xfrm flipH="1">
            <a:off x="8988526" y="7971044"/>
            <a:ext cx="738753" cy="5185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1B086B7-3E47-9D43-1157-4C60140C039E}"/>
              </a:ext>
            </a:extLst>
          </p:cNvPr>
          <p:cNvSpPr>
            <a:spLocks/>
          </p:cNvSpPr>
          <p:nvPr/>
        </p:nvSpPr>
        <p:spPr>
          <a:xfrm>
            <a:off x="6608573" y="6487904"/>
            <a:ext cx="3118706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T2 </a:t>
            </a:r>
            <a:r>
              <a:rPr lang="vi-VN" sz="11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(ngày cuối sau 02 tháng can thiệp)</a:t>
            </a:r>
          </a:p>
          <a:p>
            <a:pPr algn="ctr"/>
            <a:r>
              <a:rPr lang="vi-VN" sz="1400" b="1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Phỏng vấn bộ câu hỏi</a:t>
            </a:r>
            <a:endParaRPr lang="vi-VN" sz="14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E7D21A-2F51-BA99-F57F-180B14168665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4878180" y="6036829"/>
            <a:ext cx="445503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E0634E-0707-CB3F-055B-587CB864D051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9727279" y="6702650"/>
            <a:ext cx="659002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06BB22-B562-6645-B298-D28279B629F5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9298002" y="6036829"/>
            <a:ext cx="1105552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DBDA185-76CC-B844-8696-3801EA15C94D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4878179" y="6702650"/>
            <a:ext cx="1730394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80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C84971-3C9A-4E5C-8287-0E67CA5478F7}"/>
              </a:ext>
            </a:extLst>
          </p:cNvPr>
          <p:cNvSpPr/>
          <p:nvPr/>
        </p:nvSpPr>
        <p:spPr>
          <a:xfrm>
            <a:off x="-291594" y="162857"/>
            <a:ext cx="755624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SÀNG LỌC 50 ĐỐI TƯỢNG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FFBE50-D744-455E-8FA1-D8AE4DEF7265}"/>
              </a:ext>
            </a:extLst>
          </p:cNvPr>
          <p:cNvSpPr/>
          <p:nvPr/>
        </p:nvSpPr>
        <p:spPr>
          <a:xfrm>
            <a:off x="-291594" y="1153458"/>
            <a:ext cx="755624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35 ĐỐI TƯỢNG ĐỦ ĐIỀU KIỆN THAM GIA NGHIÊN CỨU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6C1007-5224-4B46-A106-2F8E30F7A71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486526" y="592348"/>
            <a:ext cx="0" cy="5611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576551-7A77-4AA5-B3ED-F48D77C63626}"/>
              </a:ext>
            </a:extLst>
          </p:cNvPr>
          <p:cNvSpPr txBox="1"/>
          <p:nvPr/>
        </p:nvSpPr>
        <p:spPr>
          <a:xfrm>
            <a:off x="3486526" y="712734"/>
            <a:ext cx="3199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Loại trừ 15 đối tượng không đủ điều kiện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CEED22-2CC5-4181-9D71-5FE0CD15455F}"/>
              </a:ext>
            </a:extLst>
          </p:cNvPr>
          <p:cNvSpPr/>
          <p:nvPr/>
        </p:nvSpPr>
        <p:spPr>
          <a:xfrm>
            <a:off x="-291595" y="3134864"/>
            <a:ext cx="755624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 ĐỐI TƯỢNG UỐNG GLUCOSE LẦN 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CA5FFE-1405-4105-8020-FDE9FA79A268}"/>
              </a:ext>
            </a:extLst>
          </p:cNvPr>
          <p:cNvCxnSpPr>
            <a:cxnSpLocks/>
            <a:stCxn id="5" idx="2"/>
            <a:endCxn id="29" idx="0"/>
          </p:cNvCxnSpPr>
          <p:nvPr/>
        </p:nvCxnSpPr>
        <p:spPr>
          <a:xfrm>
            <a:off x="3486526" y="1582949"/>
            <a:ext cx="0" cy="5612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049E2D-C788-40F4-9567-43D4D8F1E456}"/>
              </a:ext>
            </a:extLst>
          </p:cNvPr>
          <p:cNvSpPr/>
          <p:nvPr/>
        </p:nvSpPr>
        <p:spPr>
          <a:xfrm>
            <a:off x="-291838" y="4781071"/>
            <a:ext cx="755624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 ĐỐI TƯỢNG UỐNG ANMUM MATERNA HƯƠNG VANI LẦN 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A7E428-59E9-47E3-98E6-7221A6CC53C8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3486282" y="3564355"/>
            <a:ext cx="243" cy="12167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BE8DD4C-78A7-4125-9569-3B01F492EECA}"/>
              </a:ext>
            </a:extLst>
          </p:cNvPr>
          <p:cNvSpPr/>
          <p:nvPr/>
        </p:nvSpPr>
        <p:spPr>
          <a:xfrm>
            <a:off x="-291835" y="6012374"/>
            <a:ext cx="755624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 ĐỐI TƯỢNG UỐNG ANMUM MATERNA KHÔNG THÊM ĐƯỜNG LẦN 1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B0B5991-1D11-4885-B01B-215FCDE6AE96}"/>
              </a:ext>
            </a:extLst>
          </p:cNvPr>
          <p:cNvCxnSpPr>
            <a:cxnSpLocks/>
            <a:stCxn id="15" idx="2"/>
            <a:endCxn id="24" idx="0"/>
          </p:cNvCxnSpPr>
          <p:nvPr/>
        </p:nvCxnSpPr>
        <p:spPr>
          <a:xfrm>
            <a:off x="3486282" y="5210562"/>
            <a:ext cx="3" cy="8018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321DD58-70BB-4CC0-8D19-766683C6890B}"/>
              </a:ext>
            </a:extLst>
          </p:cNvPr>
          <p:cNvSpPr/>
          <p:nvPr/>
        </p:nvSpPr>
        <p:spPr>
          <a:xfrm>
            <a:off x="-291836" y="7233700"/>
            <a:ext cx="755624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 ĐỐI TƯỢNG UỐNG GLUCOSE LẦN 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7239A9-B4B9-4935-89FB-86B4B52F89F5}"/>
              </a:ext>
            </a:extLst>
          </p:cNvPr>
          <p:cNvCxnSpPr>
            <a:cxnSpLocks/>
            <a:stCxn id="24" idx="2"/>
            <a:endCxn id="32" idx="0"/>
          </p:cNvCxnSpPr>
          <p:nvPr/>
        </p:nvCxnSpPr>
        <p:spPr>
          <a:xfrm flipH="1">
            <a:off x="3486284" y="6441865"/>
            <a:ext cx="1" cy="7918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4C61D9E-A82C-4635-92AE-06C37E92A7BD}"/>
              </a:ext>
            </a:extLst>
          </p:cNvPr>
          <p:cNvSpPr txBox="1"/>
          <p:nvPr/>
        </p:nvSpPr>
        <p:spPr>
          <a:xfrm>
            <a:off x="3486281" y="3711924"/>
            <a:ext cx="3199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3 đối tượng rút khỏi nghiên cứu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F0861FB-DA6E-4C86-B307-20F7158EC06C}"/>
              </a:ext>
            </a:extLst>
          </p:cNvPr>
          <p:cNvSpPr/>
          <p:nvPr/>
        </p:nvSpPr>
        <p:spPr>
          <a:xfrm>
            <a:off x="8186058" y="4072181"/>
            <a:ext cx="3352798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(17 đối tượng)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3E8ABC-77B0-44AC-B40A-77987C6E83F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486281" y="4286927"/>
            <a:ext cx="4699777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6DFD57B-F594-490E-A5E3-81BF0DF54BFE}"/>
              </a:ext>
            </a:extLst>
          </p:cNvPr>
          <p:cNvSpPr/>
          <p:nvPr/>
        </p:nvSpPr>
        <p:spPr>
          <a:xfrm>
            <a:off x="8186061" y="5365061"/>
            <a:ext cx="3352798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(17 đối tượng)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31446FC-C483-4F16-BF58-55DE11D4E077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3486284" y="5579807"/>
            <a:ext cx="4699777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AC7BBC1-A6E9-4C6F-9798-52F49BE6677A}"/>
              </a:ext>
            </a:extLst>
          </p:cNvPr>
          <p:cNvSpPr txBox="1"/>
          <p:nvPr/>
        </p:nvSpPr>
        <p:spPr>
          <a:xfrm>
            <a:off x="3486525" y="1704663"/>
            <a:ext cx="5218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Phổ biến quy trình NC, ký cam kết chấp thuận tham gia nghiên cứu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0B44B3C-1034-4134-BBDC-4ADC8A52CC07}"/>
              </a:ext>
            </a:extLst>
          </p:cNvPr>
          <p:cNvSpPr/>
          <p:nvPr/>
        </p:nvSpPr>
        <p:spPr>
          <a:xfrm>
            <a:off x="-291594" y="2144161"/>
            <a:ext cx="755624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 ĐỐI TƯỢNG ĐỒNG Ý THAM GIA VÀO NGHIÊN CỨU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5A5DE1E-E364-4B92-A65E-50BA661F587C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 flipH="1">
            <a:off x="3486525" y="2573652"/>
            <a:ext cx="1" cy="5612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3EFE981-00D3-49FE-9ED1-88518F5854E2}"/>
              </a:ext>
            </a:extLst>
          </p:cNvPr>
          <p:cNvSpPr/>
          <p:nvPr/>
        </p:nvSpPr>
        <p:spPr>
          <a:xfrm>
            <a:off x="8186060" y="6596043"/>
            <a:ext cx="3352798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(17 đối tượng)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455413-858E-46DC-9425-816CDDD892A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486283" y="6810789"/>
            <a:ext cx="4699777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15422E1-5D94-4415-B1E0-39E4ED4AB405}"/>
              </a:ext>
            </a:extLst>
          </p:cNvPr>
          <p:cNvSpPr/>
          <p:nvPr/>
        </p:nvSpPr>
        <p:spPr>
          <a:xfrm>
            <a:off x="8186059" y="7950732"/>
            <a:ext cx="3352798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(15 đối tượng)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206E128-FDE4-4C92-8E9E-A3F22D9BB720}"/>
              </a:ext>
            </a:extLst>
          </p:cNvPr>
          <p:cNvSpPr/>
          <p:nvPr/>
        </p:nvSpPr>
        <p:spPr>
          <a:xfrm>
            <a:off x="-291837" y="8606652"/>
            <a:ext cx="755624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 ĐỐI TƯỢNG UỐNG ANMUM MATERNA HƯƠNG VANI LẦN 2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8E3611-D1ED-4BEB-A2E6-43D090704AB4}"/>
              </a:ext>
            </a:extLst>
          </p:cNvPr>
          <p:cNvCxnSpPr>
            <a:cxnSpLocks/>
            <a:stCxn id="32" idx="2"/>
            <a:endCxn id="36" idx="0"/>
          </p:cNvCxnSpPr>
          <p:nvPr/>
        </p:nvCxnSpPr>
        <p:spPr>
          <a:xfrm flipH="1">
            <a:off x="3486283" y="7663191"/>
            <a:ext cx="1" cy="9434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851EEFA-9314-4EA4-AF7E-0E0E80E343CE}"/>
              </a:ext>
            </a:extLst>
          </p:cNvPr>
          <p:cNvSpPr/>
          <p:nvPr/>
        </p:nvSpPr>
        <p:spPr>
          <a:xfrm>
            <a:off x="-291839" y="9819384"/>
            <a:ext cx="755624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 ĐỐI TƯỢNG UỐNG ANMUM MATERNA KHÔNG THÊM ĐƯỜNG LẦN 2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1E1827-5245-482C-8EB0-67B6FA594817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 flipH="1">
            <a:off x="3486281" y="9036143"/>
            <a:ext cx="2" cy="783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20B3392-DE78-4277-BF93-59D1807C5660}"/>
              </a:ext>
            </a:extLst>
          </p:cNvPr>
          <p:cNvSpPr/>
          <p:nvPr/>
        </p:nvSpPr>
        <p:spPr>
          <a:xfrm>
            <a:off x="-291840" y="11000479"/>
            <a:ext cx="7556240" cy="4294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 ĐỐI TƯỢNG UỐNG GLUCOSE LẦN 3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6916FB5-6435-4A3A-8282-69E1BCB776D5}"/>
              </a:ext>
            </a:extLst>
          </p:cNvPr>
          <p:cNvCxnSpPr>
            <a:cxnSpLocks/>
            <a:stCxn id="44" idx="2"/>
            <a:endCxn id="46" idx="0"/>
          </p:cNvCxnSpPr>
          <p:nvPr/>
        </p:nvCxnSpPr>
        <p:spPr>
          <a:xfrm flipH="1">
            <a:off x="3486280" y="10248875"/>
            <a:ext cx="1" cy="7516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F712AE-659F-491B-840A-DF2E878D7C5E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3486283" y="8165478"/>
            <a:ext cx="4699776" cy="1752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D5EFACD-D9CC-410F-A192-CEFBA272554E}"/>
              </a:ext>
            </a:extLst>
          </p:cNvPr>
          <p:cNvSpPr/>
          <p:nvPr/>
        </p:nvSpPr>
        <p:spPr>
          <a:xfrm>
            <a:off x="8186057" y="9172071"/>
            <a:ext cx="3352798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(15 đối tượng)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B4052D5-3BE8-4CAB-922B-124E5D4B6B38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3486280" y="9386817"/>
            <a:ext cx="4699777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2C6427E-E4C5-43F4-8B60-B5C4FC1DCD3D}"/>
              </a:ext>
            </a:extLst>
          </p:cNvPr>
          <p:cNvSpPr/>
          <p:nvPr/>
        </p:nvSpPr>
        <p:spPr>
          <a:xfrm>
            <a:off x="8186056" y="10422103"/>
            <a:ext cx="3352798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(15 đối tượng)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A044A51-B19F-4FA4-80FE-4B0AEAEB7E7B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3486279" y="10636849"/>
            <a:ext cx="4699777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B9A07FC-9610-428E-8707-5D2019CC898A}"/>
              </a:ext>
            </a:extLst>
          </p:cNvPr>
          <p:cNvSpPr/>
          <p:nvPr/>
        </p:nvSpPr>
        <p:spPr>
          <a:xfrm>
            <a:off x="8186056" y="11707952"/>
            <a:ext cx="3352798" cy="429491"/>
          </a:xfrm>
          <a:prstGeom prst="round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Kết quả xét nghiệm (15 đối tượng)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31507CE7-8048-42E1-AB5F-986037D54BE2}"/>
              </a:ext>
            </a:extLst>
          </p:cNvPr>
          <p:cNvCxnSpPr>
            <a:cxnSpLocks/>
            <a:stCxn id="46" idx="2"/>
            <a:endCxn id="56" idx="1"/>
          </p:cNvCxnSpPr>
          <p:nvPr/>
        </p:nvCxnSpPr>
        <p:spPr>
          <a:xfrm rot="16200000" flipH="1">
            <a:off x="5589804" y="9326446"/>
            <a:ext cx="492728" cy="4699776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8670AC3-40C2-4CCF-BFD2-A112FE147CE9}"/>
              </a:ext>
            </a:extLst>
          </p:cNvPr>
          <p:cNvSpPr txBox="1"/>
          <p:nvPr/>
        </p:nvSpPr>
        <p:spPr>
          <a:xfrm>
            <a:off x="3486279" y="7857790"/>
            <a:ext cx="2609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2 đối tượng loại khỏi nghiên cứu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219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681</Words>
  <Application>Microsoft Office PowerPoint</Application>
  <PresentationFormat>Widescreen</PresentationFormat>
  <Paragraphs>77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Le</dc:creator>
  <cp:lastModifiedBy>Khanh Le</cp:lastModifiedBy>
  <cp:revision>1</cp:revision>
  <dcterms:created xsi:type="dcterms:W3CDTF">2021-11-01T07:46:31Z</dcterms:created>
  <dcterms:modified xsi:type="dcterms:W3CDTF">2024-07-19T08:56:39Z</dcterms:modified>
</cp:coreProperties>
</file>