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9" r:id="rId3"/>
    <p:sldMasterId id="2147483714" r:id="rId4"/>
    <p:sldMasterId id="2147483726" r:id="rId5"/>
  </p:sldMasterIdLst>
  <p:notesMasterIdLst>
    <p:notesMasterId r:id="rId52"/>
  </p:notesMasterIdLst>
  <p:sldIdLst>
    <p:sldId id="283" r:id="rId6"/>
    <p:sldId id="257" r:id="rId7"/>
    <p:sldId id="299" r:id="rId8"/>
    <p:sldId id="261" r:id="rId9"/>
    <p:sldId id="327" r:id="rId10"/>
    <p:sldId id="258" r:id="rId11"/>
    <p:sldId id="259" r:id="rId12"/>
    <p:sldId id="294" r:id="rId13"/>
    <p:sldId id="297" r:id="rId14"/>
    <p:sldId id="300" r:id="rId15"/>
    <p:sldId id="329" r:id="rId16"/>
    <p:sldId id="268" r:id="rId17"/>
    <p:sldId id="269" r:id="rId18"/>
    <p:sldId id="256" r:id="rId19"/>
    <p:sldId id="295" r:id="rId20"/>
    <p:sldId id="328" r:id="rId21"/>
    <p:sldId id="274" r:id="rId22"/>
    <p:sldId id="298" r:id="rId23"/>
    <p:sldId id="266" r:id="rId24"/>
    <p:sldId id="288" r:id="rId25"/>
    <p:sldId id="301" r:id="rId26"/>
    <p:sldId id="302" r:id="rId27"/>
    <p:sldId id="307" r:id="rId28"/>
    <p:sldId id="276" r:id="rId29"/>
    <p:sldId id="277" r:id="rId30"/>
    <p:sldId id="279" r:id="rId31"/>
    <p:sldId id="303" r:id="rId32"/>
    <p:sldId id="306" r:id="rId33"/>
    <p:sldId id="282" r:id="rId34"/>
    <p:sldId id="262" r:id="rId35"/>
    <p:sldId id="292" r:id="rId36"/>
    <p:sldId id="267" r:id="rId37"/>
    <p:sldId id="325" r:id="rId38"/>
    <p:sldId id="310" r:id="rId39"/>
    <p:sldId id="311" r:id="rId40"/>
    <p:sldId id="312" r:id="rId41"/>
    <p:sldId id="313" r:id="rId42"/>
    <p:sldId id="321" r:id="rId43"/>
    <p:sldId id="314" r:id="rId44"/>
    <p:sldId id="315" r:id="rId45"/>
    <p:sldId id="316" r:id="rId46"/>
    <p:sldId id="317" r:id="rId47"/>
    <p:sldId id="318" r:id="rId48"/>
    <p:sldId id="319" r:id="rId49"/>
    <p:sldId id="320" r:id="rId50"/>
    <p:sldId id="323" r:id="rId5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28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6CA6AB-8B8A-4DDA-AD98-38AB0066C88A}" v="2328" dt="2021-11-09T09:52:31.1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1061" autoAdjust="0"/>
  </p:normalViewPr>
  <p:slideViewPr>
    <p:cSldViewPr snapToGrid="0">
      <p:cViewPr varScale="1">
        <p:scale>
          <a:sx n="53" d="100"/>
          <a:sy n="53" d="100"/>
        </p:scale>
        <p:origin x="2314"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c Dao" userId="71d59247f24a97c6" providerId="LiveId" clId="{F7CF42AA-0196-4038-85DB-2FCE121086E0}"/>
    <pc:docChg chg="delSld modSld">
      <pc:chgData name="Ngoc Dao" userId="71d59247f24a97c6" providerId="LiveId" clId="{F7CF42AA-0196-4038-85DB-2FCE121086E0}" dt="2020-05-25T03:55:42.309" v="5" actId="207"/>
      <pc:docMkLst>
        <pc:docMk/>
      </pc:docMkLst>
      <pc:sldChg chg="del">
        <pc:chgData name="Ngoc Dao" userId="71d59247f24a97c6" providerId="LiveId" clId="{F7CF42AA-0196-4038-85DB-2FCE121086E0}" dt="2020-05-25T03:55:36.149" v="4" actId="2696"/>
        <pc:sldMkLst>
          <pc:docMk/>
          <pc:sldMk cId="4156015417" sldId="256"/>
        </pc:sldMkLst>
      </pc:sldChg>
      <pc:sldChg chg="modSp del mod">
        <pc:chgData name="Ngoc Dao" userId="71d59247f24a97c6" providerId="LiveId" clId="{F7CF42AA-0196-4038-85DB-2FCE121086E0}" dt="2020-05-25T03:55:42.309" v="5" actId="207"/>
        <pc:sldMkLst>
          <pc:docMk/>
          <pc:sldMk cId="3768123219" sldId="283"/>
        </pc:sldMkLst>
        <pc:spChg chg="mod">
          <ac:chgData name="Ngoc Dao" userId="71d59247f24a97c6" providerId="LiveId" clId="{F7CF42AA-0196-4038-85DB-2FCE121086E0}" dt="2020-05-25T03:55:42.309" v="5" actId="207"/>
          <ac:spMkLst>
            <pc:docMk/>
            <pc:sldMk cId="3768123219" sldId="283"/>
            <ac:spMk id="2" creationId="{00000000-0000-0000-0000-000000000000}"/>
          </ac:spMkLst>
        </pc:spChg>
      </pc:sldChg>
    </pc:docChg>
  </pc:docChgLst>
  <pc:docChgLst>
    <pc:chgData name="leminhkhanh@viam.vn" userId="bbb2d7388e46b6b1" providerId="LiveId" clId="{85FC98CB-247B-4A62-B250-2625C025C3CC}"/>
    <pc:docChg chg="custSel modSld">
      <pc:chgData name="leminhkhanh@viam.vn" userId="bbb2d7388e46b6b1" providerId="LiveId" clId="{85FC98CB-247B-4A62-B250-2625C025C3CC}" dt="2020-05-25T07:21:16.723" v="144" actId="14100"/>
      <pc:docMkLst>
        <pc:docMk/>
      </pc:docMkLst>
      <pc:sldChg chg="modSp mod">
        <pc:chgData name="leminhkhanh@viam.vn" userId="bbb2d7388e46b6b1" providerId="LiveId" clId="{85FC98CB-247B-4A62-B250-2625C025C3CC}" dt="2020-05-25T07:21:16.723" v="144" actId="14100"/>
        <pc:sldMkLst>
          <pc:docMk/>
          <pc:sldMk cId="883242560" sldId="258"/>
        </pc:sldMkLst>
        <pc:picChg chg="mod">
          <ac:chgData name="leminhkhanh@viam.vn" userId="bbb2d7388e46b6b1" providerId="LiveId" clId="{85FC98CB-247B-4A62-B250-2625C025C3CC}" dt="2020-05-25T07:21:16.723" v="144" actId="14100"/>
          <ac:picMkLst>
            <pc:docMk/>
            <pc:sldMk cId="883242560" sldId="258"/>
            <ac:picMk id="4" creationId="{00000000-0000-0000-0000-000000000000}"/>
          </ac:picMkLst>
        </pc:picChg>
      </pc:sldChg>
      <pc:sldChg chg="addSp delSp modSp mod modNotesTx">
        <pc:chgData name="leminhkhanh@viam.vn" userId="bbb2d7388e46b6b1" providerId="LiveId" clId="{85FC98CB-247B-4A62-B250-2625C025C3CC}" dt="2020-05-25T07:20:16.269" v="142" actId="14100"/>
        <pc:sldMkLst>
          <pc:docMk/>
          <pc:sldMk cId="3219242147" sldId="259"/>
        </pc:sldMkLst>
        <pc:spChg chg="add del mod">
          <ac:chgData name="leminhkhanh@viam.vn" userId="bbb2d7388e46b6b1" providerId="LiveId" clId="{85FC98CB-247B-4A62-B250-2625C025C3CC}" dt="2020-05-25T07:19:52.681" v="136" actId="931"/>
          <ac:spMkLst>
            <pc:docMk/>
            <pc:sldMk cId="3219242147" sldId="259"/>
            <ac:spMk id="3" creationId="{A51A5A50-98B1-4BF6-804A-4770A765727D}"/>
          </ac:spMkLst>
        </pc:spChg>
        <pc:picChg chg="del mod">
          <ac:chgData name="leminhkhanh@viam.vn" userId="bbb2d7388e46b6b1" providerId="LiveId" clId="{85FC98CB-247B-4A62-B250-2625C025C3CC}" dt="2020-05-25T07:19:44.723" v="135" actId="478"/>
          <ac:picMkLst>
            <pc:docMk/>
            <pc:sldMk cId="3219242147" sldId="259"/>
            <ac:picMk id="5" creationId="{00000000-0000-0000-0000-000000000000}"/>
          </ac:picMkLst>
        </pc:picChg>
        <pc:picChg chg="add mod">
          <ac:chgData name="leminhkhanh@viam.vn" userId="bbb2d7388e46b6b1" providerId="LiveId" clId="{85FC98CB-247B-4A62-B250-2625C025C3CC}" dt="2020-05-25T07:20:16.269" v="142" actId="14100"/>
          <ac:picMkLst>
            <pc:docMk/>
            <pc:sldMk cId="3219242147" sldId="259"/>
            <ac:picMk id="7" creationId="{6C8BB039-F4BA-4DE6-88F0-C27FA1D70C03}"/>
          </ac:picMkLst>
        </pc:picChg>
      </pc:sldChg>
    </pc:docChg>
  </pc:docChgLst>
  <pc:docChgLst>
    <pc:chgData name="Khanh Le" userId="bbb2d7388e46b6b1" providerId="LiveId" clId="{087C23D3-C7F6-404F-ABF4-3DBD0CACF754}"/>
    <pc:docChg chg="undo redo custSel addSld delSld modSld">
      <pc:chgData name="Khanh Le" userId="bbb2d7388e46b6b1" providerId="LiveId" clId="{087C23D3-C7F6-404F-ABF4-3DBD0CACF754}" dt="2021-11-10T01:54:35.532" v="8906"/>
      <pc:docMkLst>
        <pc:docMk/>
      </pc:docMkLst>
      <pc:sldChg chg="addSp delSp modSp add mod modNotesTx">
        <pc:chgData name="Khanh Le" userId="bbb2d7388e46b6b1" providerId="LiveId" clId="{087C23D3-C7F6-404F-ABF4-3DBD0CACF754}" dt="2021-11-09T16:47:03.316" v="8809" actId="6549"/>
        <pc:sldMkLst>
          <pc:docMk/>
          <pc:sldMk cId="1608750514" sldId="256"/>
        </pc:sldMkLst>
        <pc:spChg chg="del mod">
          <ac:chgData name="Khanh Le" userId="bbb2d7388e46b6b1" providerId="LiveId" clId="{087C23D3-C7F6-404F-ABF4-3DBD0CACF754}" dt="2021-11-08T07:21:04.820" v="6880" actId="478"/>
          <ac:spMkLst>
            <pc:docMk/>
            <pc:sldMk cId="1608750514" sldId="256"/>
            <ac:spMk id="4" creationId="{03C84971-3C9A-4E5C-8287-0E67CA5478F7}"/>
          </ac:spMkLst>
        </pc:spChg>
        <pc:spChg chg="del mod">
          <ac:chgData name="Khanh Le" userId="bbb2d7388e46b6b1" providerId="LiveId" clId="{087C23D3-C7F6-404F-ABF4-3DBD0CACF754}" dt="2021-11-08T07:21:04.820" v="6880" actId="478"/>
          <ac:spMkLst>
            <pc:docMk/>
            <pc:sldMk cId="1608750514" sldId="256"/>
            <ac:spMk id="5" creationId="{C6FFBE50-D744-455E-8FA1-D8AE4DEF7265}"/>
          </ac:spMkLst>
        </pc:spChg>
        <pc:spChg chg="del mod">
          <ac:chgData name="Khanh Le" userId="bbb2d7388e46b6b1" providerId="LiveId" clId="{087C23D3-C7F6-404F-ABF4-3DBD0CACF754}" dt="2021-11-08T07:21:04.820" v="6880" actId="478"/>
          <ac:spMkLst>
            <pc:docMk/>
            <pc:sldMk cId="1608750514" sldId="256"/>
            <ac:spMk id="8" creationId="{6A576551-7A77-4AA5-B3ED-F48D77C63626}"/>
          </ac:spMkLst>
        </pc:spChg>
        <pc:spChg chg="del mod">
          <ac:chgData name="Khanh Le" userId="bbb2d7388e46b6b1" providerId="LiveId" clId="{087C23D3-C7F6-404F-ABF4-3DBD0CACF754}" dt="2021-11-08T07:21:04.820" v="6880" actId="478"/>
          <ac:spMkLst>
            <pc:docMk/>
            <pc:sldMk cId="1608750514" sldId="256"/>
            <ac:spMk id="11" creationId="{26CEED22-2CC5-4181-9D71-5FE0CD15455F}"/>
          </ac:spMkLst>
        </pc:spChg>
        <pc:spChg chg="del mod">
          <ac:chgData name="Khanh Le" userId="bbb2d7388e46b6b1" providerId="LiveId" clId="{087C23D3-C7F6-404F-ABF4-3DBD0CACF754}" dt="2021-11-08T07:21:04.820" v="6880" actId="478"/>
          <ac:spMkLst>
            <pc:docMk/>
            <pc:sldMk cId="1608750514" sldId="256"/>
            <ac:spMk id="15" creationId="{A4049E2D-C788-40F4-9567-43D4D8F1E456}"/>
          </ac:spMkLst>
        </pc:spChg>
        <pc:spChg chg="del mod">
          <ac:chgData name="Khanh Le" userId="bbb2d7388e46b6b1" providerId="LiveId" clId="{087C23D3-C7F6-404F-ABF4-3DBD0CACF754}" dt="2021-11-08T07:21:04.820" v="6880" actId="478"/>
          <ac:spMkLst>
            <pc:docMk/>
            <pc:sldMk cId="1608750514" sldId="256"/>
            <ac:spMk id="24" creationId="{EBE8DD4C-78A7-4125-9569-3B01F492EECA}"/>
          </ac:spMkLst>
        </pc:spChg>
        <pc:spChg chg="del mod">
          <ac:chgData name="Khanh Le" userId="bbb2d7388e46b6b1" providerId="LiveId" clId="{087C23D3-C7F6-404F-ABF4-3DBD0CACF754}" dt="2021-11-08T07:21:04.820" v="6880" actId="478"/>
          <ac:spMkLst>
            <pc:docMk/>
            <pc:sldMk cId="1608750514" sldId="256"/>
            <ac:spMk id="32" creationId="{7321DD58-70BB-4CC0-8D19-766683C6890B}"/>
          </ac:spMkLst>
        </pc:spChg>
        <pc:spChg chg="del mod">
          <ac:chgData name="Khanh Le" userId="bbb2d7388e46b6b1" providerId="LiveId" clId="{087C23D3-C7F6-404F-ABF4-3DBD0CACF754}" dt="2021-11-08T07:21:04.820" v="6880" actId="478"/>
          <ac:spMkLst>
            <pc:docMk/>
            <pc:sldMk cId="1608750514" sldId="256"/>
            <ac:spMk id="34" creationId="{A6B9EE1E-69AA-4C11-80AE-D1CB7DD7B1CC}"/>
          </ac:spMkLst>
        </pc:spChg>
        <pc:spChg chg="del mod">
          <ac:chgData name="Khanh Le" userId="bbb2d7388e46b6b1" providerId="LiveId" clId="{087C23D3-C7F6-404F-ABF4-3DBD0CACF754}" dt="2021-11-08T07:21:04.820" v="6880" actId="478"/>
          <ac:spMkLst>
            <pc:docMk/>
            <pc:sldMk cId="1608750514" sldId="256"/>
            <ac:spMk id="36" creationId="{43351D47-0765-46BD-A502-007FD488C736}"/>
          </ac:spMkLst>
        </pc:spChg>
        <pc:spChg chg="add del mod">
          <ac:chgData name="Khanh Le" userId="bbb2d7388e46b6b1" providerId="LiveId" clId="{087C23D3-C7F6-404F-ABF4-3DBD0CACF754}" dt="2021-11-08T07:21:04.820" v="6880" actId="478"/>
          <ac:spMkLst>
            <pc:docMk/>
            <pc:sldMk cId="1608750514" sldId="256"/>
            <ac:spMk id="38" creationId="{27822A57-578C-4444-BBB1-5F736D44E024}"/>
          </ac:spMkLst>
        </pc:spChg>
        <pc:spChg chg="add mod">
          <ac:chgData name="Khanh Le" userId="bbb2d7388e46b6b1" providerId="LiveId" clId="{087C23D3-C7F6-404F-ABF4-3DBD0CACF754}" dt="2021-11-08T08:15:46.617" v="6927" actId="1076"/>
          <ac:spMkLst>
            <pc:docMk/>
            <pc:sldMk cId="1608750514" sldId="256"/>
            <ac:spMk id="39" creationId="{0F6A64DC-81C5-4B6E-9CFE-027561DA83E2}"/>
          </ac:spMkLst>
        </pc:spChg>
        <pc:spChg chg="add mod">
          <ac:chgData name="Khanh Le" userId="bbb2d7388e46b6b1" providerId="LiveId" clId="{087C23D3-C7F6-404F-ABF4-3DBD0CACF754}" dt="2021-11-08T08:26:47.488" v="7198" actId="2711"/>
          <ac:spMkLst>
            <pc:docMk/>
            <pc:sldMk cId="1608750514" sldId="256"/>
            <ac:spMk id="40" creationId="{5726B310-42DE-4DD3-A26C-05A0C3FDC69B}"/>
          </ac:spMkLst>
        </pc:spChg>
        <pc:spChg chg="del mod">
          <ac:chgData name="Khanh Le" userId="bbb2d7388e46b6b1" providerId="LiveId" clId="{087C23D3-C7F6-404F-ABF4-3DBD0CACF754}" dt="2021-11-08T07:21:04.820" v="6880" actId="478"/>
          <ac:spMkLst>
            <pc:docMk/>
            <pc:sldMk cId="1608750514" sldId="256"/>
            <ac:spMk id="45" creationId="{0E35E8DE-2CEF-436B-8AA9-CE98FEF33454}"/>
          </ac:spMkLst>
        </pc:spChg>
        <pc:spChg chg="del mod">
          <ac:chgData name="Khanh Le" userId="bbb2d7388e46b6b1" providerId="LiveId" clId="{087C23D3-C7F6-404F-ABF4-3DBD0CACF754}" dt="2021-11-08T07:21:04.820" v="6880" actId="478"/>
          <ac:spMkLst>
            <pc:docMk/>
            <pc:sldMk cId="1608750514" sldId="256"/>
            <ac:spMk id="46" creationId="{234B7E02-11A8-4453-8DB2-0610AEBD78B5}"/>
          </ac:spMkLst>
        </pc:spChg>
        <pc:spChg chg="del mod">
          <ac:chgData name="Khanh Le" userId="bbb2d7388e46b6b1" providerId="LiveId" clId="{087C23D3-C7F6-404F-ABF4-3DBD0CACF754}" dt="2021-11-08T07:21:04.820" v="6880" actId="478"/>
          <ac:spMkLst>
            <pc:docMk/>
            <pc:sldMk cId="1608750514" sldId="256"/>
            <ac:spMk id="47" creationId="{544F02FD-DE9F-4EBA-89BA-E4DC3E1FCA03}"/>
          </ac:spMkLst>
        </pc:spChg>
        <pc:spChg chg="del mod">
          <ac:chgData name="Khanh Le" userId="bbb2d7388e46b6b1" providerId="LiveId" clId="{087C23D3-C7F6-404F-ABF4-3DBD0CACF754}" dt="2021-11-08T07:21:04.820" v="6880" actId="478"/>
          <ac:spMkLst>
            <pc:docMk/>
            <pc:sldMk cId="1608750514" sldId="256"/>
            <ac:spMk id="48" creationId="{A2D13FF8-071A-494F-8024-F14C9534A7B8}"/>
          </ac:spMkLst>
        </pc:spChg>
        <pc:spChg chg="del mod">
          <ac:chgData name="Khanh Le" userId="bbb2d7388e46b6b1" providerId="LiveId" clId="{087C23D3-C7F6-404F-ABF4-3DBD0CACF754}" dt="2021-11-08T07:21:04.820" v="6880" actId="478"/>
          <ac:spMkLst>
            <pc:docMk/>
            <pc:sldMk cId="1608750514" sldId="256"/>
            <ac:spMk id="49" creationId="{0F61DE23-BA46-4EBF-9293-C0E9D64BECD4}"/>
          </ac:spMkLst>
        </pc:spChg>
        <pc:spChg chg="del mod">
          <ac:chgData name="Khanh Le" userId="bbb2d7388e46b6b1" providerId="LiveId" clId="{087C23D3-C7F6-404F-ABF4-3DBD0CACF754}" dt="2021-11-08T07:21:04.820" v="6880" actId="478"/>
          <ac:spMkLst>
            <pc:docMk/>
            <pc:sldMk cId="1608750514" sldId="256"/>
            <ac:spMk id="50" creationId="{3CCA2B14-CD45-4B7A-A486-DF75CD87C077}"/>
          </ac:spMkLst>
        </pc:spChg>
        <pc:spChg chg="del mod">
          <ac:chgData name="Khanh Le" userId="bbb2d7388e46b6b1" providerId="LiveId" clId="{087C23D3-C7F6-404F-ABF4-3DBD0CACF754}" dt="2021-11-08T07:21:04.820" v="6880" actId="478"/>
          <ac:spMkLst>
            <pc:docMk/>
            <pc:sldMk cId="1608750514" sldId="256"/>
            <ac:spMk id="51" creationId="{3AE01467-BF45-4468-B942-31B3BDD28ED7}"/>
          </ac:spMkLst>
        </pc:spChg>
        <pc:picChg chg="add del mod">
          <ac:chgData name="Khanh Le" userId="bbb2d7388e46b6b1" providerId="LiveId" clId="{087C23D3-C7F6-404F-ABF4-3DBD0CACF754}" dt="2021-11-08T08:24:09.221" v="7158" actId="21"/>
          <ac:picMkLst>
            <pc:docMk/>
            <pc:sldMk cId="1608750514" sldId="256"/>
            <ac:picMk id="3" creationId="{5EA311E5-7E96-4F36-8C91-5852E9E0C2EF}"/>
          </ac:picMkLst>
        </pc:picChg>
        <pc:picChg chg="add mod">
          <ac:chgData name="Khanh Le" userId="bbb2d7388e46b6b1" providerId="LiveId" clId="{087C23D3-C7F6-404F-ABF4-3DBD0CACF754}" dt="2021-11-08T08:26:58.108" v="7201" actId="1076"/>
          <ac:picMkLst>
            <pc:docMk/>
            <pc:sldMk cId="1608750514" sldId="256"/>
            <ac:picMk id="9" creationId="{8533B89B-9A49-429F-B2FD-56C000541900}"/>
          </ac:picMkLst>
        </pc:picChg>
        <pc:cxnChg chg="del mod">
          <ac:chgData name="Khanh Le" userId="bbb2d7388e46b6b1" providerId="LiveId" clId="{087C23D3-C7F6-404F-ABF4-3DBD0CACF754}" dt="2021-11-08T07:21:04.820" v="6880" actId="478"/>
          <ac:cxnSpMkLst>
            <pc:docMk/>
            <pc:sldMk cId="1608750514" sldId="256"/>
            <ac:cxnSpMk id="7" creationId="{426C1007-5224-4B46-A106-2F8E30F7A71A}"/>
          </ac:cxnSpMkLst>
        </pc:cxnChg>
        <pc:cxnChg chg="del mod">
          <ac:chgData name="Khanh Le" userId="bbb2d7388e46b6b1" providerId="LiveId" clId="{087C23D3-C7F6-404F-ABF4-3DBD0CACF754}" dt="2021-11-08T07:21:04.820" v="6880" actId="478"/>
          <ac:cxnSpMkLst>
            <pc:docMk/>
            <pc:sldMk cId="1608750514" sldId="256"/>
            <ac:cxnSpMk id="12" creationId="{49CA5FFE-1405-4105-8020-FDE9FA79A268}"/>
          </ac:cxnSpMkLst>
        </pc:cxnChg>
        <pc:cxnChg chg="del mod">
          <ac:chgData name="Khanh Le" userId="bbb2d7388e46b6b1" providerId="LiveId" clId="{087C23D3-C7F6-404F-ABF4-3DBD0CACF754}" dt="2021-11-08T07:21:04.820" v="6880" actId="478"/>
          <ac:cxnSpMkLst>
            <pc:docMk/>
            <pc:sldMk cId="1608750514" sldId="256"/>
            <ac:cxnSpMk id="16" creationId="{8EA7E428-59E9-47E3-98E6-7221A6CC53C8}"/>
          </ac:cxnSpMkLst>
        </pc:cxnChg>
        <pc:cxnChg chg="del mod">
          <ac:chgData name="Khanh Le" userId="bbb2d7388e46b6b1" providerId="LiveId" clId="{087C23D3-C7F6-404F-ABF4-3DBD0CACF754}" dt="2021-11-08T07:21:04.820" v="6880" actId="478"/>
          <ac:cxnSpMkLst>
            <pc:docMk/>
            <pc:sldMk cId="1608750514" sldId="256"/>
            <ac:cxnSpMk id="25" creationId="{CB0B5991-1D11-4885-B01B-215FCDE6AE96}"/>
          </ac:cxnSpMkLst>
        </pc:cxnChg>
        <pc:cxnChg chg="del mod">
          <ac:chgData name="Khanh Le" userId="bbb2d7388e46b6b1" providerId="LiveId" clId="{087C23D3-C7F6-404F-ABF4-3DBD0CACF754}" dt="2021-11-08T07:21:04.820" v="6880" actId="478"/>
          <ac:cxnSpMkLst>
            <pc:docMk/>
            <pc:sldMk cId="1608750514" sldId="256"/>
            <ac:cxnSpMk id="33" creationId="{6C7239A9-B4B9-4935-89FB-86B4B52F89F5}"/>
          </ac:cxnSpMkLst>
        </pc:cxnChg>
        <pc:cxnChg chg="del mod">
          <ac:chgData name="Khanh Le" userId="bbb2d7388e46b6b1" providerId="LiveId" clId="{087C23D3-C7F6-404F-ABF4-3DBD0CACF754}" dt="2021-11-08T07:21:04.820" v="6880" actId="478"/>
          <ac:cxnSpMkLst>
            <pc:docMk/>
            <pc:sldMk cId="1608750514" sldId="256"/>
            <ac:cxnSpMk id="35" creationId="{6770734B-74D0-40FF-9F7C-6EA068CD738E}"/>
          </ac:cxnSpMkLst>
        </pc:cxnChg>
        <pc:cxnChg chg="del mod">
          <ac:chgData name="Khanh Le" userId="bbb2d7388e46b6b1" providerId="LiveId" clId="{087C23D3-C7F6-404F-ABF4-3DBD0CACF754}" dt="2021-11-08T07:21:04.820" v="6880" actId="478"/>
          <ac:cxnSpMkLst>
            <pc:docMk/>
            <pc:sldMk cId="1608750514" sldId="256"/>
            <ac:cxnSpMk id="37" creationId="{88751040-884A-49C3-9F60-64877334ABFD}"/>
          </ac:cxnSpMkLst>
        </pc:cxnChg>
        <pc:cxnChg chg="del mod">
          <ac:chgData name="Khanh Le" userId="bbb2d7388e46b6b1" providerId="LiveId" clId="{087C23D3-C7F6-404F-ABF4-3DBD0CACF754}" dt="2021-11-08T07:21:04.820" v="6880" actId="478"/>
          <ac:cxnSpMkLst>
            <pc:docMk/>
            <pc:sldMk cId="1608750514" sldId="256"/>
            <ac:cxnSpMk id="53" creationId="{89441D32-4A12-4F6D-B074-1A9DF069BAEA}"/>
          </ac:cxnSpMkLst>
        </pc:cxnChg>
        <pc:cxnChg chg="del mod">
          <ac:chgData name="Khanh Le" userId="bbb2d7388e46b6b1" providerId="LiveId" clId="{087C23D3-C7F6-404F-ABF4-3DBD0CACF754}" dt="2021-11-08T07:21:04.820" v="6880" actId="478"/>
          <ac:cxnSpMkLst>
            <pc:docMk/>
            <pc:sldMk cId="1608750514" sldId="256"/>
            <ac:cxnSpMk id="56" creationId="{9E6D49F2-097F-4B63-86E3-DE3387B46D64}"/>
          </ac:cxnSpMkLst>
        </pc:cxnChg>
        <pc:cxnChg chg="del mod">
          <ac:chgData name="Khanh Le" userId="bbb2d7388e46b6b1" providerId="LiveId" clId="{087C23D3-C7F6-404F-ABF4-3DBD0CACF754}" dt="2021-11-08T07:21:04.820" v="6880" actId="478"/>
          <ac:cxnSpMkLst>
            <pc:docMk/>
            <pc:sldMk cId="1608750514" sldId="256"/>
            <ac:cxnSpMk id="59" creationId="{E597181B-1830-48BC-ABDE-1C3287A7DDA4}"/>
          </ac:cxnSpMkLst>
        </pc:cxnChg>
        <pc:cxnChg chg="del mod">
          <ac:chgData name="Khanh Le" userId="bbb2d7388e46b6b1" providerId="LiveId" clId="{087C23D3-C7F6-404F-ABF4-3DBD0CACF754}" dt="2021-11-08T07:21:04.820" v="6880" actId="478"/>
          <ac:cxnSpMkLst>
            <pc:docMk/>
            <pc:sldMk cId="1608750514" sldId="256"/>
            <ac:cxnSpMk id="63" creationId="{B5653478-FC94-47FE-93B5-301BEBAEB6B8}"/>
          </ac:cxnSpMkLst>
        </pc:cxnChg>
        <pc:cxnChg chg="del mod">
          <ac:chgData name="Khanh Le" userId="bbb2d7388e46b6b1" providerId="LiveId" clId="{087C23D3-C7F6-404F-ABF4-3DBD0CACF754}" dt="2021-11-08T07:21:04.820" v="6880" actId="478"/>
          <ac:cxnSpMkLst>
            <pc:docMk/>
            <pc:sldMk cId="1608750514" sldId="256"/>
            <ac:cxnSpMk id="66" creationId="{986A2360-462A-454B-829C-F24DD71BE19A}"/>
          </ac:cxnSpMkLst>
        </pc:cxnChg>
        <pc:cxnChg chg="del mod">
          <ac:chgData name="Khanh Le" userId="bbb2d7388e46b6b1" providerId="LiveId" clId="{087C23D3-C7F6-404F-ABF4-3DBD0CACF754}" dt="2021-11-08T07:21:04.820" v="6880" actId="478"/>
          <ac:cxnSpMkLst>
            <pc:docMk/>
            <pc:sldMk cId="1608750514" sldId="256"/>
            <ac:cxnSpMk id="69" creationId="{029F693B-1035-4FB2-89FD-75C30DFB5192}"/>
          </ac:cxnSpMkLst>
        </pc:cxnChg>
        <pc:cxnChg chg="del mod">
          <ac:chgData name="Khanh Le" userId="bbb2d7388e46b6b1" providerId="LiveId" clId="{087C23D3-C7F6-404F-ABF4-3DBD0CACF754}" dt="2021-11-08T07:21:04.820" v="6880" actId="478"/>
          <ac:cxnSpMkLst>
            <pc:docMk/>
            <pc:sldMk cId="1608750514" sldId="256"/>
            <ac:cxnSpMk id="72" creationId="{D85F6B8A-EE60-438B-9E5F-D9073E748A0C}"/>
          </ac:cxnSpMkLst>
        </pc:cxnChg>
      </pc:sldChg>
      <pc:sldChg chg="modSp">
        <pc:chgData name="Khanh Le" userId="bbb2d7388e46b6b1" providerId="LiveId" clId="{087C23D3-C7F6-404F-ABF4-3DBD0CACF754}" dt="2021-11-09T16:19:06.541" v="8764" actId="478"/>
        <pc:sldMkLst>
          <pc:docMk/>
          <pc:sldMk cId="3840875554" sldId="257"/>
        </pc:sldMkLst>
        <pc:graphicFrameChg chg="mod">
          <ac:chgData name="Khanh Le" userId="bbb2d7388e46b6b1" providerId="LiveId" clId="{087C23D3-C7F6-404F-ABF4-3DBD0CACF754}" dt="2021-11-09T16:19:06.541" v="8764" actId="478"/>
          <ac:graphicFrameMkLst>
            <pc:docMk/>
            <pc:sldMk cId="3840875554" sldId="257"/>
            <ac:graphicFrameMk id="4" creationId="{00000000-0000-0000-0000-000000000000}"/>
          </ac:graphicFrameMkLst>
        </pc:graphicFrameChg>
      </pc:sldChg>
      <pc:sldChg chg="addSp delSp modSp mod modNotesTx">
        <pc:chgData name="Khanh Le" userId="bbb2d7388e46b6b1" providerId="LiveId" clId="{087C23D3-C7F6-404F-ABF4-3DBD0CACF754}" dt="2021-11-08T01:55:31.314" v="1047" actId="6549"/>
        <pc:sldMkLst>
          <pc:docMk/>
          <pc:sldMk cId="883242560" sldId="258"/>
        </pc:sldMkLst>
        <pc:spChg chg="add del mod">
          <ac:chgData name="Khanh Le" userId="bbb2d7388e46b6b1" providerId="LiveId" clId="{087C23D3-C7F6-404F-ABF4-3DBD0CACF754}" dt="2021-11-04T04:26:37.034" v="492" actId="478"/>
          <ac:spMkLst>
            <pc:docMk/>
            <pc:sldMk cId="883242560" sldId="258"/>
            <ac:spMk id="5" creationId="{E63A1B0D-A156-4CB0-AC2E-3E30A1595215}"/>
          </ac:spMkLst>
        </pc:spChg>
        <pc:picChg chg="del">
          <ac:chgData name="Khanh Le" userId="bbb2d7388e46b6b1" providerId="LiveId" clId="{087C23D3-C7F6-404F-ABF4-3DBD0CACF754}" dt="2021-11-04T04:26:35.548" v="491" actId="478"/>
          <ac:picMkLst>
            <pc:docMk/>
            <pc:sldMk cId="883242560" sldId="258"/>
            <ac:picMk id="4" creationId="{00000000-0000-0000-0000-000000000000}"/>
          </ac:picMkLst>
        </pc:picChg>
      </pc:sldChg>
      <pc:sldChg chg="addSp delSp modSp mod modNotesTx">
        <pc:chgData name="Khanh Le" userId="bbb2d7388e46b6b1" providerId="LiveId" clId="{087C23D3-C7F6-404F-ABF4-3DBD0CACF754}" dt="2021-11-04T09:32:02.528" v="574" actId="478"/>
        <pc:sldMkLst>
          <pc:docMk/>
          <pc:sldMk cId="3219242147" sldId="259"/>
        </pc:sldMkLst>
        <pc:spChg chg="add del mod">
          <ac:chgData name="Khanh Le" userId="bbb2d7388e46b6b1" providerId="LiveId" clId="{087C23D3-C7F6-404F-ABF4-3DBD0CACF754}" dt="2021-11-04T09:32:02.528" v="574" actId="478"/>
          <ac:spMkLst>
            <pc:docMk/>
            <pc:sldMk cId="3219242147" sldId="259"/>
            <ac:spMk id="3" creationId="{F84EF126-1461-4F27-9CB0-222C71238512}"/>
          </ac:spMkLst>
        </pc:spChg>
        <pc:picChg chg="del">
          <ac:chgData name="Khanh Le" userId="bbb2d7388e46b6b1" providerId="LiveId" clId="{087C23D3-C7F6-404F-ABF4-3DBD0CACF754}" dt="2021-11-04T09:32:00.685" v="573" actId="478"/>
          <ac:picMkLst>
            <pc:docMk/>
            <pc:sldMk cId="3219242147" sldId="259"/>
            <ac:picMk id="7" creationId="{6C8BB039-F4BA-4DE6-88F0-C27FA1D70C03}"/>
          </ac:picMkLst>
        </pc:picChg>
      </pc:sldChg>
      <pc:sldChg chg="addSp delSp modSp mod modNotesTx">
        <pc:chgData name="Khanh Le" userId="bbb2d7388e46b6b1" providerId="LiveId" clId="{087C23D3-C7F6-404F-ABF4-3DBD0CACF754}" dt="2021-11-04T09:36:34.058" v="587" actId="20577"/>
        <pc:sldMkLst>
          <pc:docMk/>
          <pc:sldMk cId="1477682163" sldId="260"/>
        </pc:sldMkLst>
        <pc:spChg chg="del">
          <ac:chgData name="Khanh Le" userId="bbb2d7388e46b6b1" providerId="LiveId" clId="{087C23D3-C7F6-404F-ABF4-3DBD0CACF754}" dt="2021-11-04T04:21:02.745" v="393" actId="478"/>
          <ac:spMkLst>
            <pc:docMk/>
            <pc:sldMk cId="1477682163" sldId="260"/>
            <ac:spMk id="2" creationId="{00000000-0000-0000-0000-000000000000}"/>
          </ac:spMkLst>
        </pc:spChg>
        <pc:spChg chg="add del mod">
          <ac:chgData name="Khanh Le" userId="bbb2d7388e46b6b1" providerId="LiveId" clId="{087C23D3-C7F6-404F-ABF4-3DBD0CACF754}" dt="2021-11-04T04:21:04.891" v="394" actId="478"/>
          <ac:spMkLst>
            <pc:docMk/>
            <pc:sldMk cId="1477682163" sldId="260"/>
            <ac:spMk id="5" creationId="{49ACF234-AE6E-46EA-BFFB-0655E4163599}"/>
          </ac:spMkLst>
        </pc:spChg>
        <pc:spChg chg="add del mod">
          <ac:chgData name="Khanh Le" userId="bbb2d7388e46b6b1" providerId="LiveId" clId="{087C23D3-C7F6-404F-ABF4-3DBD0CACF754}" dt="2021-11-04T04:22:09.263" v="425" actId="478"/>
          <ac:spMkLst>
            <pc:docMk/>
            <pc:sldMk cId="1477682163" sldId="260"/>
            <ac:spMk id="7" creationId="{B9F4E431-3AFE-4785-88DD-7AB93DA19FE7}"/>
          </ac:spMkLst>
        </pc:spChg>
        <pc:spChg chg="add del">
          <ac:chgData name="Khanh Le" userId="bbb2d7388e46b6b1" providerId="LiveId" clId="{087C23D3-C7F6-404F-ABF4-3DBD0CACF754}" dt="2021-11-04T04:22:38.281" v="427" actId="478"/>
          <ac:spMkLst>
            <pc:docMk/>
            <pc:sldMk cId="1477682163" sldId="260"/>
            <ac:spMk id="8" creationId="{65481DB6-6CA9-452E-976D-502B65FB06B4}"/>
          </ac:spMkLst>
        </pc:spChg>
        <pc:spChg chg="add mod">
          <ac:chgData name="Khanh Le" userId="bbb2d7388e46b6b1" providerId="LiveId" clId="{087C23D3-C7F6-404F-ABF4-3DBD0CACF754}" dt="2021-11-04T04:26:00.662" v="490" actId="1582"/>
          <ac:spMkLst>
            <pc:docMk/>
            <pc:sldMk cId="1477682163" sldId="260"/>
            <ac:spMk id="9" creationId="{8CA230C6-FD53-4E94-B846-CB9F8B994E0B}"/>
          </ac:spMkLst>
        </pc:spChg>
        <pc:graphicFrameChg chg="del mod modGraphic">
          <ac:chgData name="Khanh Le" userId="bbb2d7388e46b6b1" providerId="LiveId" clId="{087C23D3-C7F6-404F-ABF4-3DBD0CACF754}" dt="2021-11-04T04:22:07.919" v="424" actId="478"/>
          <ac:graphicFrameMkLst>
            <pc:docMk/>
            <pc:sldMk cId="1477682163" sldId="260"/>
            <ac:graphicFrameMk id="4" creationId="{00000000-0000-0000-0000-000000000000}"/>
          </ac:graphicFrameMkLst>
        </pc:graphicFrameChg>
      </pc:sldChg>
      <pc:sldChg chg="modSp del mod modNotesTx">
        <pc:chgData name="Khanh Le" userId="bbb2d7388e46b6b1" providerId="LiveId" clId="{087C23D3-C7F6-404F-ABF4-3DBD0CACF754}" dt="2021-11-08T09:18:23.891" v="7711" actId="47"/>
        <pc:sldMkLst>
          <pc:docMk/>
          <pc:sldMk cId="3116497730" sldId="261"/>
        </pc:sldMkLst>
        <pc:spChg chg="mod">
          <ac:chgData name="Khanh Le" userId="bbb2d7388e46b6b1" providerId="LiveId" clId="{087C23D3-C7F6-404F-ABF4-3DBD0CACF754}" dt="2021-11-08T02:00:34.048" v="1455" actId="20577"/>
          <ac:spMkLst>
            <pc:docMk/>
            <pc:sldMk cId="3116497730" sldId="261"/>
            <ac:spMk id="3" creationId="{00000000-0000-0000-0000-000000000000}"/>
          </ac:spMkLst>
        </pc:spChg>
      </pc:sldChg>
      <pc:sldChg chg="addSp delSp modSp del mod modNotesTx">
        <pc:chgData name="Khanh Le" userId="bbb2d7388e46b6b1" providerId="LiveId" clId="{087C23D3-C7F6-404F-ABF4-3DBD0CACF754}" dt="2021-11-08T09:18:23.257" v="7710" actId="47"/>
        <pc:sldMkLst>
          <pc:docMk/>
          <pc:sldMk cId="3614224625" sldId="262"/>
        </pc:sldMkLst>
        <pc:spChg chg="add del mod">
          <ac:chgData name="Khanh Le" userId="bbb2d7388e46b6b1" providerId="LiveId" clId="{087C23D3-C7F6-404F-ABF4-3DBD0CACF754}" dt="2021-11-08T02:04:43.398" v="1505" actId="478"/>
          <ac:spMkLst>
            <pc:docMk/>
            <pc:sldMk cId="3614224625" sldId="262"/>
            <ac:spMk id="5" creationId="{3B07A926-CCAD-4CF6-8A52-4EC63BC18A92}"/>
          </ac:spMkLst>
        </pc:spChg>
        <pc:spChg chg="add del">
          <ac:chgData name="Khanh Le" userId="bbb2d7388e46b6b1" providerId="LiveId" clId="{087C23D3-C7F6-404F-ABF4-3DBD0CACF754}" dt="2021-11-08T02:05:05.874" v="1508" actId="22"/>
          <ac:spMkLst>
            <pc:docMk/>
            <pc:sldMk cId="3614224625" sldId="262"/>
            <ac:spMk id="7" creationId="{2BDDC636-DFE6-4EFC-8638-971D0052AC1B}"/>
          </ac:spMkLst>
        </pc:spChg>
        <pc:spChg chg="add mod">
          <ac:chgData name="Khanh Le" userId="bbb2d7388e46b6b1" providerId="LiveId" clId="{087C23D3-C7F6-404F-ABF4-3DBD0CACF754}" dt="2021-11-08T02:22:10.887" v="2705" actId="20577"/>
          <ac:spMkLst>
            <pc:docMk/>
            <pc:sldMk cId="3614224625" sldId="262"/>
            <ac:spMk id="9" creationId="{C04ABC07-4180-4A29-B0AA-3318AE6D90FB}"/>
          </ac:spMkLst>
        </pc:spChg>
        <pc:picChg chg="del">
          <ac:chgData name="Khanh Le" userId="bbb2d7388e46b6b1" providerId="LiveId" clId="{087C23D3-C7F6-404F-ABF4-3DBD0CACF754}" dt="2021-11-08T02:04:41.072" v="1504" actId="478"/>
          <ac:picMkLst>
            <pc:docMk/>
            <pc:sldMk cId="3614224625" sldId="262"/>
            <ac:picMk id="4" creationId="{00000000-0000-0000-0000-000000000000}"/>
          </ac:picMkLst>
        </pc:picChg>
      </pc:sldChg>
      <pc:sldChg chg="modSp del mod modNotesTx">
        <pc:chgData name="Khanh Le" userId="bbb2d7388e46b6b1" providerId="LiveId" clId="{087C23D3-C7F6-404F-ABF4-3DBD0CACF754}" dt="2021-11-09T09:18:29.715" v="8682" actId="20577"/>
        <pc:sldMkLst>
          <pc:docMk/>
          <pc:sldMk cId="1048174065" sldId="263"/>
        </pc:sldMkLst>
        <pc:spChg chg="mod">
          <ac:chgData name="Khanh Le" userId="bbb2d7388e46b6b1" providerId="LiveId" clId="{087C23D3-C7F6-404F-ABF4-3DBD0CACF754}" dt="2021-11-08T04:26:19.352" v="5574" actId="1076"/>
          <ac:spMkLst>
            <pc:docMk/>
            <pc:sldMk cId="1048174065" sldId="263"/>
            <ac:spMk id="2" creationId="{00000000-0000-0000-0000-000000000000}"/>
          </ac:spMkLst>
        </pc:spChg>
        <pc:spChg chg="mod">
          <ac:chgData name="Khanh Le" userId="bbb2d7388e46b6b1" providerId="LiveId" clId="{087C23D3-C7F6-404F-ABF4-3DBD0CACF754}" dt="2021-11-09T09:18:29.715" v="8682" actId="20577"/>
          <ac:spMkLst>
            <pc:docMk/>
            <pc:sldMk cId="1048174065" sldId="263"/>
            <ac:spMk id="3" creationId="{00000000-0000-0000-0000-000000000000}"/>
          </ac:spMkLst>
        </pc:spChg>
      </pc:sldChg>
      <pc:sldChg chg="addSp delSp modSp del mod modNotesTx">
        <pc:chgData name="Khanh Le" userId="bbb2d7388e46b6b1" providerId="LiveId" clId="{087C23D3-C7F6-404F-ABF4-3DBD0CACF754}" dt="2021-11-08T09:18:21.717" v="7708" actId="47"/>
        <pc:sldMkLst>
          <pc:docMk/>
          <pc:sldMk cId="2785070003" sldId="265"/>
        </pc:sldMkLst>
        <pc:spChg chg="add del mod">
          <ac:chgData name="Khanh Le" userId="bbb2d7388e46b6b1" providerId="LiveId" clId="{087C23D3-C7F6-404F-ABF4-3DBD0CACF754}" dt="2021-11-08T03:15:55.303" v="4914" actId="478"/>
          <ac:spMkLst>
            <pc:docMk/>
            <pc:sldMk cId="2785070003" sldId="265"/>
            <ac:spMk id="3" creationId="{B4BF57D3-01A4-44D4-890C-678F6F11A350}"/>
          </ac:spMkLst>
        </pc:spChg>
        <pc:spChg chg="add mod">
          <ac:chgData name="Khanh Le" userId="bbb2d7388e46b6b1" providerId="LiveId" clId="{087C23D3-C7F6-404F-ABF4-3DBD0CACF754}" dt="2021-11-08T04:26:50.496" v="5578" actId="1076"/>
          <ac:spMkLst>
            <pc:docMk/>
            <pc:sldMk cId="2785070003" sldId="265"/>
            <ac:spMk id="6" creationId="{022F28C2-591E-4AED-B418-24F272BFE193}"/>
          </ac:spMkLst>
        </pc:spChg>
        <pc:picChg chg="del">
          <ac:chgData name="Khanh Le" userId="bbb2d7388e46b6b1" providerId="LiveId" clId="{087C23D3-C7F6-404F-ABF4-3DBD0CACF754}" dt="2021-11-08T03:15:53.672" v="4913" actId="478"/>
          <ac:picMkLst>
            <pc:docMk/>
            <pc:sldMk cId="2785070003" sldId="265"/>
            <ac:picMk id="4" creationId="{00000000-0000-0000-0000-000000000000}"/>
          </ac:picMkLst>
        </pc:picChg>
      </pc:sldChg>
      <pc:sldChg chg="add">
        <pc:chgData name="Khanh Le" userId="bbb2d7388e46b6b1" providerId="LiveId" clId="{087C23D3-C7F6-404F-ABF4-3DBD0CACF754}" dt="2021-11-10T01:54:35.532" v="8906"/>
        <pc:sldMkLst>
          <pc:docMk/>
          <pc:sldMk cId="881901011" sldId="266"/>
        </pc:sldMkLst>
      </pc:sldChg>
      <pc:sldChg chg="addSp delSp modSp del mod modNotesTx">
        <pc:chgData name="Khanh Le" userId="bbb2d7388e46b6b1" providerId="LiveId" clId="{087C23D3-C7F6-404F-ABF4-3DBD0CACF754}" dt="2021-11-10T01:54:28.533" v="8905" actId="2696"/>
        <pc:sldMkLst>
          <pc:docMk/>
          <pc:sldMk cId="1438828448" sldId="266"/>
        </pc:sldMkLst>
        <pc:spChg chg="del">
          <ac:chgData name="Khanh Le" userId="bbb2d7388e46b6b1" providerId="LiveId" clId="{087C23D3-C7F6-404F-ABF4-3DBD0CACF754}" dt="2021-11-08T03:42:25.705" v="5000" actId="478"/>
          <ac:spMkLst>
            <pc:docMk/>
            <pc:sldMk cId="1438828448" sldId="266"/>
            <ac:spMk id="3" creationId="{00000000-0000-0000-0000-000000000000}"/>
          </ac:spMkLst>
        </pc:spChg>
        <pc:spChg chg="add mod">
          <ac:chgData name="Khanh Le" userId="bbb2d7388e46b6b1" providerId="LiveId" clId="{087C23D3-C7F6-404F-ABF4-3DBD0CACF754}" dt="2021-11-08T04:26:55.309" v="5579" actId="1076"/>
          <ac:spMkLst>
            <pc:docMk/>
            <pc:sldMk cId="1438828448" sldId="266"/>
            <ac:spMk id="7" creationId="{DF0080E3-88F4-48AD-A91A-7397ABE4985B}"/>
          </ac:spMkLst>
        </pc:spChg>
        <pc:picChg chg="add mod">
          <ac:chgData name="Khanh Le" userId="bbb2d7388e46b6b1" providerId="LiveId" clId="{087C23D3-C7F6-404F-ABF4-3DBD0CACF754}" dt="2021-11-08T04:26:57.687" v="5580" actId="1076"/>
          <ac:picMkLst>
            <pc:docMk/>
            <pc:sldMk cId="1438828448" sldId="266"/>
            <ac:picMk id="6" creationId="{F93FF18E-8D9E-4B8B-9F7D-42864F7C147C}"/>
          </ac:picMkLst>
        </pc:picChg>
        <pc:picChg chg="del">
          <ac:chgData name="Khanh Le" userId="bbb2d7388e46b6b1" providerId="LiveId" clId="{087C23D3-C7F6-404F-ABF4-3DBD0CACF754}" dt="2021-11-08T03:42:23.842" v="4999" actId="478"/>
          <ac:picMkLst>
            <pc:docMk/>
            <pc:sldMk cId="1438828448" sldId="266"/>
            <ac:picMk id="1026" creationId="{00000000-0000-0000-0000-000000000000}"/>
          </ac:picMkLst>
        </pc:picChg>
      </pc:sldChg>
      <pc:sldChg chg="addSp delSp modSp mod modNotesTx">
        <pc:chgData name="Khanh Le" userId="bbb2d7388e46b6b1" providerId="LiveId" clId="{087C23D3-C7F6-404F-ABF4-3DBD0CACF754}" dt="2021-11-08T04:28:25.008" v="5615" actId="1076"/>
        <pc:sldMkLst>
          <pc:docMk/>
          <pc:sldMk cId="3663343397" sldId="267"/>
        </pc:sldMkLst>
        <pc:spChg chg="add del mod">
          <ac:chgData name="Khanh Le" userId="bbb2d7388e46b6b1" providerId="LiveId" clId="{087C23D3-C7F6-404F-ABF4-3DBD0CACF754}" dt="2021-11-08T04:13:32.521" v="5442" actId="478"/>
          <ac:spMkLst>
            <pc:docMk/>
            <pc:sldMk cId="3663343397" sldId="267"/>
            <ac:spMk id="3" creationId="{E46AAB59-A1FD-40FE-9E11-FFAB4CA35E45}"/>
          </ac:spMkLst>
        </pc:spChg>
        <pc:spChg chg="del">
          <ac:chgData name="Khanh Le" userId="bbb2d7388e46b6b1" providerId="LiveId" clId="{087C23D3-C7F6-404F-ABF4-3DBD0CACF754}" dt="2021-11-08T04:13:33.962" v="5443" actId="478"/>
          <ac:spMkLst>
            <pc:docMk/>
            <pc:sldMk cId="3663343397" sldId="267"/>
            <ac:spMk id="7" creationId="{00000000-0000-0000-0000-000000000000}"/>
          </ac:spMkLst>
        </pc:spChg>
        <pc:spChg chg="add mod">
          <ac:chgData name="Khanh Le" userId="bbb2d7388e46b6b1" providerId="LiveId" clId="{087C23D3-C7F6-404F-ABF4-3DBD0CACF754}" dt="2021-11-08T04:28:25.008" v="5615" actId="1076"/>
          <ac:spMkLst>
            <pc:docMk/>
            <pc:sldMk cId="3663343397" sldId="267"/>
            <ac:spMk id="9" creationId="{6781BFAC-906B-4055-A76D-6037D836AEBE}"/>
          </ac:spMkLst>
        </pc:spChg>
        <pc:graphicFrameChg chg="del">
          <ac:chgData name="Khanh Le" userId="bbb2d7388e46b6b1" providerId="LiveId" clId="{087C23D3-C7F6-404F-ABF4-3DBD0CACF754}" dt="2021-11-08T04:13:31.911" v="5441" actId="478"/>
          <ac:graphicFrameMkLst>
            <pc:docMk/>
            <pc:sldMk cId="3663343397" sldId="267"/>
            <ac:graphicFrameMk id="5" creationId="{00000000-0000-0000-0000-000000000000}"/>
          </ac:graphicFrameMkLst>
        </pc:graphicFrameChg>
        <pc:picChg chg="del">
          <ac:chgData name="Khanh Le" userId="bbb2d7388e46b6b1" providerId="LiveId" clId="{087C23D3-C7F6-404F-ABF4-3DBD0CACF754}" dt="2021-11-08T04:13:30.342" v="5440" actId="478"/>
          <ac:picMkLst>
            <pc:docMk/>
            <pc:sldMk cId="3663343397" sldId="267"/>
            <ac:picMk id="6" creationId="{00000000-0000-0000-0000-000000000000}"/>
          </ac:picMkLst>
        </pc:picChg>
      </pc:sldChg>
      <pc:sldChg chg="modSp mod">
        <pc:chgData name="Khanh Le" userId="bbb2d7388e46b6b1" providerId="LiveId" clId="{087C23D3-C7F6-404F-ABF4-3DBD0CACF754}" dt="2021-11-09T16:39:02.954" v="8794" actId="20577"/>
        <pc:sldMkLst>
          <pc:docMk/>
          <pc:sldMk cId="1301992232" sldId="268"/>
        </pc:sldMkLst>
        <pc:spChg chg="mod">
          <ac:chgData name="Khanh Le" userId="bbb2d7388e46b6b1" providerId="LiveId" clId="{087C23D3-C7F6-404F-ABF4-3DBD0CACF754}" dt="2021-11-09T09:25:10.350" v="8754" actId="1038"/>
          <ac:spMkLst>
            <pc:docMk/>
            <pc:sldMk cId="1301992232" sldId="268"/>
            <ac:spMk id="4" creationId="{00000000-0000-0000-0000-000000000000}"/>
          </ac:spMkLst>
        </pc:spChg>
        <pc:spChg chg="mod">
          <ac:chgData name="Khanh Le" userId="bbb2d7388e46b6b1" providerId="LiveId" clId="{087C23D3-C7F6-404F-ABF4-3DBD0CACF754}" dt="2021-11-09T16:39:02.954" v="8794" actId="20577"/>
          <ac:spMkLst>
            <pc:docMk/>
            <pc:sldMk cId="1301992232" sldId="268"/>
            <ac:spMk id="5" creationId="{00000000-0000-0000-0000-000000000000}"/>
          </ac:spMkLst>
        </pc:spChg>
        <pc:spChg chg="mod">
          <ac:chgData name="Khanh Le" userId="bbb2d7388e46b6b1" providerId="LiveId" clId="{087C23D3-C7F6-404F-ABF4-3DBD0CACF754}" dt="2021-11-09T09:25:13.857" v="8762" actId="1038"/>
          <ac:spMkLst>
            <pc:docMk/>
            <pc:sldMk cId="1301992232" sldId="268"/>
            <ac:spMk id="6" creationId="{00000000-0000-0000-0000-000000000000}"/>
          </ac:spMkLst>
        </pc:spChg>
        <pc:spChg chg="mod">
          <ac:chgData name="Khanh Le" userId="bbb2d7388e46b6b1" providerId="LiveId" clId="{087C23D3-C7F6-404F-ABF4-3DBD0CACF754}" dt="2021-11-09T09:24:53.167" v="8723" actId="1038"/>
          <ac:spMkLst>
            <pc:docMk/>
            <pc:sldMk cId="1301992232" sldId="268"/>
            <ac:spMk id="7" creationId="{00000000-0000-0000-0000-000000000000}"/>
          </ac:spMkLst>
        </pc:spChg>
      </pc:sldChg>
      <pc:sldChg chg="modSp mod">
        <pc:chgData name="Khanh Le" userId="bbb2d7388e46b6b1" providerId="LiveId" clId="{087C23D3-C7F6-404F-ABF4-3DBD0CACF754}" dt="2021-11-08T07:16:29.477" v="6841" actId="1076"/>
        <pc:sldMkLst>
          <pc:docMk/>
          <pc:sldMk cId="2045029306" sldId="269"/>
        </pc:sldMkLst>
        <pc:spChg chg="mod">
          <ac:chgData name="Khanh Le" userId="bbb2d7388e46b6b1" providerId="LiveId" clId="{087C23D3-C7F6-404F-ABF4-3DBD0CACF754}" dt="2021-11-08T07:16:29.477" v="6841" actId="1076"/>
          <ac:spMkLst>
            <pc:docMk/>
            <pc:sldMk cId="2045029306" sldId="269"/>
            <ac:spMk id="4" creationId="{00000000-0000-0000-0000-000000000000}"/>
          </ac:spMkLst>
        </pc:spChg>
        <pc:spChg chg="mod">
          <ac:chgData name="Khanh Le" userId="bbb2d7388e46b6b1" providerId="LiveId" clId="{087C23D3-C7F6-404F-ABF4-3DBD0CACF754}" dt="2021-11-08T07:15:06.835" v="6832" actId="1036"/>
          <ac:spMkLst>
            <pc:docMk/>
            <pc:sldMk cId="2045029306" sldId="269"/>
            <ac:spMk id="8" creationId="{00000000-0000-0000-0000-000000000000}"/>
          </ac:spMkLst>
        </pc:spChg>
      </pc:sldChg>
      <pc:sldChg chg="delSp modSp add del mod">
        <pc:chgData name="Khanh Le" userId="bbb2d7388e46b6b1" providerId="LiveId" clId="{087C23D3-C7F6-404F-ABF4-3DBD0CACF754}" dt="2021-11-08T07:16:25.223" v="6840" actId="47"/>
        <pc:sldMkLst>
          <pc:docMk/>
          <pc:sldMk cId="1003504033" sldId="270"/>
        </pc:sldMkLst>
        <pc:spChg chg="del">
          <ac:chgData name="Khanh Le" userId="bbb2d7388e46b6b1" providerId="LiveId" clId="{087C23D3-C7F6-404F-ABF4-3DBD0CACF754}" dt="2021-11-08T07:10:41.800" v="6313" actId="478"/>
          <ac:spMkLst>
            <pc:docMk/>
            <pc:sldMk cId="1003504033" sldId="270"/>
            <ac:spMk id="2" creationId="{00000000-0000-0000-0000-000000000000}"/>
          </ac:spMkLst>
        </pc:spChg>
        <pc:spChg chg="mod">
          <ac:chgData name="Khanh Le" userId="bbb2d7388e46b6b1" providerId="LiveId" clId="{087C23D3-C7F6-404F-ABF4-3DBD0CACF754}" dt="2021-11-08T07:14:09.741" v="6809" actId="21"/>
          <ac:spMkLst>
            <pc:docMk/>
            <pc:sldMk cId="1003504033" sldId="270"/>
            <ac:spMk id="3" creationId="{00000000-0000-0000-0000-000000000000}"/>
          </ac:spMkLst>
        </pc:spChg>
        <pc:picChg chg="del">
          <ac:chgData name="Khanh Le" userId="bbb2d7388e46b6b1" providerId="LiveId" clId="{087C23D3-C7F6-404F-ABF4-3DBD0CACF754}" dt="2021-11-08T07:10:39.316" v="6312" actId="478"/>
          <ac:picMkLst>
            <pc:docMk/>
            <pc:sldMk cId="1003504033" sldId="270"/>
            <ac:picMk id="4" creationId="{00000000-0000-0000-0000-000000000000}"/>
          </ac:picMkLst>
        </pc:picChg>
      </pc:sldChg>
      <pc:sldChg chg="del">
        <pc:chgData name="Khanh Le" userId="bbb2d7388e46b6b1" providerId="LiveId" clId="{087C23D3-C7F6-404F-ABF4-3DBD0CACF754}" dt="2021-11-08T08:35:01.682" v="7209" actId="47"/>
        <pc:sldMkLst>
          <pc:docMk/>
          <pc:sldMk cId="3439948228" sldId="272"/>
        </pc:sldMkLst>
      </pc:sldChg>
      <pc:sldChg chg="delSp modSp mod">
        <pc:chgData name="Khanh Le" userId="bbb2d7388e46b6b1" providerId="LiveId" clId="{087C23D3-C7F6-404F-ABF4-3DBD0CACF754}" dt="2021-11-09T03:26:29.625" v="8556" actId="108"/>
        <pc:sldMkLst>
          <pc:docMk/>
          <pc:sldMk cId="2208187094" sldId="274"/>
        </pc:sldMkLst>
        <pc:spChg chg="del">
          <ac:chgData name="Khanh Le" userId="bbb2d7388e46b6b1" providerId="LiveId" clId="{087C23D3-C7F6-404F-ABF4-3DBD0CACF754}" dt="2021-11-08T08:35:27.254" v="7210" actId="478"/>
          <ac:spMkLst>
            <pc:docMk/>
            <pc:sldMk cId="2208187094" sldId="274"/>
            <ac:spMk id="2" creationId="{00000000-0000-0000-0000-000000000000}"/>
          </ac:spMkLst>
        </pc:spChg>
        <pc:spChg chg="mod">
          <ac:chgData name="Khanh Le" userId="bbb2d7388e46b6b1" providerId="LiveId" clId="{087C23D3-C7F6-404F-ABF4-3DBD0CACF754}" dt="2021-11-09T03:26:29.625" v="8556" actId="108"/>
          <ac:spMkLst>
            <pc:docMk/>
            <pc:sldMk cId="2208187094" sldId="274"/>
            <ac:spMk id="3" creationId="{00000000-0000-0000-0000-000000000000}"/>
          </ac:spMkLst>
        </pc:spChg>
      </pc:sldChg>
      <pc:sldChg chg="modSp del mod">
        <pc:chgData name="Khanh Le" userId="bbb2d7388e46b6b1" providerId="LiveId" clId="{087C23D3-C7F6-404F-ABF4-3DBD0CACF754}" dt="2021-11-09T08:48:48.344" v="8577" actId="47"/>
        <pc:sldMkLst>
          <pc:docMk/>
          <pc:sldMk cId="3790721331" sldId="275"/>
        </pc:sldMkLst>
        <pc:spChg chg="mod">
          <ac:chgData name="Khanh Le" userId="bbb2d7388e46b6b1" providerId="LiveId" clId="{087C23D3-C7F6-404F-ABF4-3DBD0CACF754}" dt="2021-11-08T08:56:44.363" v="7443" actId="1076"/>
          <ac:spMkLst>
            <pc:docMk/>
            <pc:sldMk cId="3790721331" sldId="275"/>
            <ac:spMk id="3" creationId="{00000000-0000-0000-0000-000000000000}"/>
          </ac:spMkLst>
        </pc:spChg>
      </pc:sldChg>
      <pc:sldChg chg="addSp delSp modSp mod">
        <pc:chgData name="Khanh Le" userId="bbb2d7388e46b6b1" providerId="LiveId" clId="{087C23D3-C7F6-404F-ABF4-3DBD0CACF754}" dt="2021-11-08T09:45:06.030" v="8344"/>
        <pc:sldMkLst>
          <pc:docMk/>
          <pc:sldMk cId="4288744501" sldId="276"/>
        </pc:sldMkLst>
        <pc:spChg chg="mod">
          <ac:chgData name="Khanh Le" userId="bbb2d7388e46b6b1" providerId="LiveId" clId="{087C23D3-C7F6-404F-ABF4-3DBD0CACF754}" dt="2021-11-08T09:27:26.805" v="7728" actId="20577"/>
          <ac:spMkLst>
            <pc:docMk/>
            <pc:sldMk cId="4288744501" sldId="276"/>
            <ac:spMk id="5" creationId="{00000000-0000-0000-0000-000000000000}"/>
          </ac:spMkLst>
        </pc:spChg>
        <pc:spChg chg="add del mod">
          <ac:chgData name="Khanh Le" userId="bbb2d7388e46b6b1" providerId="LiveId" clId="{087C23D3-C7F6-404F-ABF4-3DBD0CACF754}" dt="2021-11-08T09:18:52.347" v="7713" actId="478"/>
          <ac:spMkLst>
            <pc:docMk/>
            <pc:sldMk cId="4288744501" sldId="276"/>
            <ac:spMk id="6" creationId="{925B2102-CCDB-45D1-8686-EDCADA001B72}"/>
          </ac:spMkLst>
        </pc:spChg>
        <pc:graphicFrameChg chg="del">
          <ac:chgData name="Khanh Le" userId="bbb2d7388e46b6b1" providerId="LiveId" clId="{087C23D3-C7F6-404F-ABF4-3DBD0CACF754}" dt="2021-11-08T09:18:49.935" v="7712" actId="478"/>
          <ac:graphicFrameMkLst>
            <pc:docMk/>
            <pc:sldMk cId="4288744501" sldId="276"/>
            <ac:graphicFrameMk id="4" creationId="{00000000-0000-0000-0000-000000000000}"/>
          </ac:graphicFrameMkLst>
        </pc:graphicFrameChg>
        <pc:graphicFrameChg chg="add mod modGraphic">
          <ac:chgData name="Khanh Le" userId="bbb2d7388e46b6b1" providerId="LiveId" clId="{087C23D3-C7F6-404F-ABF4-3DBD0CACF754}" dt="2021-11-08T09:45:06.030" v="8344"/>
          <ac:graphicFrameMkLst>
            <pc:docMk/>
            <pc:sldMk cId="4288744501" sldId="276"/>
            <ac:graphicFrameMk id="7" creationId="{73F7987A-E50A-41C4-9326-EC8C3F98D571}"/>
          </ac:graphicFrameMkLst>
        </pc:graphicFrameChg>
      </pc:sldChg>
      <pc:sldChg chg="addSp delSp modSp mod">
        <pc:chgData name="Khanh Le" userId="bbb2d7388e46b6b1" providerId="LiveId" clId="{087C23D3-C7F6-404F-ABF4-3DBD0CACF754}" dt="2021-11-08T09:58:41.210" v="8357" actId="113"/>
        <pc:sldMkLst>
          <pc:docMk/>
          <pc:sldMk cId="3570277324" sldId="277"/>
        </pc:sldMkLst>
        <pc:spChg chg="del mod">
          <ac:chgData name="Khanh Le" userId="bbb2d7388e46b6b1" providerId="LiveId" clId="{087C23D3-C7F6-404F-ABF4-3DBD0CACF754}" dt="2021-11-08T09:27:34.736" v="7730" actId="478"/>
          <ac:spMkLst>
            <pc:docMk/>
            <pc:sldMk cId="3570277324" sldId="277"/>
            <ac:spMk id="2" creationId="{00000000-0000-0000-0000-000000000000}"/>
          </ac:spMkLst>
        </pc:spChg>
        <pc:spChg chg="mod">
          <ac:chgData name="Khanh Le" userId="bbb2d7388e46b6b1" providerId="LiveId" clId="{087C23D3-C7F6-404F-ABF4-3DBD0CACF754}" dt="2021-11-08T09:58:41.210" v="8357" actId="113"/>
          <ac:spMkLst>
            <pc:docMk/>
            <pc:sldMk cId="3570277324" sldId="277"/>
            <ac:spMk id="5" creationId="{00000000-0000-0000-0000-000000000000}"/>
          </ac:spMkLst>
        </pc:spChg>
        <pc:spChg chg="add del mod">
          <ac:chgData name="Khanh Le" userId="bbb2d7388e46b6b1" providerId="LiveId" clId="{087C23D3-C7F6-404F-ABF4-3DBD0CACF754}" dt="2021-11-08T09:27:04.464" v="7720" actId="478"/>
          <ac:spMkLst>
            <pc:docMk/>
            <pc:sldMk cId="3570277324" sldId="277"/>
            <ac:spMk id="6" creationId="{D97635FE-FCD9-4762-B5FF-BB252E0C9EBD}"/>
          </ac:spMkLst>
        </pc:spChg>
        <pc:graphicFrameChg chg="del">
          <ac:chgData name="Khanh Le" userId="bbb2d7388e46b6b1" providerId="LiveId" clId="{087C23D3-C7F6-404F-ABF4-3DBD0CACF754}" dt="2021-11-08T09:27:03.411" v="7719" actId="478"/>
          <ac:graphicFrameMkLst>
            <pc:docMk/>
            <pc:sldMk cId="3570277324" sldId="277"/>
            <ac:graphicFrameMk id="4" creationId="{00000000-0000-0000-0000-000000000000}"/>
          </ac:graphicFrameMkLst>
        </pc:graphicFrameChg>
        <pc:graphicFrameChg chg="add mod">
          <ac:chgData name="Khanh Le" userId="bbb2d7388e46b6b1" providerId="LiveId" clId="{087C23D3-C7F6-404F-ABF4-3DBD0CACF754}" dt="2021-11-08T09:28:39.731" v="7888"/>
          <ac:graphicFrameMkLst>
            <pc:docMk/>
            <pc:sldMk cId="3570277324" sldId="277"/>
            <ac:graphicFrameMk id="7" creationId="{62C885CD-6A8D-42A1-B8F9-C55F2496604E}"/>
          </ac:graphicFrameMkLst>
        </pc:graphicFrameChg>
      </pc:sldChg>
      <pc:sldChg chg="del">
        <pc:chgData name="Khanh Le" userId="bbb2d7388e46b6b1" providerId="LiveId" clId="{087C23D3-C7F6-404F-ABF4-3DBD0CACF754}" dt="2021-11-08T09:28:47.472" v="7889" actId="47"/>
        <pc:sldMkLst>
          <pc:docMk/>
          <pc:sldMk cId="3548935649" sldId="278"/>
        </pc:sldMkLst>
      </pc:sldChg>
      <pc:sldChg chg="addSp delSp modSp mod">
        <pc:chgData name="Khanh Le" userId="bbb2d7388e46b6b1" providerId="LiveId" clId="{087C23D3-C7F6-404F-ABF4-3DBD0CACF754}" dt="2021-11-08T09:29:34.871" v="8034" actId="14100"/>
        <pc:sldMkLst>
          <pc:docMk/>
          <pc:sldMk cId="3297583279" sldId="279"/>
        </pc:sldMkLst>
        <pc:spChg chg="del">
          <ac:chgData name="Khanh Le" userId="bbb2d7388e46b6b1" providerId="LiveId" clId="{087C23D3-C7F6-404F-ABF4-3DBD0CACF754}" dt="2021-11-08T09:28:51.101" v="7890" actId="478"/>
          <ac:spMkLst>
            <pc:docMk/>
            <pc:sldMk cId="3297583279" sldId="279"/>
            <ac:spMk id="2" creationId="{00000000-0000-0000-0000-000000000000}"/>
          </ac:spMkLst>
        </pc:spChg>
        <pc:spChg chg="mod">
          <ac:chgData name="Khanh Le" userId="bbb2d7388e46b6b1" providerId="LiveId" clId="{087C23D3-C7F6-404F-ABF4-3DBD0CACF754}" dt="2021-11-08T09:29:23.312" v="8029" actId="1076"/>
          <ac:spMkLst>
            <pc:docMk/>
            <pc:sldMk cId="3297583279" sldId="279"/>
            <ac:spMk id="3" creationId="{00000000-0000-0000-0000-000000000000}"/>
          </ac:spMkLst>
        </pc:spChg>
        <pc:graphicFrameChg chg="del">
          <ac:chgData name="Khanh Le" userId="bbb2d7388e46b6b1" providerId="LiveId" clId="{087C23D3-C7F6-404F-ABF4-3DBD0CACF754}" dt="2021-11-08T09:29:25.478" v="8030" actId="478"/>
          <ac:graphicFrameMkLst>
            <pc:docMk/>
            <pc:sldMk cId="3297583279" sldId="279"/>
            <ac:graphicFrameMk id="4" creationId="{00000000-0000-0000-0000-000000000000}"/>
          </ac:graphicFrameMkLst>
        </pc:graphicFrameChg>
        <pc:graphicFrameChg chg="add mod">
          <ac:chgData name="Khanh Le" userId="bbb2d7388e46b6b1" providerId="LiveId" clId="{087C23D3-C7F6-404F-ABF4-3DBD0CACF754}" dt="2021-11-08T09:29:34.871" v="8034" actId="14100"/>
          <ac:graphicFrameMkLst>
            <pc:docMk/>
            <pc:sldMk cId="3297583279" sldId="279"/>
            <ac:graphicFrameMk id="5" creationId="{AE282191-B0D8-4C62-BAA0-C419F2785118}"/>
          </ac:graphicFrameMkLst>
        </pc:graphicFrameChg>
      </pc:sldChg>
      <pc:sldChg chg="del">
        <pc:chgData name="Khanh Le" userId="bbb2d7388e46b6b1" providerId="LiveId" clId="{087C23D3-C7F6-404F-ABF4-3DBD0CACF754}" dt="2021-11-08T08:34:59.894" v="7208" actId="47"/>
        <pc:sldMkLst>
          <pc:docMk/>
          <pc:sldMk cId="3502658179" sldId="280"/>
        </pc:sldMkLst>
      </pc:sldChg>
      <pc:sldChg chg="del">
        <pc:chgData name="Khanh Le" userId="bbb2d7388e46b6b1" providerId="LiveId" clId="{087C23D3-C7F6-404F-ABF4-3DBD0CACF754}" dt="2021-11-08T08:34:56.765" v="7207" actId="47"/>
        <pc:sldMkLst>
          <pc:docMk/>
          <pc:sldMk cId="1149413013" sldId="281"/>
        </pc:sldMkLst>
      </pc:sldChg>
      <pc:sldChg chg="addSp delSp modSp mod">
        <pc:chgData name="Khanh Le" userId="bbb2d7388e46b6b1" providerId="LiveId" clId="{087C23D3-C7F6-404F-ABF4-3DBD0CACF754}" dt="2021-11-08T10:32:53.788" v="8388" actId="1076"/>
        <pc:sldMkLst>
          <pc:docMk/>
          <pc:sldMk cId="2002666643" sldId="282"/>
        </pc:sldMkLst>
        <pc:spChg chg="add del mod">
          <ac:chgData name="Khanh Le" userId="bbb2d7388e46b6b1" providerId="LiveId" clId="{087C23D3-C7F6-404F-ABF4-3DBD0CACF754}" dt="2021-11-08T09:35:25.459" v="8331" actId="478"/>
          <ac:spMkLst>
            <pc:docMk/>
            <pc:sldMk cId="2002666643" sldId="282"/>
            <ac:spMk id="3" creationId="{8A89DBCF-114C-4FDA-96FB-47C462593C9A}"/>
          </ac:spMkLst>
        </pc:spChg>
        <pc:spChg chg="del mod">
          <ac:chgData name="Khanh Le" userId="bbb2d7388e46b6b1" providerId="LiveId" clId="{087C23D3-C7F6-404F-ABF4-3DBD0CACF754}" dt="2021-11-08T09:35:23.453" v="8330" actId="21"/>
          <ac:spMkLst>
            <pc:docMk/>
            <pc:sldMk cId="2002666643" sldId="282"/>
            <ac:spMk id="4" creationId="{00000000-0000-0000-0000-000000000000}"/>
          </ac:spMkLst>
        </pc:spChg>
        <pc:spChg chg="add del mod">
          <ac:chgData name="Khanh Le" userId="bbb2d7388e46b6b1" providerId="LiveId" clId="{087C23D3-C7F6-404F-ABF4-3DBD0CACF754}" dt="2021-11-08T10:32:20.710" v="8380" actId="21"/>
          <ac:spMkLst>
            <pc:docMk/>
            <pc:sldMk cId="2002666643" sldId="282"/>
            <ac:spMk id="7" creationId="{1A24E97A-0BDA-4CBE-9970-1A7592FA4D6B}"/>
          </ac:spMkLst>
        </pc:spChg>
        <pc:spChg chg="add del mod">
          <ac:chgData name="Khanh Le" userId="bbb2d7388e46b6b1" providerId="LiveId" clId="{087C23D3-C7F6-404F-ABF4-3DBD0CACF754}" dt="2021-11-08T10:32:34.270" v="8384" actId="478"/>
          <ac:spMkLst>
            <pc:docMk/>
            <pc:sldMk cId="2002666643" sldId="282"/>
            <ac:spMk id="8" creationId="{98A1E985-BD57-4E3F-8110-8679B7012879}"/>
          </ac:spMkLst>
        </pc:spChg>
        <pc:spChg chg="add mod">
          <ac:chgData name="Khanh Le" userId="bbb2d7388e46b6b1" providerId="LiveId" clId="{087C23D3-C7F6-404F-ABF4-3DBD0CACF754}" dt="2021-11-08T10:32:53.788" v="8388" actId="1076"/>
          <ac:spMkLst>
            <pc:docMk/>
            <pc:sldMk cId="2002666643" sldId="282"/>
            <ac:spMk id="11" creationId="{4C82682F-C804-45D5-8A12-56E2627DEA62}"/>
          </ac:spMkLst>
        </pc:spChg>
        <pc:picChg chg="del">
          <ac:chgData name="Khanh Le" userId="bbb2d7388e46b6b1" providerId="LiveId" clId="{087C23D3-C7F6-404F-ABF4-3DBD0CACF754}" dt="2021-11-08T09:32:13.060" v="8324" actId="478"/>
          <ac:picMkLst>
            <pc:docMk/>
            <pc:sldMk cId="2002666643" sldId="282"/>
            <ac:picMk id="5" creationId="{00000000-0000-0000-0000-000000000000}"/>
          </ac:picMkLst>
        </pc:picChg>
        <pc:picChg chg="add del mod">
          <ac:chgData name="Khanh Le" userId="bbb2d7388e46b6b1" providerId="LiveId" clId="{087C23D3-C7F6-404F-ABF4-3DBD0CACF754}" dt="2021-11-08T10:32:17.750" v="8379" actId="478"/>
          <ac:picMkLst>
            <pc:docMk/>
            <pc:sldMk cId="2002666643" sldId="282"/>
            <ac:picMk id="5122" creationId="{A68DB915-1DC1-4AD5-8A31-8A6059F661C9}"/>
          </ac:picMkLst>
        </pc:picChg>
        <pc:picChg chg="add mod">
          <ac:chgData name="Khanh Le" userId="bbb2d7388e46b6b1" providerId="LiveId" clId="{087C23D3-C7F6-404F-ABF4-3DBD0CACF754}" dt="2021-11-08T10:32:37.859" v="8386" actId="1076"/>
          <ac:picMkLst>
            <pc:docMk/>
            <pc:sldMk cId="2002666643" sldId="282"/>
            <ac:picMk id="5124" creationId="{DDFE3250-5BAF-4E60-9DFD-38D00C9B8159}"/>
          </ac:picMkLst>
        </pc:picChg>
      </pc:sldChg>
      <pc:sldChg chg="modSp mod">
        <pc:chgData name="Khanh Le" userId="bbb2d7388e46b6b1" providerId="LiveId" clId="{087C23D3-C7F6-404F-ABF4-3DBD0CACF754}" dt="2021-11-08T10:34:05.675" v="8553" actId="27636"/>
        <pc:sldMkLst>
          <pc:docMk/>
          <pc:sldMk cId="3768123219" sldId="283"/>
        </pc:sldMkLst>
        <pc:spChg chg="mod">
          <ac:chgData name="Khanh Le" userId="bbb2d7388e46b6b1" providerId="LiveId" clId="{087C23D3-C7F6-404F-ABF4-3DBD0CACF754}" dt="2021-11-03T09:36:11.310" v="98" actId="20577"/>
          <ac:spMkLst>
            <pc:docMk/>
            <pc:sldMk cId="3768123219" sldId="283"/>
            <ac:spMk id="2" creationId="{00000000-0000-0000-0000-000000000000}"/>
          </ac:spMkLst>
        </pc:spChg>
        <pc:spChg chg="mod">
          <ac:chgData name="Khanh Le" userId="bbb2d7388e46b6b1" providerId="LiveId" clId="{087C23D3-C7F6-404F-ABF4-3DBD0CACF754}" dt="2021-11-08T10:34:05.675" v="8553" actId="27636"/>
          <ac:spMkLst>
            <pc:docMk/>
            <pc:sldMk cId="3768123219" sldId="283"/>
            <ac:spMk id="3" creationId="{00000000-0000-0000-0000-000000000000}"/>
          </ac:spMkLst>
        </pc:spChg>
      </pc:sldChg>
      <pc:sldChg chg="del">
        <pc:chgData name="Khanh Le" userId="bbb2d7388e46b6b1" providerId="LiveId" clId="{087C23D3-C7F6-404F-ABF4-3DBD0CACF754}" dt="2021-11-08T09:09:06.231" v="7489" actId="47"/>
        <pc:sldMkLst>
          <pc:docMk/>
          <pc:sldMk cId="2370573528" sldId="284"/>
        </pc:sldMkLst>
      </pc:sldChg>
      <pc:sldChg chg="modSp del mod">
        <pc:chgData name="Khanh Le" userId="bbb2d7388e46b6b1" providerId="LiveId" clId="{087C23D3-C7F6-404F-ABF4-3DBD0CACF754}" dt="2021-11-09T08:48:48.344" v="8577" actId="47"/>
        <pc:sldMkLst>
          <pc:docMk/>
          <pc:sldMk cId="2586360386" sldId="285"/>
        </pc:sldMkLst>
        <pc:spChg chg="mod">
          <ac:chgData name="Khanh Le" userId="bbb2d7388e46b6b1" providerId="LiveId" clId="{087C23D3-C7F6-404F-ABF4-3DBD0CACF754}" dt="2021-11-09T03:27:16.343" v="8574" actId="20577"/>
          <ac:spMkLst>
            <pc:docMk/>
            <pc:sldMk cId="2586360386" sldId="285"/>
            <ac:spMk id="3" creationId="{00000000-0000-0000-0000-000000000000}"/>
          </ac:spMkLst>
        </pc:spChg>
      </pc:sldChg>
      <pc:sldChg chg="modSp del mod">
        <pc:chgData name="Khanh Le" userId="bbb2d7388e46b6b1" providerId="LiveId" clId="{087C23D3-C7F6-404F-ABF4-3DBD0CACF754}" dt="2021-11-09T08:48:48.344" v="8577" actId="47"/>
        <pc:sldMkLst>
          <pc:docMk/>
          <pc:sldMk cId="3411423617" sldId="286"/>
        </pc:sldMkLst>
        <pc:spChg chg="mod">
          <ac:chgData name="Khanh Le" userId="bbb2d7388e46b6b1" providerId="LiveId" clId="{087C23D3-C7F6-404F-ABF4-3DBD0CACF754}" dt="2021-11-09T03:27:29.537" v="8576" actId="5793"/>
          <ac:spMkLst>
            <pc:docMk/>
            <pc:sldMk cId="3411423617" sldId="286"/>
            <ac:spMk id="3" creationId="{00000000-0000-0000-0000-000000000000}"/>
          </ac:spMkLst>
        </pc:spChg>
      </pc:sldChg>
      <pc:sldChg chg="modSp del mod">
        <pc:chgData name="Khanh Le" userId="bbb2d7388e46b6b1" providerId="LiveId" clId="{087C23D3-C7F6-404F-ABF4-3DBD0CACF754}" dt="2021-11-09T08:48:48.344" v="8577" actId="47"/>
        <pc:sldMkLst>
          <pc:docMk/>
          <pc:sldMk cId="2963105042" sldId="287"/>
        </pc:sldMkLst>
        <pc:spChg chg="mod">
          <ac:chgData name="Khanh Le" userId="bbb2d7388e46b6b1" providerId="LiveId" clId="{087C23D3-C7F6-404F-ABF4-3DBD0CACF754}" dt="2021-11-08T09:03:49.270" v="7449" actId="27636"/>
          <ac:spMkLst>
            <pc:docMk/>
            <pc:sldMk cId="2963105042" sldId="287"/>
            <ac:spMk id="3" creationId="{00000000-0000-0000-0000-000000000000}"/>
          </ac:spMkLst>
        </pc:spChg>
      </pc:sldChg>
      <pc:sldChg chg="addSp delSp modSp mod">
        <pc:chgData name="Khanh Le" userId="bbb2d7388e46b6b1" providerId="LiveId" clId="{087C23D3-C7F6-404F-ABF4-3DBD0CACF754}" dt="2021-11-08T09:09:57.102" v="7594" actId="14100"/>
        <pc:sldMkLst>
          <pc:docMk/>
          <pc:sldMk cId="3869564824" sldId="288"/>
        </pc:sldMkLst>
        <pc:spChg chg="del">
          <ac:chgData name="Khanh Le" userId="bbb2d7388e46b6b1" providerId="LiveId" clId="{087C23D3-C7F6-404F-ABF4-3DBD0CACF754}" dt="2021-11-08T09:06:15.960" v="7455" actId="478"/>
          <ac:spMkLst>
            <pc:docMk/>
            <pc:sldMk cId="3869564824" sldId="288"/>
            <ac:spMk id="2" creationId="{00000000-0000-0000-0000-000000000000}"/>
          </ac:spMkLst>
        </pc:spChg>
        <pc:spChg chg="add del mod">
          <ac:chgData name="Khanh Le" userId="bbb2d7388e46b6b1" providerId="LiveId" clId="{087C23D3-C7F6-404F-ABF4-3DBD0CACF754}" dt="2021-11-08T09:06:15.343" v="7454" actId="478"/>
          <ac:spMkLst>
            <pc:docMk/>
            <pc:sldMk cId="3869564824" sldId="288"/>
            <ac:spMk id="7" creationId="{DE373BAE-E51D-4CF9-BCFB-80164584CF14}"/>
          </ac:spMkLst>
        </pc:spChg>
        <pc:spChg chg="add mod">
          <ac:chgData name="Khanh Le" userId="bbb2d7388e46b6b1" providerId="LiveId" clId="{087C23D3-C7F6-404F-ABF4-3DBD0CACF754}" dt="2021-11-08T09:09:52.177" v="7593" actId="403"/>
          <ac:spMkLst>
            <pc:docMk/>
            <pc:sldMk cId="3869564824" sldId="288"/>
            <ac:spMk id="17" creationId="{5D404986-2391-46D7-A820-F81784EF0557}"/>
          </ac:spMkLst>
        </pc:spChg>
        <pc:picChg chg="del">
          <ac:chgData name="Khanh Le" userId="bbb2d7388e46b6b1" providerId="LiveId" clId="{087C23D3-C7F6-404F-ABF4-3DBD0CACF754}" dt="2021-11-08T09:06:11.393" v="7452" actId="478"/>
          <ac:picMkLst>
            <pc:docMk/>
            <pc:sldMk cId="3869564824" sldId="288"/>
            <ac:picMk id="4" creationId="{00000000-0000-0000-0000-000000000000}"/>
          </ac:picMkLst>
        </pc:picChg>
        <pc:picChg chg="add del mod">
          <ac:chgData name="Khanh Le" userId="bbb2d7388e46b6b1" providerId="LiveId" clId="{087C23D3-C7F6-404F-ABF4-3DBD0CACF754}" dt="2021-11-08T09:07:13.112" v="7469" actId="478"/>
          <ac:picMkLst>
            <pc:docMk/>
            <pc:sldMk cId="3869564824" sldId="288"/>
            <ac:picMk id="5" creationId="{4AEB34B3-BED7-4188-93A2-493FD5A27E54}"/>
          </ac:picMkLst>
        </pc:picChg>
        <pc:picChg chg="add del mod">
          <ac:chgData name="Khanh Le" userId="bbb2d7388e46b6b1" providerId="LiveId" clId="{087C23D3-C7F6-404F-ABF4-3DBD0CACF754}" dt="2021-11-08T09:07:12.657" v="7468" actId="478"/>
          <ac:picMkLst>
            <pc:docMk/>
            <pc:sldMk cId="3869564824" sldId="288"/>
            <ac:picMk id="9" creationId="{A12F2195-6ACB-4FD4-9131-16A6D8C48E2F}"/>
          </ac:picMkLst>
        </pc:picChg>
        <pc:picChg chg="add del mod">
          <ac:chgData name="Khanh Le" userId="bbb2d7388e46b6b1" providerId="LiveId" clId="{087C23D3-C7F6-404F-ABF4-3DBD0CACF754}" dt="2021-11-08T09:07:13.459" v="7470" actId="478"/>
          <ac:picMkLst>
            <pc:docMk/>
            <pc:sldMk cId="3869564824" sldId="288"/>
            <ac:picMk id="11" creationId="{6BAE66EE-2421-4EEA-9EF3-0DB00EE9246F}"/>
          </ac:picMkLst>
        </pc:picChg>
        <pc:picChg chg="add mod">
          <ac:chgData name="Khanh Le" userId="bbb2d7388e46b6b1" providerId="LiveId" clId="{087C23D3-C7F6-404F-ABF4-3DBD0CACF754}" dt="2021-11-08T09:07:19.795" v="7472" actId="1076"/>
          <ac:picMkLst>
            <pc:docMk/>
            <pc:sldMk cId="3869564824" sldId="288"/>
            <ac:picMk id="13" creationId="{E14BE1C2-A5CA-49A5-954D-B8ED77179673}"/>
          </ac:picMkLst>
        </pc:picChg>
        <pc:picChg chg="add mod">
          <ac:chgData name="Khanh Le" userId="bbb2d7388e46b6b1" providerId="LiveId" clId="{087C23D3-C7F6-404F-ABF4-3DBD0CACF754}" dt="2021-11-08T09:09:57.102" v="7594" actId="14100"/>
          <ac:picMkLst>
            <pc:docMk/>
            <pc:sldMk cId="3869564824" sldId="288"/>
            <ac:picMk id="15" creationId="{3E7BB8CB-02A1-44F3-906A-5F444C9524EF}"/>
          </ac:picMkLst>
        </pc:picChg>
        <pc:picChg chg="del">
          <ac:chgData name="Khanh Le" userId="bbb2d7388e46b6b1" providerId="LiveId" clId="{087C23D3-C7F6-404F-ABF4-3DBD0CACF754}" dt="2021-11-08T09:06:13.856" v="7453" actId="478"/>
          <ac:picMkLst>
            <pc:docMk/>
            <pc:sldMk cId="3869564824" sldId="288"/>
            <ac:picMk id="1026" creationId="{00000000-0000-0000-0000-000000000000}"/>
          </ac:picMkLst>
        </pc:picChg>
      </pc:sldChg>
      <pc:sldChg chg="modSp add del mod modNotesTx">
        <pc:chgData name="Khanh Le" userId="bbb2d7388e46b6b1" providerId="LiveId" clId="{087C23D3-C7F6-404F-ABF4-3DBD0CACF754}" dt="2021-11-08T04:24:46.353" v="5461" actId="47"/>
        <pc:sldMkLst>
          <pc:docMk/>
          <pc:sldMk cId="3077720895" sldId="289"/>
        </pc:sldMkLst>
        <pc:spChg chg="mod">
          <ac:chgData name="Khanh Le" userId="bbb2d7388e46b6b1" providerId="LiveId" clId="{087C23D3-C7F6-404F-ABF4-3DBD0CACF754}" dt="2021-11-08T04:24:04.925" v="5449" actId="21"/>
          <ac:spMkLst>
            <pc:docMk/>
            <pc:sldMk cId="3077720895" sldId="289"/>
            <ac:spMk id="3" creationId="{00000000-0000-0000-0000-000000000000}"/>
          </ac:spMkLst>
        </pc:spChg>
      </pc:sldChg>
      <pc:sldChg chg="modSp add del mod modNotesTx">
        <pc:chgData name="Khanh Le" userId="bbb2d7388e46b6b1" providerId="LiveId" clId="{087C23D3-C7F6-404F-ABF4-3DBD0CACF754}" dt="2021-11-08T04:25:29.748" v="5533" actId="47"/>
        <pc:sldMkLst>
          <pc:docMk/>
          <pc:sldMk cId="3552470355" sldId="290"/>
        </pc:sldMkLst>
        <pc:spChg chg="mod">
          <ac:chgData name="Khanh Le" userId="bbb2d7388e46b6b1" providerId="LiveId" clId="{087C23D3-C7F6-404F-ABF4-3DBD0CACF754}" dt="2021-11-08T04:25:09.065" v="5523" actId="20577"/>
          <ac:spMkLst>
            <pc:docMk/>
            <pc:sldMk cId="3552470355" sldId="290"/>
            <ac:spMk id="3" creationId="{00000000-0000-0000-0000-000000000000}"/>
          </ac:spMkLst>
        </pc:spChg>
      </pc:sldChg>
      <pc:sldChg chg="modSp add del mod modNotesTx">
        <pc:chgData name="Khanh Le" userId="bbb2d7388e46b6b1" providerId="LiveId" clId="{087C23D3-C7F6-404F-ABF4-3DBD0CACF754}" dt="2021-11-08T04:26:40.995" v="5577" actId="47"/>
        <pc:sldMkLst>
          <pc:docMk/>
          <pc:sldMk cId="4086831420" sldId="291"/>
        </pc:sldMkLst>
        <pc:spChg chg="mod">
          <ac:chgData name="Khanh Le" userId="bbb2d7388e46b6b1" providerId="LiveId" clId="{087C23D3-C7F6-404F-ABF4-3DBD0CACF754}" dt="2021-11-08T04:25:39.527" v="5534" actId="21"/>
          <ac:spMkLst>
            <pc:docMk/>
            <pc:sldMk cId="4086831420" sldId="291"/>
            <ac:spMk id="3" creationId="{00000000-0000-0000-0000-000000000000}"/>
          </ac:spMkLst>
        </pc:spChg>
      </pc:sldChg>
      <pc:sldChg chg="addSp modSp add mod modNotesTx">
        <pc:chgData name="Khanh Le" userId="bbb2d7388e46b6b1" providerId="LiveId" clId="{087C23D3-C7F6-404F-ABF4-3DBD0CACF754}" dt="2021-11-08T04:27:34.072" v="5594" actId="1076"/>
        <pc:sldMkLst>
          <pc:docMk/>
          <pc:sldMk cId="1785490789" sldId="292"/>
        </pc:sldMkLst>
        <pc:spChg chg="add mod">
          <ac:chgData name="Khanh Le" userId="bbb2d7388e46b6b1" providerId="LiveId" clId="{087C23D3-C7F6-404F-ABF4-3DBD0CACF754}" dt="2021-11-08T04:27:09.416" v="5581" actId="21"/>
          <ac:spMkLst>
            <pc:docMk/>
            <pc:sldMk cId="1785490789" sldId="292"/>
            <ac:spMk id="4" creationId="{2EAC68DE-DE4B-4EB1-AA35-D1A5248D8F6E}"/>
          </ac:spMkLst>
        </pc:spChg>
        <pc:spChg chg="mod">
          <ac:chgData name="Khanh Le" userId="bbb2d7388e46b6b1" providerId="LiveId" clId="{087C23D3-C7F6-404F-ABF4-3DBD0CACF754}" dt="2021-11-08T04:10:00.147" v="5383" actId="1076"/>
          <ac:spMkLst>
            <pc:docMk/>
            <pc:sldMk cId="1785490789" sldId="292"/>
            <ac:spMk id="5" creationId="{00000000-0000-0000-0000-000000000000}"/>
          </ac:spMkLst>
        </pc:spChg>
        <pc:spChg chg="mod">
          <ac:chgData name="Khanh Le" userId="bbb2d7388e46b6b1" providerId="LiveId" clId="{087C23D3-C7F6-404F-ABF4-3DBD0CACF754}" dt="2021-11-08T04:27:34.072" v="5594" actId="1076"/>
          <ac:spMkLst>
            <pc:docMk/>
            <pc:sldMk cId="1785490789" sldId="292"/>
            <ac:spMk id="6" creationId="{022F28C2-591E-4AED-B418-24F272BFE193}"/>
          </ac:spMkLst>
        </pc:spChg>
      </pc:sldChg>
      <pc:sldChg chg="addSp delSp modSp new del mod">
        <pc:chgData name="Khanh Le" userId="bbb2d7388e46b6b1" providerId="LiveId" clId="{087C23D3-C7F6-404F-ABF4-3DBD0CACF754}" dt="2021-11-08T09:18:20.745" v="7707" actId="47"/>
        <pc:sldMkLst>
          <pc:docMk/>
          <pc:sldMk cId="2437807743" sldId="293"/>
        </pc:sldMkLst>
        <pc:spChg chg="del">
          <ac:chgData name="Khanh Le" userId="bbb2d7388e46b6b1" providerId="LiveId" clId="{087C23D3-C7F6-404F-ABF4-3DBD0CACF754}" dt="2021-11-08T04:29:20.606" v="5618" actId="478"/>
          <ac:spMkLst>
            <pc:docMk/>
            <pc:sldMk cId="2437807743" sldId="293"/>
            <ac:spMk id="2" creationId="{8FDCCADD-72F7-4CD5-BE4E-E31983DD6B3E}"/>
          </ac:spMkLst>
        </pc:spChg>
        <pc:spChg chg="del">
          <ac:chgData name="Khanh Le" userId="bbb2d7388e46b6b1" providerId="LiveId" clId="{087C23D3-C7F6-404F-ABF4-3DBD0CACF754}" dt="2021-11-08T04:29:21.798" v="5619" actId="478"/>
          <ac:spMkLst>
            <pc:docMk/>
            <pc:sldMk cId="2437807743" sldId="293"/>
            <ac:spMk id="3" creationId="{F449C30F-CCE0-474A-91B0-4A938139AF35}"/>
          </ac:spMkLst>
        </pc:spChg>
        <pc:spChg chg="add mod">
          <ac:chgData name="Khanh Le" userId="bbb2d7388e46b6b1" providerId="LiveId" clId="{087C23D3-C7F6-404F-ABF4-3DBD0CACF754}" dt="2021-11-08T04:29:23.988" v="5620" actId="1076"/>
          <ac:spMkLst>
            <pc:docMk/>
            <pc:sldMk cId="2437807743" sldId="293"/>
            <ac:spMk id="4" creationId="{ADD46A8A-0104-4724-A002-FEBA2838A5EE}"/>
          </ac:spMkLst>
        </pc:spChg>
      </pc:sldChg>
      <pc:sldChg chg="add del">
        <pc:chgData name="Khanh Le" userId="bbb2d7388e46b6b1" providerId="LiveId" clId="{087C23D3-C7F6-404F-ABF4-3DBD0CACF754}" dt="2021-11-08T07:16:24.536" v="6839" actId="47"/>
        <pc:sldMkLst>
          <pc:docMk/>
          <pc:sldMk cId="2091737609" sldId="294"/>
        </pc:sldMkLst>
      </pc:sldChg>
      <pc:sldChg chg="addSp delSp modSp new mod modNotesTx">
        <pc:chgData name="Khanh Le" userId="bbb2d7388e46b6b1" providerId="LiveId" clId="{087C23D3-C7F6-404F-ABF4-3DBD0CACF754}" dt="2021-11-09T16:56:17.120" v="8860" actId="1076"/>
        <pc:sldMkLst>
          <pc:docMk/>
          <pc:sldMk cId="2433624919" sldId="295"/>
        </pc:sldMkLst>
        <pc:spChg chg="del">
          <ac:chgData name="Khanh Le" userId="bbb2d7388e46b6b1" providerId="LiveId" clId="{087C23D3-C7F6-404F-ABF4-3DBD0CACF754}" dt="2021-11-08T08:24:16.025" v="7160" actId="478"/>
          <ac:spMkLst>
            <pc:docMk/>
            <pc:sldMk cId="2433624919" sldId="295"/>
            <ac:spMk id="2" creationId="{C2DF9758-3FE3-4B06-9027-E1F6EFF78FAF}"/>
          </ac:spMkLst>
        </pc:spChg>
        <pc:spChg chg="del">
          <ac:chgData name="Khanh Le" userId="bbb2d7388e46b6b1" providerId="LiveId" clId="{087C23D3-C7F6-404F-ABF4-3DBD0CACF754}" dt="2021-11-08T08:24:13.973" v="7159" actId="478"/>
          <ac:spMkLst>
            <pc:docMk/>
            <pc:sldMk cId="2433624919" sldId="295"/>
            <ac:spMk id="3" creationId="{91ED8E2E-A55E-44F9-A5D2-CBD1C3BA2CBD}"/>
          </ac:spMkLst>
        </pc:spChg>
        <pc:spChg chg="add mod">
          <ac:chgData name="Khanh Le" userId="bbb2d7388e46b6b1" providerId="LiveId" clId="{087C23D3-C7F6-404F-ABF4-3DBD0CACF754}" dt="2021-11-09T16:56:11.549" v="8858" actId="1076"/>
          <ac:spMkLst>
            <pc:docMk/>
            <pc:sldMk cId="2433624919" sldId="295"/>
            <ac:spMk id="5" creationId="{68F3AFAA-A1C6-4EE6-AB46-21FC750B90B4}"/>
          </ac:spMkLst>
        </pc:spChg>
        <pc:picChg chg="add del mod">
          <ac:chgData name="Khanh Le" userId="bbb2d7388e46b6b1" providerId="LiveId" clId="{087C23D3-C7F6-404F-ABF4-3DBD0CACF754}" dt="2021-11-09T16:47:37.245" v="8810" actId="478"/>
          <ac:picMkLst>
            <pc:docMk/>
            <pc:sldMk cId="2433624919" sldId="295"/>
            <ac:picMk id="4" creationId="{D0614E4A-FEF3-4243-976C-E54BB8B3D659}"/>
          </ac:picMkLst>
        </pc:picChg>
        <pc:picChg chg="add mod">
          <ac:chgData name="Khanh Le" userId="bbb2d7388e46b6b1" providerId="LiveId" clId="{087C23D3-C7F6-404F-ABF4-3DBD0CACF754}" dt="2021-11-09T16:56:17.120" v="8860" actId="1076"/>
          <ac:picMkLst>
            <pc:docMk/>
            <pc:sldMk cId="2433624919" sldId="295"/>
            <ac:picMk id="6" creationId="{C2664C26-5291-4AF9-A7EF-0A65831A7688}"/>
          </ac:picMkLst>
        </pc:picChg>
      </pc:sldChg>
      <pc:sldChg chg="addSp modSp add mod">
        <pc:chgData name="Khanh Le" userId="bbb2d7388e46b6b1" providerId="LiveId" clId="{087C23D3-C7F6-404F-ABF4-3DBD0CACF754}" dt="2021-11-08T08:52:57.725" v="7427" actId="14100"/>
        <pc:sldMkLst>
          <pc:docMk/>
          <pc:sldMk cId="3433196534" sldId="296"/>
        </pc:sldMkLst>
        <pc:spChg chg="mod">
          <ac:chgData name="Khanh Le" userId="bbb2d7388e46b6b1" providerId="LiveId" clId="{087C23D3-C7F6-404F-ABF4-3DBD0CACF754}" dt="2021-11-08T08:51:14.034" v="7387" actId="1076"/>
          <ac:spMkLst>
            <pc:docMk/>
            <pc:sldMk cId="3433196534" sldId="296"/>
            <ac:spMk id="3" creationId="{00000000-0000-0000-0000-000000000000}"/>
          </ac:spMkLst>
        </pc:spChg>
        <pc:spChg chg="add mod">
          <ac:chgData name="Khanh Le" userId="bbb2d7388e46b6b1" providerId="LiveId" clId="{087C23D3-C7F6-404F-ABF4-3DBD0CACF754}" dt="2021-11-08T08:52:50.748" v="7424" actId="27636"/>
          <ac:spMkLst>
            <pc:docMk/>
            <pc:sldMk cId="3433196534" sldId="296"/>
            <ac:spMk id="4" creationId="{69E3C306-AFF6-480B-8FE9-AFEB34FE9271}"/>
          </ac:spMkLst>
        </pc:spChg>
        <pc:picChg chg="add mod modCrop">
          <ac:chgData name="Khanh Le" userId="bbb2d7388e46b6b1" providerId="LiveId" clId="{087C23D3-C7F6-404F-ABF4-3DBD0CACF754}" dt="2021-11-08T08:52:52.498" v="7425" actId="1076"/>
          <ac:picMkLst>
            <pc:docMk/>
            <pc:sldMk cId="3433196534" sldId="296"/>
            <ac:picMk id="5" creationId="{8DC18CC8-EE8F-4BD9-AA81-B402A0E890BC}"/>
          </ac:picMkLst>
        </pc:picChg>
        <pc:picChg chg="add mod modCrop">
          <ac:chgData name="Khanh Le" userId="bbb2d7388e46b6b1" providerId="LiveId" clId="{087C23D3-C7F6-404F-ABF4-3DBD0CACF754}" dt="2021-11-08T08:52:57.725" v="7427" actId="14100"/>
          <ac:picMkLst>
            <pc:docMk/>
            <pc:sldMk cId="3433196534" sldId="296"/>
            <ac:picMk id="6" creationId="{16CE98FF-87B5-44A9-9220-8BC20D548FC4}"/>
          </ac:picMkLst>
        </pc:picChg>
      </pc:sldChg>
      <pc:sldChg chg="modSp mod">
        <pc:chgData name="Khanh Le" userId="bbb2d7388e46b6b1" providerId="LiveId" clId="{087C23D3-C7F6-404F-ABF4-3DBD0CACF754}" dt="2021-11-09T17:00:51.115" v="8903" actId="20577"/>
        <pc:sldMkLst>
          <pc:docMk/>
          <pc:sldMk cId="3433196534" sldId="298"/>
        </pc:sldMkLst>
        <pc:spChg chg="mod">
          <ac:chgData name="Khanh Le" userId="bbb2d7388e46b6b1" providerId="LiveId" clId="{087C23D3-C7F6-404F-ABF4-3DBD0CACF754}" dt="2021-11-09T17:00:51.115" v="8903" actId="20577"/>
          <ac:spMkLst>
            <pc:docMk/>
            <pc:sldMk cId="3433196534" sldId="298"/>
            <ac:spMk id="4" creationId="{69E3C306-AFF6-480B-8FE9-AFEB34FE9271}"/>
          </ac:spMkLst>
        </pc:spChg>
      </pc:sldChg>
      <pc:sldChg chg="add">
        <pc:chgData name="Khanh Le" userId="bbb2d7388e46b6b1" providerId="LiveId" clId="{087C23D3-C7F6-404F-ABF4-3DBD0CACF754}" dt="2021-11-08T09:07:07.590" v="7467"/>
        <pc:sldMkLst>
          <pc:docMk/>
          <pc:sldMk cId="787271043" sldId="299"/>
        </pc:sldMkLst>
      </pc:sldChg>
      <pc:sldChg chg="addSp delSp modSp add mod">
        <pc:chgData name="Khanh Le" userId="bbb2d7388e46b6b1" providerId="LiveId" clId="{087C23D3-C7F6-404F-ABF4-3DBD0CACF754}" dt="2021-11-08T09:10:45.217" v="7706" actId="20577"/>
        <pc:sldMkLst>
          <pc:docMk/>
          <pc:sldMk cId="1088614602" sldId="300"/>
        </pc:sldMkLst>
        <pc:spChg chg="add mod">
          <ac:chgData name="Khanh Le" userId="bbb2d7388e46b6b1" providerId="LiveId" clId="{087C23D3-C7F6-404F-ABF4-3DBD0CACF754}" dt="2021-11-08T09:10:45.217" v="7706" actId="20577"/>
          <ac:spMkLst>
            <pc:docMk/>
            <pc:sldMk cId="1088614602" sldId="300"/>
            <ac:spMk id="10" creationId="{08FEA278-4D39-4858-95FF-045EAE8DCC30}"/>
          </ac:spMkLst>
        </pc:spChg>
        <pc:picChg chg="add mod">
          <ac:chgData name="Khanh Le" userId="bbb2d7388e46b6b1" providerId="LiveId" clId="{087C23D3-C7F6-404F-ABF4-3DBD0CACF754}" dt="2021-11-08T09:08:24.700" v="7485" actId="1076"/>
          <ac:picMkLst>
            <pc:docMk/>
            <pc:sldMk cId="1088614602" sldId="300"/>
            <ac:picMk id="3" creationId="{ED00E900-C406-49F0-8836-42D7ACDA44C0}"/>
          </ac:picMkLst>
        </pc:picChg>
        <pc:picChg chg="del">
          <ac:chgData name="Khanh Le" userId="bbb2d7388e46b6b1" providerId="LiveId" clId="{087C23D3-C7F6-404F-ABF4-3DBD0CACF754}" dt="2021-11-08T09:08:11.469" v="7481" actId="478"/>
          <ac:picMkLst>
            <pc:docMk/>
            <pc:sldMk cId="1088614602" sldId="300"/>
            <ac:picMk id="5" creationId="{4AEB34B3-BED7-4188-93A2-493FD5A27E54}"/>
          </ac:picMkLst>
        </pc:picChg>
        <pc:picChg chg="add mod">
          <ac:chgData name="Khanh Le" userId="bbb2d7388e46b6b1" providerId="LiveId" clId="{087C23D3-C7F6-404F-ABF4-3DBD0CACF754}" dt="2021-11-08T09:10:06.208" v="7595" actId="14100"/>
          <ac:picMkLst>
            <pc:docMk/>
            <pc:sldMk cId="1088614602" sldId="300"/>
            <ac:picMk id="6" creationId="{A3D1AE62-36A4-4940-BE11-51E137A56122}"/>
          </ac:picMkLst>
        </pc:picChg>
        <pc:picChg chg="del">
          <ac:chgData name="Khanh Le" userId="bbb2d7388e46b6b1" providerId="LiveId" clId="{087C23D3-C7F6-404F-ABF4-3DBD0CACF754}" dt="2021-11-08T09:08:11.952" v="7482" actId="478"/>
          <ac:picMkLst>
            <pc:docMk/>
            <pc:sldMk cId="1088614602" sldId="300"/>
            <ac:picMk id="9" creationId="{A12F2195-6ACB-4FD4-9131-16A6D8C48E2F}"/>
          </ac:picMkLst>
        </pc:picChg>
        <pc:picChg chg="del">
          <ac:chgData name="Khanh Le" userId="bbb2d7388e46b6b1" providerId="LiveId" clId="{087C23D3-C7F6-404F-ABF4-3DBD0CACF754}" dt="2021-11-08T09:08:12.353" v="7483" actId="478"/>
          <ac:picMkLst>
            <pc:docMk/>
            <pc:sldMk cId="1088614602" sldId="300"/>
            <ac:picMk id="11" creationId="{6BAE66EE-2421-4EEA-9EF3-0DB00EE9246F}"/>
          </ac:picMkLst>
        </pc:picChg>
      </pc:sldChg>
      <pc:sldChg chg="addSp delSp modSp add mod">
        <pc:chgData name="Khanh Le" userId="bbb2d7388e46b6b1" providerId="LiveId" clId="{087C23D3-C7F6-404F-ABF4-3DBD0CACF754}" dt="2021-11-08T09:30:21.097" v="8171" actId="20577"/>
        <pc:sldMkLst>
          <pc:docMk/>
          <pc:sldMk cId="926561890" sldId="303"/>
        </pc:sldMkLst>
        <pc:spChg chg="mod">
          <ac:chgData name="Khanh Le" userId="bbb2d7388e46b6b1" providerId="LiveId" clId="{087C23D3-C7F6-404F-ABF4-3DBD0CACF754}" dt="2021-11-08T09:30:21.097" v="8171" actId="20577"/>
          <ac:spMkLst>
            <pc:docMk/>
            <pc:sldMk cId="926561890" sldId="303"/>
            <ac:spMk id="3" creationId="{00000000-0000-0000-0000-000000000000}"/>
          </ac:spMkLst>
        </pc:spChg>
        <pc:graphicFrameChg chg="add mod">
          <ac:chgData name="Khanh Le" userId="bbb2d7388e46b6b1" providerId="LiveId" clId="{087C23D3-C7F6-404F-ABF4-3DBD0CACF754}" dt="2021-11-08T09:29:58.728" v="8040" actId="1076"/>
          <ac:graphicFrameMkLst>
            <pc:docMk/>
            <pc:sldMk cId="926561890" sldId="303"/>
            <ac:graphicFrameMk id="2" creationId="{F4D14524-C763-4970-9F8A-EDF5A6EA84FE}"/>
          </ac:graphicFrameMkLst>
        </pc:graphicFrameChg>
        <pc:graphicFrameChg chg="del">
          <ac:chgData name="Khanh Le" userId="bbb2d7388e46b6b1" providerId="LiveId" clId="{087C23D3-C7F6-404F-ABF4-3DBD0CACF754}" dt="2021-11-08T09:29:47.403" v="8038" actId="478"/>
          <ac:graphicFrameMkLst>
            <pc:docMk/>
            <pc:sldMk cId="926561890" sldId="303"/>
            <ac:graphicFrameMk id="5" creationId="{AE282191-B0D8-4C62-BAA0-C419F2785118}"/>
          </ac:graphicFrameMkLst>
        </pc:graphicFrameChg>
      </pc:sldChg>
      <pc:sldChg chg="delSp modSp add del mod">
        <pc:chgData name="Khanh Le" userId="bbb2d7388e46b6b1" providerId="LiveId" clId="{087C23D3-C7F6-404F-ABF4-3DBD0CACF754}" dt="2021-11-08T09:31:38.691" v="8323" actId="47"/>
        <pc:sldMkLst>
          <pc:docMk/>
          <pc:sldMk cId="3109765964" sldId="304"/>
        </pc:sldMkLst>
        <pc:spChg chg="mod">
          <ac:chgData name="Khanh Le" userId="bbb2d7388e46b6b1" providerId="LiveId" clId="{087C23D3-C7F6-404F-ABF4-3DBD0CACF754}" dt="2021-11-08T09:31:33.260" v="8322" actId="20577"/>
          <ac:spMkLst>
            <pc:docMk/>
            <pc:sldMk cId="3109765964" sldId="304"/>
            <ac:spMk id="3" creationId="{00000000-0000-0000-0000-000000000000}"/>
          </ac:spMkLst>
        </pc:spChg>
        <pc:graphicFrameChg chg="del">
          <ac:chgData name="Khanh Le" userId="bbb2d7388e46b6b1" providerId="LiveId" clId="{087C23D3-C7F6-404F-ABF4-3DBD0CACF754}" dt="2021-11-08T09:30:28.889" v="8172" actId="478"/>
          <ac:graphicFrameMkLst>
            <pc:docMk/>
            <pc:sldMk cId="3109765964" sldId="304"/>
            <ac:graphicFrameMk id="5" creationId="{AE282191-B0D8-4C62-BAA0-C419F2785118}"/>
          </ac:graphicFrameMkLst>
        </pc:graphicFrameChg>
      </pc:sldChg>
      <pc:sldChg chg="add del">
        <pc:chgData name="Khanh Le" userId="bbb2d7388e46b6b1" providerId="LiveId" clId="{087C23D3-C7F6-404F-ABF4-3DBD0CACF754}" dt="2021-11-08T09:31:16.305" v="8317" actId="47"/>
        <pc:sldMkLst>
          <pc:docMk/>
          <pc:sldMk cId="2510383294" sldId="305"/>
        </pc:sldMkLst>
      </pc:sldChg>
      <pc:sldChg chg="addSp modSp add mod">
        <pc:chgData name="Khanh Le" userId="bbb2d7388e46b6b1" providerId="LiveId" clId="{087C23D3-C7F6-404F-ABF4-3DBD0CACF754}" dt="2021-11-08T09:31:27.215" v="8320"/>
        <pc:sldMkLst>
          <pc:docMk/>
          <pc:sldMk cId="1202297637" sldId="306"/>
        </pc:sldMkLst>
        <pc:spChg chg="mod">
          <ac:chgData name="Khanh Le" userId="bbb2d7388e46b6b1" providerId="LiveId" clId="{087C23D3-C7F6-404F-ABF4-3DBD0CACF754}" dt="2021-11-08T09:31:19.727" v="8319" actId="20577"/>
          <ac:spMkLst>
            <pc:docMk/>
            <pc:sldMk cId="1202297637" sldId="306"/>
            <ac:spMk id="3" creationId="{00000000-0000-0000-0000-000000000000}"/>
          </ac:spMkLst>
        </pc:spChg>
        <pc:graphicFrameChg chg="add mod">
          <ac:chgData name="Khanh Le" userId="bbb2d7388e46b6b1" providerId="LiveId" clId="{087C23D3-C7F6-404F-ABF4-3DBD0CACF754}" dt="2021-11-08T09:31:27.215" v="8320"/>
          <ac:graphicFrameMkLst>
            <pc:docMk/>
            <pc:sldMk cId="1202297637" sldId="306"/>
            <ac:graphicFrameMk id="2" creationId="{C7BC4D55-CB78-4F7B-ADAA-AD8B590A4527}"/>
          </ac:graphicFrameMkLst>
        </pc:graphicFrameChg>
      </pc:sldChg>
      <pc:sldChg chg="new del">
        <pc:chgData name="Khanh Le" userId="bbb2d7388e46b6b1" providerId="LiveId" clId="{087C23D3-C7F6-404F-ABF4-3DBD0CACF754}" dt="2021-11-09T08:49:27.345" v="8582" actId="47"/>
        <pc:sldMkLst>
          <pc:docMk/>
          <pc:sldMk cId="3417347300" sldId="308"/>
        </pc:sldMkLst>
      </pc:sldChg>
      <pc:sldChg chg="add del setBg">
        <pc:chgData name="Khanh Le" userId="bbb2d7388e46b6b1" providerId="LiveId" clId="{087C23D3-C7F6-404F-ABF4-3DBD0CACF754}" dt="2021-11-09T08:49:54.251" v="8586" actId="47"/>
        <pc:sldMkLst>
          <pc:docMk/>
          <pc:sldMk cId="3947738197" sldId="309"/>
        </pc:sldMkLst>
      </pc:sldChg>
      <pc:sldChg chg="add">
        <pc:chgData name="Khanh Le" userId="bbb2d7388e46b6b1" providerId="LiveId" clId="{087C23D3-C7F6-404F-ABF4-3DBD0CACF754}" dt="2021-11-09T08:49:01" v="8579"/>
        <pc:sldMkLst>
          <pc:docMk/>
          <pc:sldMk cId="3826654802" sldId="310"/>
        </pc:sldMkLst>
      </pc:sldChg>
      <pc:sldChg chg="add">
        <pc:chgData name="Khanh Le" userId="bbb2d7388e46b6b1" providerId="LiveId" clId="{087C23D3-C7F6-404F-ABF4-3DBD0CACF754}" dt="2021-11-09T08:49:01" v="8579"/>
        <pc:sldMkLst>
          <pc:docMk/>
          <pc:sldMk cId="3721816111" sldId="311"/>
        </pc:sldMkLst>
      </pc:sldChg>
      <pc:sldChg chg="add">
        <pc:chgData name="Khanh Le" userId="bbb2d7388e46b6b1" providerId="LiveId" clId="{087C23D3-C7F6-404F-ABF4-3DBD0CACF754}" dt="2021-11-09T08:49:01" v="8579"/>
        <pc:sldMkLst>
          <pc:docMk/>
          <pc:sldMk cId="3809276409" sldId="312"/>
        </pc:sldMkLst>
      </pc:sldChg>
      <pc:sldChg chg="add">
        <pc:chgData name="Khanh Le" userId="bbb2d7388e46b6b1" providerId="LiveId" clId="{087C23D3-C7F6-404F-ABF4-3DBD0CACF754}" dt="2021-11-09T08:49:01" v="8579"/>
        <pc:sldMkLst>
          <pc:docMk/>
          <pc:sldMk cId="1152990169" sldId="313"/>
        </pc:sldMkLst>
      </pc:sldChg>
      <pc:sldChg chg="add">
        <pc:chgData name="Khanh Le" userId="bbb2d7388e46b6b1" providerId="LiveId" clId="{087C23D3-C7F6-404F-ABF4-3DBD0CACF754}" dt="2021-11-09T08:49:01" v="8579"/>
        <pc:sldMkLst>
          <pc:docMk/>
          <pc:sldMk cId="128524510" sldId="314"/>
        </pc:sldMkLst>
      </pc:sldChg>
      <pc:sldChg chg="add">
        <pc:chgData name="Khanh Le" userId="bbb2d7388e46b6b1" providerId="LiveId" clId="{087C23D3-C7F6-404F-ABF4-3DBD0CACF754}" dt="2021-11-09T08:49:01" v="8579"/>
        <pc:sldMkLst>
          <pc:docMk/>
          <pc:sldMk cId="3519854134" sldId="315"/>
        </pc:sldMkLst>
      </pc:sldChg>
      <pc:sldChg chg="add">
        <pc:chgData name="Khanh Le" userId="bbb2d7388e46b6b1" providerId="LiveId" clId="{087C23D3-C7F6-404F-ABF4-3DBD0CACF754}" dt="2021-11-09T08:49:01" v="8579"/>
        <pc:sldMkLst>
          <pc:docMk/>
          <pc:sldMk cId="3490814591" sldId="316"/>
        </pc:sldMkLst>
      </pc:sldChg>
      <pc:sldChg chg="add">
        <pc:chgData name="Khanh Le" userId="bbb2d7388e46b6b1" providerId="LiveId" clId="{087C23D3-C7F6-404F-ABF4-3DBD0CACF754}" dt="2021-11-09T08:49:01" v="8579"/>
        <pc:sldMkLst>
          <pc:docMk/>
          <pc:sldMk cId="772288722" sldId="317"/>
        </pc:sldMkLst>
      </pc:sldChg>
      <pc:sldChg chg="add">
        <pc:chgData name="Khanh Le" userId="bbb2d7388e46b6b1" providerId="LiveId" clId="{087C23D3-C7F6-404F-ABF4-3DBD0CACF754}" dt="2021-11-09T08:49:01" v="8579"/>
        <pc:sldMkLst>
          <pc:docMk/>
          <pc:sldMk cId="953591213" sldId="318"/>
        </pc:sldMkLst>
      </pc:sldChg>
      <pc:sldChg chg="add">
        <pc:chgData name="Khanh Le" userId="bbb2d7388e46b6b1" providerId="LiveId" clId="{087C23D3-C7F6-404F-ABF4-3DBD0CACF754}" dt="2021-11-09T08:49:01" v="8579"/>
        <pc:sldMkLst>
          <pc:docMk/>
          <pc:sldMk cId="3162910924" sldId="319"/>
        </pc:sldMkLst>
      </pc:sldChg>
      <pc:sldChg chg="add">
        <pc:chgData name="Khanh Le" userId="bbb2d7388e46b6b1" providerId="LiveId" clId="{087C23D3-C7F6-404F-ABF4-3DBD0CACF754}" dt="2021-11-09T08:49:01" v="8579"/>
        <pc:sldMkLst>
          <pc:docMk/>
          <pc:sldMk cId="1127207085" sldId="320"/>
        </pc:sldMkLst>
      </pc:sldChg>
      <pc:sldChg chg="add">
        <pc:chgData name="Khanh Le" userId="bbb2d7388e46b6b1" providerId="LiveId" clId="{087C23D3-C7F6-404F-ABF4-3DBD0CACF754}" dt="2021-11-09T08:49:01" v="8579"/>
        <pc:sldMkLst>
          <pc:docMk/>
          <pc:sldMk cId="2048019075" sldId="321"/>
        </pc:sldMkLst>
      </pc:sldChg>
      <pc:sldChg chg="add">
        <pc:chgData name="Khanh Le" userId="bbb2d7388e46b6b1" providerId="LiveId" clId="{087C23D3-C7F6-404F-ABF4-3DBD0CACF754}" dt="2021-11-09T08:49:01" v="8579"/>
        <pc:sldMkLst>
          <pc:docMk/>
          <pc:sldMk cId="2941086516" sldId="322"/>
        </pc:sldMkLst>
      </pc:sldChg>
      <pc:sldChg chg="add">
        <pc:chgData name="Khanh Le" userId="bbb2d7388e46b6b1" providerId="LiveId" clId="{087C23D3-C7F6-404F-ABF4-3DBD0CACF754}" dt="2021-11-09T08:49:01" v="8579"/>
        <pc:sldMkLst>
          <pc:docMk/>
          <pc:sldMk cId="1038048403" sldId="323"/>
        </pc:sldMkLst>
      </pc:sldChg>
      <pc:sldChg chg="add del setBg">
        <pc:chgData name="Khanh Le" userId="bbb2d7388e46b6b1" providerId="LiveId" clId="{087C23D3-C7F6-404F-ABF4-3DBD0CACF754}" dt="2021-11-09T08:49:32.814" v="8584"/>
        <pc:sldMkLst>
          <pc:docMk/>
          <pc:sldMk cId="158374660" sldId="324"/>
        </pc:sldMkLst>
      </pc:sldChg>
      <pc:sldChg chg="add del setBg">
        <pc:chgData name="Khanh Le" userId="bbb2d7388e46b6b1" providerId="LiveId" clId="{087C23D3-C7F6-404F-ABF4-3DBD0CACF754}" dt="2021-11-09T08:49:19.237" v="8581" actId="47"/>
        <pc:sldMkLst>
          <pc:docMk/>
          <pc:sldMk cId="705193391" sldId="324"/>
        </pc:sldMkLst>
      </pc:sldChg>
      <pc:sldChg chg="add setBg">
        <pc:chgData name="Khanh Le" userId="bbb2d7388e46b6b1" providerId="LiveId" clId="{087C23D3-C7F6-404F-ABF4-3DBD0CACF754}" dt="2021-11-09T08:51:37.351" v="8594"/>
        <pc:sldMkLst>
          <pc:docMk/>
          <pc:sldMk cId="2711183874" sldId="324"/>
        </pc:sldMkLst>
      </pc:sldChg>
      <pc:sldChg chg="addSp delSp modSp mod">
        <pc:chgData name="Khanh Le" userId="bbb2d7388e46b6b1" providerId="LiveId" clId="{087C23D3-C7F6-404F-ABF4-3DBD0CACF754}" dt="2021-11-09T09:13:49.037" v="8679" actId="20577"/>
        <pc:sldMkLst>
          <pc:docMk/>
          <pc:sldMk cId="3808109947" sldId="325"/>
        </pc:sldMkLst>
        <pc:spChg chg="del">
          <ac:chgData name="Khanh Le" userId="bbb2d7388e46b6b1" providerId="LiveId" clId="{087C23D3-C7F6-404F-ABF4-3DBD0CACF754}" dt="2021-11-09T08:59:15.666" v="8595" actId="478"/>
          <ac:spMkLst>
            <pc:docMk/>
            <pc:sldMk cId="3808109947" sldId="325"/>
            <ac:spMk id="2" creationId="{00000000-0000-0000-0000-000000000000}"/>
          </ac:spMkLst>
        </pc:spChg>
        <pc:spChg chg="del">
          <ac:chgData name="Khanh Le" userId="bbb2d7388e46b6b1" providerId="LiveId" clId="{087C23D3-C7F6-404F-ABF4-3DBD0CACF754}" dt="2021-11-09T08:59:16.776" v="8596" actId="478"/>
          <ac:spMkLst>
            <pc:docMk/>
            <pc:sldMk cId="3808109947" sldId="325"/>
            <ac:spMk id="3" creationId="{00000000-0000-0000-0000-000000000000}"/>
          </ac:spMkLst>
        </pc:spChg>
        <pc:spChg chg="add mod">
          <ac:chgData name="Khanh Le" userId="bbb2d7388e46b6b1" providerId="LiveId" clId="{087C23D3-C7F6-404F-ABF4-3DBD0CACF754}" dt="2021-11-09T09:13:49.037" v="8679" actId="20577"/>
          <ac:spMkLst>
            <pc:docMk/>
            <pc:sldMk cId="3808109947" sldId="325"/>
            <ac:spMk id="4" creationId="{3919E550-613A-4829-B72A-9F801FC1DD98}"/>
          </ac:spMkLst>
        </pc:spChg>
        <pc:spChg chg="add mod">
          <ac:chgData name="Khanh Le" userId="bbb2d7388e46b6b1" providerId="LiveId" clId="{087C23D3-C7F6-404F-ABF4-3DBD0CACF754}" dt="2021-11-09T08:59:17.606" v="8597"/>
          <ac:spMkLst>
            <pc:docMk/>
            <pc:sldMk cId="3808109947" sldId="325"/>
            <ac:spMk id="5" creationId="{DC48CB86-4B7A-400E-9CF5-EC85497BE554}"/>
          </ac:spMkLst>
        </pc:spChg>
      </pc:sldChg>
      <pc:sldChg chg="modNotesTx">
        <pc:chgData name="Khanh Le" userId="bbb2d7388e46b6b1" providerId="LiveId" clId="{087C23D3-C7F6-404F-ABF4-3DBD0CACF754}" dt="2021-11-09T09:21:10.763" v="8715" actId="20577"/>
        <pc:sldMkLst>
          <pc:docMk/>
          <pc:sldMk cId="4188364491" sldId="327"/>
        </pc:sldMkLst>
      </pc:sldChg>
      <pc:sldChg chg="addSp delSp modSp add mod setBg modNotesTx">
        <pc:chgData name="Khanh Le" userId="bbb2d7388e46b6b1" providerId="LiveId" clId="{087C23D3-C7F6-404F-ABF4-3DBD0CACF754}" dt="2021-11-09T16:59:01.821" v="8901" actId="20577"/>
        <pc:sldMkLst>
          <pc:docMk/>
          <pc:sldMk cId="501939049" sldId="328"/>
        </pc:sldMkLst>
        <pc:spChg chg="add mod">
          <ac:chgData name="Khanh Le" userId="bbb2d7388e46b6b1" providerId="LiveId" clId="{087C23D3-C7F6-404F-ABF4-3DBD0CACF754}" dt="2021-11-09T16:59:01.821" v="8901" actId="20577"/>
          <ac:spMkLst>
            <pc:docMk/>
            <pc:sldMk cId="501939049" sldId="328"/>
            <ac:spMk id="5" creationId="{AD8C2ED8-91F2-4D6A-9C91-B559EE7A8A41}"/>
          </ac:spMkLst>
        </pc:spChg>
        <pc:picChg chg="del">
          <ac:chgData name="Khanh Le" userId="bbb2d7388e46b6b1" providerId="LiveId" clId="{087C23D3-C7F6-404F-ABF4-3DBD0CACF754}" dt="2021-11-09T16:43:14.077" v="8796" actId="478"/>
          <ac:picMkLst>
            <pc:docMk/>
            <pc:sldMk cId="501939049" sldId="328"/>
            <ac:picMk id="4" creationId="{D0614E4A-FEF3-4243-976C-E54BB8B3D659}"/>
          </ac:picMkLst>
        </pc:picChg>
        <pc:picChg chg="add mod">
          <ac:chgData name="Khanh Le" userId="bbb2d7388e46b6b1" providerId="LiveId" clId="{087C23D3-C7F6-404F-ABF4-3DBD0CACF754}" dt="2021-11-09T16:57:27.135" v="8899" actId="1036"/>
          <ac:picMkLst>
            <pc:docMk/>
            <pc:sldMk cId="501939049" sldId="328"/>
            <ac:picMk id="6" creationId="{B1380328-26DF-43F5-B42C-D4C4E8BAE334}"/>
          </ac:picMkLst>
        </pc:picChg>
      </pc:sldChg>
      <pc:sldChg chg="add">
        <pc:chgData name="Khanh Le" userId="bbb2d7388e46b6b1" providerId="LiveId" clId="{087C23D3-C7F6-404F-ABF4-3DBD0CACF754}" dt="2021-11-10T01:53:54.251" v="8904"/>
        <pc:sldMkLst>
          <pc:docMk/>
          <pc:sldMk cId="1683144549" sldId="329"/>
        </pc:sldMkLst>
      </pc:sldChg>
      <pc:sldChg chg="add del setBg">
        <pc:chgData name="Khanh Le" userId="bbb2d7388e46b6b1" providerId="LiveId" clId="{087C23D3-C7F6-404F-ABF4-3DBD0CACF754}" dt="2021-11-09T16:49:42.953" v="8827" actId="47"/>
        <pc:sldMkLst>
          <pc:docMk/>
          <pc:sldMk cId="3520429353" sldId="329"/>
        </pc:sldMkLst>
      </pc:sldChg>
    </pc:docChg>
  </pc:docChgLst>
  <pc:docChgLst>
    <pc:chgData name="RESEARCH CENTER VIAM" userId="be51958547f944e7" providerId="LiveId" clId="{836CA6AB-8B8A-4DDA-AD98-38AB0066C88A}"/>
    <pc:docChg chg="undo redo custSel addSld delSld modSld sldOrd">
      <pc:chgData name="RESEARCH CENTER VIAM" userId="be51958547f944e7" providerId="LiveId" clId="{836CA6AB-8B8A-4DDA-AD98-38AB0066C88A}" dt="2021-11-09T09:52:31.121" v="2381" actId="478"/>
      <pc:docMkLst>
        <pc:docMk/>
      </pc:docMkLst>
      <pc:sldChg chg="modSp mod ord">
        <pc:chgData name="RESEARCH CENTER VIAM" userId="be51958547f944e7" providerId="LiveId" clId="{836CA6AB-8B8A-4DDA-AD98-38AB0066C88A}" dt="2021-11-08T10:19:04.740" v="1685" actId="113"/>
        <pc:sldMkLst>
          <pc:docMk/>
          <pc:sldMk cId="1608750514" sldId="256"/>
        </pc:sldMkLst>
        <pc:spChg chg="mod">
          <ac:chgData name="RESEARCH CENTER VIAM" userId="be51958547f944e7" providerId="LiveId" clId="{836CA6AB-8B8A-4DDA-AD98-38AB0066C88A}" dt="2021-11-08T10:19:04.740" v="1685" actId="113"/>
          <ac:spMkLst>
            <pc:docMk/>
            <pc:sldMk cId="1608750514" sldId="256"/>
            <ac:spMk id="39" creationId="{0F6A64DC-81C5-4B6E-9CFE-027561DA83E2}"/>
          </ac:spMkLst>
        </pc:spChg>
      </pc:sldChg>
      <pc:sldChg chg="modSp mod">
        <pc:chgData name="RESEARCH CENTER VIAM" userId="be51958547f944e7" providerId="LiveId" clId="{836CA6AB-8B8A-4DDA-AD98-38AB0066C88A}" dt="2021-11-08T03:59:55.058" v="53" actId="255"/>
        <pc:sldMkLst>
          <pc:docMk/>
          <pc:sldMk cId="3840875554" sldId="257"/>
        </pc:sldMkLst>
        <pc:spChg chg="mod">
          <ac:chgData name="RESEARCH CENTER VIAM" userId="be51958547f944e7" providerId="LiveId" clId="{836CA6AB-8B8A-4DDA-AD98-38AB0066C88A}" dt="2021-11-08T03:59:55.058" v="53" actId="255"/>
          <ac:spMkLst>
            <pc:docMk/>
            <pc:sldMk cId="3840875554" sldId="257"/>
            <ac:spMk id="2" creationId="{00000000-0000-0000-0000-000000000000}"/>
          </ac:spMkLst>
        </pc:spChg>
      </pc:sldChg>
      <pc:sldChg chg="addSp delSp modSp mod ord modNotesTx">
        <pc:chgData name="RESEARCH CENTER VIAM" userId="be51958547f944e7" providerId="LiveId" clId="{836CA6AB-8B8A-4DDA-AD98-38AB0066C88A}" dt="2021-11-09T09:03:31.641" v="1979"/>
        <pc:sldMkLst>
          <pc:docMk/>
          <pc:sldMk cId="883242560" sldId="258"/>
        </pc:sldMkLst>
        <pc:spChg chg="del mod">
          <ac:chgData name="RESEARCH CENTER VIAM" userId="be51958547f944e7" providerId="LiveId" clId="{836CA6AB-8B8A-4DDA-AD98-38AB0066C88A}" dt="2021-11-08T09:09:01.800" v="1149" actId="478"/>
          <ac:spMkLst>
            <pc:docMk/>
            <pc:sldMk cId="883242560" sldId="258"/>
            <ac:spMk id="2" creationId="{00000000-0000-0000-0000-000000000000}"/>
          </ac:spMkLst>
        </pc:spChg>
        <pc:spChg chg="add del mod">
          <ac:chgData name="RESEARCH CENTER VIAM" userId="be51958547f944e7" providerId="LiveId" clId="{836CA6AB-8B8A-4DDA-AD98-38AB0066C88A}" dt="2021-11-08T09:09:03.285" v="1150" actId="478"/>
          <ac:spMkLst>
            <pc:docMk/>
            <pc:sldMk cId="883242560" sldId="258"/>
            <ac:spMk id="5" creationId="{DA5B634D-DEBE-49E1-8362-AD2042DDDBAC}"/>
          </ac:spMkLst>
        </pc:spChg>
        <pc:spChg chg="add del mod">
          <ac:chgData name="RESEARCH CENTER VIAM" userId="be51958547f944e7" providerId="LiveId" clId="{836CA6AB-8B8A-4DDA-AD98-38AB0066C88A}" dt="2021-11-08T04:20:47.813" v="373" actId="478"/>
          <ac:spMkLst>
            <pc:docMk/>
            <pc:sldMk cId="883242560" sldId="258"/>
            <ac:spMk id="26" creationId="{4F1AFCA7-C866-4272-B3D3-4000A1AE591C}"/>
          </ac:spMkLst>
        </pc:spChg>
        <pc:spChg chg="add del mod">
          <ac:chgData name="RESEARCH CENTER VIAM" userId="be51958547f944e7" providerId="LiveId" clId="{836CA6AB-8B8A-4DDA-AD98-38AB0066C88A}" dt="2021-11-08T04:24:50.817" v="409" actId="478"/>
          <ac:spMkLst>
            <pc:docMk/>
            <pc:sldMk cId="883242560" sldId="258"/>
            <ac:spMk id="31" creationId="{0D20EA4A-70D1-445F-8CE4-277046DA7B70}"/>
          </ac:spMkLst>
        </pc:spChg>
        <pc:spChg chg="add mod topLvl">
          <ac:chgData name="RESEARCH CENTER VIAM" userId="be51958547f944e7" providerId="LiveId" clId="{836CA6AB-8B8A-4DDA-AD98-38AB0066C88A}" dt="2021-11-08T06:59:24.048" v="653" actId="164"/>
          <ac:spMkLst>
            <pc:docMk/>
            <pc:sldMk cId="883242560" sldId="258"/>
            <ac:spMk id="39" creationId="{871ED6DE-9529-4D00-AE78-373C71516329}"/>
          </ac:spMkLst>
        </pc:spChg>
        <pc:spChg chg="add del mod">
          <ac:chgData name="RESEARCH CENTER VIAM" userId="be51958547f944e7" providerId="LiveId" clId="{836CA6AB-8B8A-4DDA-AD98-38AB0066C88A}" dt="2021-11-08T06:57:38.761" v="627" actId="478"/>
          <ac:spMkLst>
            <pc:docMk/>
            <pc:sldMk cId="883242560" sldId="258"/>
            <ac:spMk id="43" creationId="{87C59CF6-9727-46A9-9F5F-F7A8009518CF}"/>
          </ac:spMkLst>
        </pc:spChg>
        <pc:spChg chg="add del mod">
          <ac:chgData name="RESEARCH CENTER VIAM" userId="be51958547f944e7" providerId="LiveId" clId="{836CA6AB-8B8A-4DDA-AD98-38AB0066C88A}" dt="2021-11-08T04:30:55.840" v="470"/>
          <ac:spMkLst>
            <pc:docMk/>
            <pc:sldMk cId="883242560" sldId="258"/>
            <ac:spMk id="44" creationId="{4C29FC43-0A42-45E8-BA49-B86440224F34}"/>
          </ac:spMkLst>
        </pc:spChg>
        <pc:spChg chg="add del mod">
          <ac:chgData name="RESEARCH CENTER VIAM" userId="be51958547f944e7" providerId="LiveId" clId="{836CA6AB-8B8A-4DDA-AD98-38AB0066C88A}" dt="2021-11-08T04:31:20.925" v="499"/>
          <ac:spMkLst>
            <pc:docMk/>
            <pc:sldMk cId="883242560" sldId="258"/>
            <ac:spMk id="45" creationId="{FC0AD686-7BAD-4577-99C4-E617973CB767}"/>
          </ac:spMkLst>
        </pc:spChg>
        <pc:grpChg chg="add mod">
          <ac:chgData name="RESEARCH CENTER VIAM" userId="be51958547f944e7" providerId="LiveId" clId="{836CA6AB-8B8A-4DDA-AD98-38AB0066C88A}" dt="2021-11-08T09:09:14.222" v="1153" actId="1076"/>
          <ac:grpSpMkLst>
            <pc:docMk/>
            <pc:sldMk cId="883242560" sldId="258"/>
            <ac:grpSpMk id="3" creationId="{05AA45C4-C85F-4178-8ED2-98E565F32E37}"/>
          </ac:grpSpMkLst>
        </pc:grpChg>
        <pc:grpChg chg="add mod">
          <ac:chgData name="RESEARCH CENTER VIAM" userId="be51958547f944e7" providerId="LiveId" clId="{836CA6AB-8B8A-4DDA-AD98-38AB0066C88A}" dt="2021-11-08T09:09:06.691" v="1151" actId="1076"/>
          <ac:grpSpMkLst>
            <pc:docMk/>
            <pc:sldMk cId="883242560" sldId="258"/>
            <ac:grpSpMk id="11" creationId="{B45522E2-8B8B-4B9F-8939-CCEEB4D9E42C}"/>
          </ac:grpSpMkLst>
        </pc:grpChg>
        <pc:grpChg chg="add mod">
          <ac:chgData name="RESEARCH CENTER VIAM" userId="be51958547f944e7" providerId="LiveId" clId="{836CA6AB-8B8A-4DDA-AD98-38AB0066C88A}" dt="2021-11-08T09:09:09.909" v="1152" actId="1076"/>
          <ac:grpSpMkLst>
            <pc:docMk/>
            <pc:sldMk cId="883242560" sldId="258"/>
            <ac:grpSpMk id="27" creationId="{225E0517-C781-4F20-B36D-60643E9B43E7}"/>
          </ac:grpSpMkLst>
        </pc:grpChg>
        <pc:grpChg chg="add mod topLvl">
          <ac:chgData name="RESEARCH CENTER VIAM" userId="be51958547f944e7" providerId="LiveId" clId="{836CA6AB-8B8A-4DDA-AD98-38AB0066C88A}" dt="2021-11-08T06:59:24.048" v="653" actId="164"/>
          <ac:grpSpMkLst>
            <pc:docMk/>
            <pc:sldMk cId="883242560" sldId="258"/>
            <ac:grpSpMk id="37" creationId="{E6C80A1F-BDE7-48FE-9570-0453609F3A89}"/>
          </ac:grpSpMkLst>
        </pc:grpChg>
        <pc:grpChg chg="add del mod">
          <ac:chgData name="RESEARCH CENTER VIAM" userId="be51958547f944e7" providerId="LiveId" clId="{836CA6AB-8B8A-4DDA-AD98-38AB0066C88A}" dt="2021-11-08T06:58:49.834" v="642" actId="165"/>
          <ac:grpSpMkLst>
            <pc:docMk/>
            <pc:sldMk cId="883242560" sldId="258"/>
            <ac:grpSpMk id="40" creationId="{219E1337-0376-49A5-8896-568168F7AFD3}"/>
          </ac:grpSpMkLst>
        </pc:grpChg>
        <pc:graphicFrameChg chg="add del mod">
          <ac:chgData name="RESEARCH CENTER VIAM" userId="be51958547f944e7" providerId="LiveId" clId="{836CA6AB-8B8A-4DDA-AD98-38AB0066C88A}" dt="2021-11-08T04:29:01.820" v="457" actId="478"/>
          <ac:graphicFrameMkLst>
            <pc:docMk/>
            <pc:sldMk cId="883242560" sldId="258"/>
            <ac:graphicFrameMk id="41" creationId="{DE4D4B18-CFA2-4FC3-8D56-1B28D75E9BBC}"/>
          </ac:graphicFrameMkLst>
        </pc:graphicFrameChg>
        <pc:graphicFrameChg chg="add mod modGraphic">
          <ac:chgData name="RESEARCH CENTER VIAM" userId="be51958547f944e7" providerId="LiveId" clId="{836CA6AB-8B8A-4DDA-AD98-38AB0066C88A}" dt="2021-11-08T06:59:24.048" v="653" actId="164"/>
          <ac:graphicFrameMkLst>
            <pc:docMk/>
            <pc:sldMk cId="883242560" sldId="258"/>
            <ac:graphicFrameMk id="42" creationId="{25EE4EED-A65F-498C-AC72-505D6D5AC20B}"/>
          </ac:graphicFrameMkLst>
        </pc:graphicFrameChg>
        <pc:picChg chg="add del mod modCrop">
          <ac:chgData name="RESEARCH CENTER VIAM" userId="be51958547f944e7" providerId="LiveId" clId="{836CA6AB-8B8A-4DDA-AD98-38AB0066C88A}" dt="2021-11-08T03:56:10.626" v="30" actId="478"/>
          <ac:picMkLst>
            <pc:docMk/>
            <pc:sldMk cId="883242560" sldId="258"/>
            <ac:picMk id="4" creationId="{8D2A2CB2-2047-4BD8-8048-52C7116A3694}"/>
          </ac:picMkLst>
        </pc:picChg>
        <pc:picChg chg="add del mod modCrop">
          <ac:chgData name="RESEARCH CENTER VIAM" userId="be51958547f944e7" providerId="LiveId" clId="{836CA6AB-8B8A-4DDA-AD98-38AB0066C88A}" dt="2021-11-08T03:56:10.077" v="29" actId="478"/>
          <ac:picMkLst>
            <pc:docMk/>
            <pc:sldMk cId="883242560" sldId="258"/>
            <ac:picMk id="6" creationId="{32E297C2-3E08-44AA-823A-45A43AC6AAF6}"/>
          </ac:picMkLst>
        </pc:picChg>
        <pc:picChg chg="add mod modCrop">
          <ac:chgData name="RESEARCH CENTER VIAM" userId="be51958547f944e7" providerId="LiveId" clId="{836CA6AB-8B8A-4DDA-AD98-38AB0066C88A}" dt="2021-11-08T04:08:22.513" v="303" actId="732"/>
          <ac:picMkLst>
            <pc:docMk/>
            <pc:sldMk cId="883242560" sldId="258"/>
            <ac:picMk id="8" creationId="{7DB036D8-C3E2-4B20-866B-D9EBFBFE795B}"/>
          </ac:picMkLst>
        </pc:picChg>
        <pc:picChg chg="add mod modCrop">
          <ac:chgData name="RESEARCH CENTER VIAM" userId="be51958547f944e7" providerId="LiveId" clId="{836CA6AB-8B8A-4DDA-AD98-38AB0066C88A}" dt="2021-11-08T04:08:13.982" v="301" actId="732"/>
          <ac:picMkLst>
            <pc:docMk/>
            <pc:sldMk cId="883242560" sldId="258"/>
            <ac:picMk id="10" creationId="{EAF66800-4AEA-4D86-8E72-10662CD03371}"/>
          </ac:picMkLst>
        </pc:picChg>
        <pc:picChg chg="add mod">
          <ac:chgData name="RESEARCH CENTER VIAM" userId="be51958547f944e7" providerId="LiveId" clId="{836CA6AB-8B8A-4DDA-AD98-38AB0066C88A}" dt="2021-11-08T04:19:53.095" v="371" actId="164"/>
          <ac:picMkLst>
            <pc:docMk/>
            <pc:sldMk cId="883242560" sldId="258"/>
            <ac:picMk id="13" creationId="{F7C8B203-D4A2-45F9-82CF-A50605EC2761}"/>
          </ac:picMkLst>
        </pc:picChg>
        <pc:picChg chg="add mod">
          <ac:chgData name="RESEARCH CENTER VIAM" userId="be51958547f944e7" providerId="LiveId" clId="{836CA6AB-8B8A-4DDA-AD98-38AB0066C88A}" dt="2021-11-08T04:19:53.095" v="371" actId="164"/>
          <ac:picMkLst>
            <pc:docMk/>
            <pc:sldMk cId="883242560" sldId="258"/>
            <ac:picMk id="14" creationId="{8381112A-6A1B-481D-9B91-92CC5AE0958C}"/>
          </ac:picMkLst>
        </pc:picChg>
        <pc:picChg chg="add mod">
          <ac:chgData name="RESEARCH CENTER VIAM" userId="be51958547f944e7" providerId="LiveId" clId="{836CA6AB-8B8A-4DDA-AD98-38AB0066C88A}" dt="2021-11-08T04:19:53.095" v="371" actId="164"/>
          <ac:picMkLst>
            <pc:docMk/>
            <pc:sldMk cId="883242560" sldId="258"/>
            <ac:picMk id="15" creationId="{EC8A2CC9-A27C-407F-908F-2CC271AAC7C1}"/>
          </ac:picMkLst>
        </pc:picChg>
        <pc:picChg chg="add mod">
          <ac:chgData name="RESEARCH CENTER VIAM" userId="be51958547f944e7" providerId="LiveId" clId="{836CA6AB-8B8A-4DDA-AD98-38AB0066C88A}" dt="2021-11-08T04:19:53.095" v="371" actId="164"/>
          <ac:picMkLst>
            <pc:docMk/>
            <pc:sldMk cId="883242560" sldId="258"/>
            <ac:picMk id="16" creationId="{9F034227-1D9A-4652-BCA0-0D27C55F27B0}"/>
          </ac:picMkLst>
        </pc:picChg>
        <pc:picChg chg="add mod">
          <ac:chgData name="RESEARCH CENTER VIAM" userId="be51958547f944e7" providerId="LiveId" clId="{836CA6AB-8B8A-4DDA-AD98-38AB0066C88A}" dt="2021-11-08T04:19:53.095" v="371" actId="164"/>
          <ac:picMkLst>
            <pc:docMk/>
            <pc:sldMk cId="883242560" sldId="258"/>
            <ac:picMk id="17" creationId="{93EF4DF2-0D13-45F6-97ED-8FEEC8EEB731}"/>
          </ac:picMkLst>
        </pc:picChg>
        <pc:picChg chg="add mod">
          <ac:chgData name="RESEARCH CENTER VIAM" userId="be51958547f944e7" providerId="LiveId" clId="{836CA6AB-8B8A-4DDA-AD98-38AB0066C88A}" dt="2021-11-08T04:19:53.095" v="371" actId="164"/>
          <ac:picMkLst>
            <pc:docMk/>
            <pc:sldMk cId="883242560" sldId="258"/>
            <ac:picMk id="18" creationId="{D56B35AC-2F19-48CC-BB56-AAD8F28B3F7D}"/>
          </ac:picMkLst>
        </pc:picChg>
        <pc:picChg chg="add mod">
          <ac:chgData name="RESEARCH CENTER VIAM" userId="be51958547f944e7" providerId="LiveId" clId="{836CA6AB-8B8A-4DDA-AD98-38AB0066C88A}" dt="2021-11-08T04:19:53.095" v="371" actId="164"/>
          <ac:picMkLst>
            <pc:docMk/>
            <pc:sldMk cId="883242560" sldId="258"/>
            <ac:picMk id="19" creationId="{C7D52676-9E6D-4A10-B5AB-5A13C733B445}"/>
          </ac:picMkLst>
        </pc:picChg>
        <pc:picChg chg="add mod">
          <ac:chgData name="RESEARCH CENTER VIAM" userId="be51958547f944e7" providerId="LiveId" clId="{836CA6AB-8B8A-4DDA-AD98-38AB0066C88A}" dt="2021-11-08T04:19:53.095" v="371" actId="164"/>
          <ac:picMkLst>
            <pc:docMk/>
            <pc:sldMk cId="883242560" sldId="258"/>
            <ac:picMk id="20" creationId="{30DBFB3D-A239-43B1-96DB-A7B37A9BB5FF}"/>
          </ac:picMkLst>
        </pc:picChg>
        <pc:picChg chg="add mod">
          <ac:chgData name="RESEARCH CENTER VIAM" userId="be51958547f944e7" providerId="LiveId" clId="{836CA6AB-8B8A-4DDA-AD98-38AB0066C88A}" dt="2021-11-08T04:19:53.095" v="371" actId="164"/>
          <ac:picMkLst>
            <pc:docMk/>
            <pc:sldMk cId="883242560" sldId="258"/>
            <ac:picMk id="21" creationId="{47100FE1-D093-422D-A68B-7C11747A7B3F}"/>
          </ac:picMkLst>
        </pc:picChg>
        <pc:picChg chg="add mod">
          <ac:chgData name="RESEARCH CENTER VIAM" userId="be51958547f944e7" providerId="LiveId" clId="{836CA6AB-8B8A-4DDA-AD98-38AB0066C88A}" dt="2021-11-08T04:19:53.095" v="371" actId="164"/>
          <ac:picMkLst>
            <pc:docMk/>
            <pc:sldMk cId="883242560" sldId="258"/>
            <ac:picMk id="22" creationId="{5CF30297-2352-4DDF-93F2-44E0C18896A4}"/>
          </ac:picMkLst>
        </pc:picChg>
        <pc:picChg chg="add mod">
          <ac:chgData name="RESEARCH CENTER VIAM" userId="be51958547f944e7" providerId="LiveId" clId="{836CA6AB-8B8A-4DDA-AD98-38AB0066C88A}" dt="2021-11-08T04:19:53.095" v="371" actId="164"/>
          <ac:picMkLst>
            <pc:docMk/>
            <pc:sldMk cId="883242560" sldId="258"/>
            <ac:picMk id="23" creationId="{28CF9051-E801-4435-AA91-AA18F384449D}"/>
          </ac:picMkLst>
        </pc:picChg>
        <pc:picChg chg="add del mod">
          <ac:chgData name="RESEARCH CENTER VIAM" userId="be51958547f944e7" providerId="LiveId" clId="{836CA6AB-8B8A-4DDA-AD98-38AB0066C88A}" dt="2021-11-08T04:17:04.042" v="359" actId="478"/>
          <ac:picMkLst>
            <pc:docMk/>
            <pc:sldMk cId="883242560" sldId="258"/>
            <ac:picMk id="24" creationId="{CE85F4BA-D2A8-444B-A595-A5518C70B8A8}"/>
          </ac:picMkLst>
        </pc:picChg>
        <pc:picChg chg="add mod">
          <ac:chgData name="RESEARCH CENTER VIAM" userId="be51958547f944e7" providerId="LiveId" clId="{836CA6AB-8B8A-4DDA-AD98-38AB0066C88A}" dt="2021-11-08T06:58:49.834" v="642" actId="165"/>
          <ac:picMkLst>
            <pc:docMk/>
            <pc:sldMk cId="883242560" sldId="258"/>
            <ac:picMk id="29" creationId="{BF420210-A1BF-46B1-9266-C03C08E63F18}"/>
          </ac:picMkLst>
        </pc:picChg>
        <pc:picChg chg="add mod">
          <ac:chgData name="RESEARCH CENTER VIAM" userId="be51958547f944e7" providerId="LiveId" clId="{836CA6AB-8B8A-4DDA-AD98-38AB0066C88A}" dt="2021-11-08T06:58:49.834" v="642" actId="165"/>
          <ac:picMkLst>
            <pc:docMk/>
            <pc:sldMk cId="883242560" sldId="258"/>
            <ac:picMk id="32" creationId="{90D288BD-E494-4B5B-91C6-2E52B16384EC}"/>
          </ac:picMkLst>
        </pc:picChg>
        <pc:picChg chg="add mod">
          <ac:chgData name="RESEARCH CENTER VIAM" userId="be51958547f944e7" providerId="LiveId" clId="{836CA6AB-8B8A-4DDA-AD98-38AB0066C88A}" dt="2021-11-08T06:58:49.834" v="642" actId="165"/>
          <ac:picMkLst>
            <pc:docMk/>
            <pc:sldMk cId="883242560" sldId="258"/>
            <ac:picMk id="33" creationId="{09E4E509-4A1E-4692-9CC4-9B07825ECC2E}"/>
          </ac:picMkLst>
        </pc:picChg>
        <pc:picChg chg="add mod">
          <ac:chgData name="RESEARCH CENTER VIAM" userId="be51958547f944e7" providerId="LiveId" clId="{836CA6AB-8B8A-4DDA-AD98-38AB0066C88A}" dt="2021-11-08T06:58:49.834" v="642" actId="165"/>
          <ac:picMkLst>
            <pc:docMk/>
            <pc:sldMk cId="883242560" sldId="258"/>
            <ac:picMk id="34" creationId="{D74F5312-BB48-4828-8A7B-C21D29562835}"/>
          </ac:picMkLst>
        </pc:picChg>
        <pc:picChg chg="add mod">
          <ac:chgData name="RESEARCH CENTER VIAM" userId="be51958547f944e7" providerId="LiveId" clId="{836CA6AB-8B8A-4DDA-AD98-38AB0066C88A}" dt="2021-11-08T06:58:49.834" v="642" actId="165"/>
          <ac:picMkLst>
            <pc:docMk/>
            <pc:sldMk cId="883242560" sldId="258"/>
            <ac:picMk id="35" creationId="{51415D9B-3A30-43DE-828B-77154A7563E3}"/>
          </ac:picMkLst>
        </pc:picChg>
        <pc:picChg chg="add mod">
          <ac:chgData name="RESEARCH CENTER VIAM" userId="be51958547f944e7" providerId="LiveId" clId="{836CA6AB-8B8A-4DDA-AD98-38AB0066C88A}" dt="2021-11-08T06:58:49.834" v="642" actId="165"/>
          <ac:picMkLst>
            <pc:docMk/>
            <pc:sldMk cId="883242560" sldId="258"/>
            <ac:picMk id="36" creationId="{FA0CBC20-8B23-4A49-A046-5A072EC82607}"/>
          </ac:picMkLst>
        </pc:picChg>
      </pc:sldChg>
      <pc:sldChg chg="addSp delSp modSp mod ord modNotesTx">
        <pc:chgData name="RESEARCH CENTER VIAM" userId="be51958547f944e7" providerId="LiveId" clId="{836CA6AB-8B8A-4DDA-AD98-38AB0066C88A}" dt="2021-11-09T09:03:31.641" v="1979"/>
        <pc:sldMkLst>
          <pc:docMk/>
          <pc:sldMk cId="3219242147" sldId="259"/>
        </pc:sldMkLst>
        <pc:spChg chg="add del mod">
          <ac:chgData name="RESEARCH CENTER VIAM" userId="be51958547f944e7" providerId="LiveId" clId="{836CA6AB-8B8A-4DDA-AD98-38AB0066C88A}" dt="2021-11-08T06:59:40.654" v="657" actId="478"/>
          <ac:spMkLst>
            <pc:docMk/>
            <pc:sldMk cId="3219242147" sldId="259"/>
            <ac:spMk id="3" creationId="{9AC4BA49-D935-4307-A538-BB10079945E6}"/>
          </ac:spMkLst>
        </pc:spChg>
        <pc:spChg chg="del">
          <ac:chgData name="RESEARCH CENTER VIAM" userId="be51958547f944e7" providerId="LiveId" clId="{836CA6AB-8B8A-4DDA-AD98-38AB0066C88A}" dt="2021-11-08T06:59:37.941" v="654" actId="478"/>
          <ac:spMkLst>
            <pc:docMk/>
            <pc:sldMk cId="3219242147" sldId="259"/>
            <ac:spMk id="4" creationId="{00000000-0000-0000-0000-000000000000}"/>
          </ac:spMkLst>
        </pc:spChg>
        <pc:spChg chg="add del mod">
          <ac:chgData name="RESEARCH CENTER VIAM" userId="be51958547f944e7" providerId="LiveId" clId="{836CA6AB-8B8A-4DDA-AD98-38AB0066C88A}" dt="2021-11-08T06:59:39.117" v="656"/>
          <ac:spMkLst>
            <pc:docMk/>
            <pc:sldMk cId="3219242147" sldId="259"/>
            <ac:spMk id="5" creationId="{9F63FA73-8D6F-4DD6-93E0-7797A1261EC4}"/>
          </ac:spMkLst>
        </pc:spChg>
        <pc:spChg chg="add del mod">
          <ac:chgData name="RESEARCH CENTER VIAM" userId="be51958547f944e7" providerId="LiveId" clId="{836CA6AB-8B8A-4DDA-AD98-38AB0066C88A}" dt="2021-11-08T09:09:19.472" v="1154" actId="478"/>
          <ac:spMkLst>
            <pc:docMk/>
            <pc:sldMk cId="3219242147" sldId="259"/>
            <ac:spMk id="6" creationId="{58996879-8D48-440A-A350-26B63E855AF5}"/>
          </ac:spMkLst>
        </pc:spChg>
        <pc:spChg chg="add del mod">
          <ac:chgData name="RESEARCH CENTER VIAM" userId="be51958547f944e7" providerId="LiveId" clId="{836CA6AB-8B8A-4DDA-AD98-38AB0066C88A}" dt="2021-11-08T09:09:20.610" v="1155" actId="478"/>
          <ac:spMkLst>
            <pc:docMk/>
            <pc:sldMk cId="3219242147" sldId="259"/>
            <ac:spMk id="22" creationId="{5814CAC6-1D7A-4846-BFF4-0E20C4DA9EAB}"/>
          </ac:spMkLst>
        </pc:spChg>
        <pc:grpChg chg="add mod">
          <ac:chgData name="RESEARCH CENTER VIAM" userId="be51958547f944e7" providerId="LiveId" clId="{836CA6AB-8B8A-4DDA-AD98-38AB0066C88A}" dt="2021-11-08T09:09:23.770" v="1160" actId="1035"/>
          <ac:grpSpMkLst>
            <pc:docMk/>
            <pc:sldMk cId="3219242147" sldId="259"/>
            <ac:grpSpMk id="10" creationId="{9422A058-3D2F-404C-9103-2E62C945AAC9}"/>
          </ac:grpSpMkLst>
        </pc:grpChg>
        <pc:grpChg chg="add mod">
          <ac:chgData name="RESEARCH CENTER VIAM" userId="be51958547f944e7" providerId="LiveId" clId="{836CA6AB-8B8A-4DDA-AD98-38AB0066C88A}" dt="2021-11-08T09:09:23.770" v="1160" actId="1035"/>
          <ac:grpSpMkLst>
            <pc:docMk/>
            <pc:sldMk cId="3219242147" sldId="259"/>
            <ac:grpSpMk id="20" creationId="{09980367-F369-4633-B5F6-4566ACDAF102}"/>
          </ac:grpSpMkLst>
        </pc:grpChg>
        <pc:graphicFrameChg chg="add mod">
          <ac:chgData name="RESEARCH CENTER VIAM" userId="be51958547f944e7" providerId="LiveId" clId="{836CA6AB-8B8A-4DDA-AD98-38AB0066C88A}" dt="2021-11-08T09:09:23.770" v="1160" actId="1035"/>
          <ac:graphicFrameMkLst>
            <pc:docMk/>
            <pc:sldMk cId="3219242147" sldId="259"/>
            <ac:graphicFrameMk id="9" creationId="{A34A203F-B520-4D36-9CD0-2116DEF7A36C}"/>
          </ac:graphicFrameMkLst>
        </pc:graphicFrameChg>
        <pc:picChg chg="add mod">
          <ac:chgData name="RESEARCH CENTER VIAM" userId="be51958547f944e7" providerId="LiveId" clId="{836CA6AB-8B8A-4DDA-AD98-38AB0066C88A}" dt="2021-11-08T09:09:23.770" v="1160" actId="1035"/>
          <ac:picMkLst>
            <pc:docMk/>
            <pc:sldMk cId="3219242147" sldId="259"/>
            <ac:picMk id="8" creationId="{988D49BF-F34B-49A8-AD7D-602A6129B4FB}"/>
          </ac:picMkLst>
        </pc:picChg>
        <pc:picChg chg="add mod">
          <ac:chgData name="RESEARCH CENTER VIAM" userId="be51958547f944e7" providerId="LiveId" clId="{836CA6AB-8B8A-4DDA-AD98-38AB0066C88A}" dt="2021-11-08T09:09:23.770" v="1160" actId="1035"/>
          <ac:picMkLst>
            <pc:docMk/>
            <pc:sldMk cId="3219242147" sldId="259"/>
            <ac:picMk id="1026" creationId="{BEC535F1-43A6-4271-BF93-EB9C810C5736}"/>
          </ac:picMkLst>
        </pc:picChg>
        <pc:cxnChg chg="add mod ord">
          <ac:chgData name="RESEARCH CENTER VIAM" userId="be51958547f944e7" providerId="LiveId" clId="{836CA6AB-8B8A-4DDA-AD98-38AB0066C88A}" dt="2021-11-08T09:09:23.770" v="1160" actId="1035"/>
          <ac:cxnSpMkLst>
            <pc:docMk/>
            <pc:sldMk cId="3219242147" sldId="259"/>
            <ac:cxnSpMk id="12" creationId="{235ED582-8D1B-4A73-954F-7B5014C1704D}"/>
          </ac:cxnSpMkLst>
        </pc:cxnChg>
        <pc:cxnChg chg="add mod">
          <ac:chgData name="RESEARCH CENTER VIAM" userId="be51958547f944e7" providerId="LiveId" clId="{836CA6AB-8B8A-4DDA-AD98-38AB0066C88A}" dt="2021-11-08T09:09:23.770" v="1160" actId="1035"/>
          <ac:cxnSpMkLst>
            <pc:docMk/>
            <pc:sldMk cId="3219242147" sldId="259"/>
            <ac:cxnSpMk id="16" creationId="{258EC612-058A-4384-936B-9C8CE1AEF54B}"/>
          </ac:cxnSpMkLst>
        </pc:cxnChg>
      </pc:sldChg>
      <pc:sldChg chg="addSp delSp modSp del mod">
        <pc:chgData name="RESEARCH CENTER VIAM" userId="be51958547f944e7" providerId="LiveId" clId="{836CA6AB-8B8A-4DDA-AD98-38AB0066C88A}" dt="2021-11-08T08:35:11.612" v="1003" actId="47"/>
        <pc:sldMkLst>
          <pc:docMk/>
          <pc:sldMk cId="1477682163" sldId="260"/>
        </pc:sldMkLst>
        <pc:spChg chg="add">
          <ac:chgData name="RESEARCH CENTER VIAM" userId="be51958547f944e7" providerId="LiveId" clId="{836CA6AB-8B8A-4DDA-AD98-38AB0066C88A}" dt="2021-11-08T08:34:59.144" v="996" actId="22"/>
          <ac:spMkLst>
            <pc:docMk/>
            <pc:sldMk cId="1477682163" sldId="260"/>
            <ac:spMk id="4" creationId="{F0C4BD62-C1FE-4136-9D94-C01100472709}"/>
          </ac:spMkLst>
        </pc:spChg>
        <pc:spChg chg="del mod">
          <ac:chgData name="RESEARCH CENTER VIAM" userId="be51958547f944e7" providerId="LiveId" clId="{836CA6AB-8B8A-4DDA-AD98-38AB0066C88A}" dt="2021-11-08T08:34:57.952" v="995" actId="478"/>
          <ac:spMkLst>
            <pc:docMk/>
            <pc:sldMk cId="1477682163" sldId="260"/>
            <ac:spMk id="9" creationId="{8CA230C6-FD53-4E94-B846-CB9F8B994E0B}"/>
          </ac:spMkLst>
        </pc:spChg>
      </pc:sldChg>
      <pc:sldChg chg="addSp delSp modSp add mod ord modNotesTx">
        <pc:chgData name="RESEARCH CENTER VIAM" userId="be51958547f944e7" providerId="LiveId" clId="{836CA6AB-8B8A-4DDA-AD98-38AB0066C88A}" dt="2021-11-09T08:55:28.661" v="1964" actId="1076"/>
        <pc:sldMkLst>
          <pc:docMk/>
          <pc:sldMk cId="3116497730" sldId="261"/>
        </pc:sldMkLst>
        <pc:spChg chg="del">
          <ac:chgData name="RESEARCH CENTER VIAM" userId="be51958547f944e7" providerId="LiveId" clId="{836CA6AB-8B8A-4DDA-AD98-38AB0066C88A}" dt="2021-11-09T08:32:15.418" v="1877" actId="478"/>
          <ac:spMkLst>
            <pc:docMk/>
            <pc:sldMk cId="3116497730" sldId="261"/>
            <ac:spMk id="2" creationId="{00000000-0000-0000-0000-000000000000}"/>
          </ac:spMkLst>
        </pc:spChg>
        <pc:spChg chg="del mod">
          <ac:chgData name="RESEARCH CENTER VIAM" userId="be51958547f944e7" providerId="LiveId" clId="{836CA6AB-8B8A-4DDA-AD98-38AB0066C88A}" dt="2021-11-09T08:40:20.510" v="1904" actId="478"/>
          <ac:spMkLst>
            <pc:docMk/>
            <pc:sldMk cId="3116497730" sldId="261"/>
            <ac:spMk id="3" creationId="{00000000-0000-0000-0000-000000000000}"/>
          </ac:spMkLst>
        </pc:spChg>
        <pc:spChg chg="add del mod">
          <ac:chgData name="RESEARCH CENTER VIAM" userId="be51958547f944e7" providerId="LiveId" clId="{836CA6AB-8B8A-4DDA-AD98-38AB0066C88A}" dt="2021-11-09T08:32:17.183" v="1878" actId="478"/>
          <ac:spMkLst>
            <pc:docMk/>
            <pc:sldMk cId="3116497730" sldId="261"/>
            <ac:spMk id="5" creationId="{90CE3EBA-4618-4FB8-ACF2-F0DA5040FF21}"/>
          </ac:spMkLst>
        </pc:spChg>
        <pc:spChg chg="add del mod">
          <ac:chgData name="RESEARCH CENTER VIAM" userId="be51958547f944e7" providerId="LiveId" clId="{836CA6AB-8B8A-4DDA-AD98-38AB0066C88A}" dt="2021-11-09T08:34:03.465" v="1885" actId="478"/>
          <ac:spMkLst>
            <pc:docMk/>
            <pc:sldMk cId="3116497730" sldId="261"/>
            <ac:spMk id="8" creationId="{8A42FAA6-037B-4DCA-91FE-9481A0D7808D}"/>
          </ac:spMkLst>
        </pc:spChg>
        <pc:spChg chg="add del mod">
          <ac:chgData name="RESEARCH CENTER VIAM" userId="be51958547f944e7" providerId="LiveId" clId="{836CA6AB-8B8A-4DDA-AD98-38AB0066C88A}" dt="2021-11-09T08:42:59.665" v="1912" actId="478"/>
          <ac:spMkLst>
            <pc:docMk/>
            <pc:sldMk cId="3116497730" sldId="261"/>
            <ac:spMk id="17" creationId="{76B2821F-8874-494A-8462-3AB9EB689179}"/>
          </ac:spMkLst>
        </pc:spChg>
        <pc:spChg chg="add del mod">
          <ac:chgData name="RESEARCH CENTER VIAM" userId="be51958547f944e7" providerId="LiveId" clId="{836CA6AB-8B8A-4DDA-AD98-38AB0066C88A}" dt="2021-11-09T08:44:35.059" v="1923" actId="478"/>
          <ac:spMkLst>
            <pc:docMk/>
            <pc:sldMk cId="3116497730" sldId="261"/>
            <ac:spMk id="22" creationId="{BF0A5971-8119-4E54-ABBF-161CF9F3F7BC}"/>
          </ac:spMkLst>
        </pc:spChg>
        <pc:grpChg chg="add mod">
          <ac:chgData name="RESEARCH CENTER VIAM" userId="be51958547f944e7" providerId="LiveId" clId="{836CA6AB-8B8A-4DDA-AD98-38AB0066C88A}" dt="2021-11-09T08:55:25.629" v="1963" actId="1076"/>
          <ac:grpSpMkLst>
            <pc:docMk/>
            <pc:sldMk cId="3116497730" sldId="261"/>
            <ac:grpSpMk id="25" creationId="{1CDB22E7-6C38-483F-8349-CF981F1858FD}"/>
          </ac:grpSpMkLst>
        </pc:grpChg>
        <pc:picChg chg="add del mod">
          <ac:chgData name="RESEARCH CENTER VIAM" userId="be51958547f944e7" providerId="LiveId" clId="{836CA6AB-8B8A-4DDA-AD98-38AB0066C88A}" dt="2021-11-09T08:34:40.975" v="1891" actId="478"/>
          <ac:picMkLst>
            <pc:docMk/>
            <pc:sldMk cId="3116497730" sldId="261"/>
            <ac:picMk id="7" creationId="{4BFCB47E-4E7E-4DA1-942F-0F181DE46D89}"/>
          </ac:picMkLst>
        </pc:picChg>
        <pc:picChg chg="add del mod">
          <ac:chgData name="RESEARCH CENTER VIAM" userId="be51958547f944e7" providerId="LiveId" clId="{836CA6AB-8B8A-4DDA-AD98-38AB0066C88A}" dt="2021-11-09T08:34:38.537" v="1890" actId="478"/>
          <ac:picMkLst>
            <pc:docMk/>
            <pc:sldMk cId="3116497730" sldId="261"/>
            <ac:picMk id="10" creationId="{EDFCC2F7-96A6-4260-AE5E-3747B78DB4F6}"/>
          </ac:picMkLst>
        </pc:picChg>
        <pc:picChg chg="add del mod">
          <ac:chgData name="RESEARCH CENTER VIAM" userId="be51958547f944e7" providerId="LiveId" clId="{836CA6AB-8B8A-4DDA-AD98-38AB0066C88A}" dt="2021-11-09T08:39:58.241" v="1898" actId="478"/>
          <ac:picMkLst>
            <pc:docMk/>
            <pc:sldMk cId="3116497730" sldId="261"/>
            <ac:picMk id="12" creationId="{7962E036-1D48-4B0A-8911-E1629B2AA611}"/>
          </ac:picMkLst>
        </pc:picChg>
        <pc:picChg chg="add mod">
          <ac:chgData name="RESEARCH CENTER VIAM" userId="be51958547f944e7" providerId="LiveId" clId="{836CA6AB-8B8A-4DDA-AD98-38AB0066C88A}" dt="2021-11-09T08:55:22.161" v="1962" actId="1076"/>
          <ac:picMkLst>
            <pc:docMk/>
            <pc:sldMk cId="3116497730" sldId="261"/>
            <ac:picMk id="14" creationId="{2C8E40F9-7885-402F-AAFD-83DBD284A335}"/>
          </ac:picMkLst>
        </pc:picChg>
        <pc:picChg chg="add del mod">
          <ac:chgData name="RESEARCH CENTER VIAM" userId="be51958547f944e7" providerId="LiveId" clId="{836CA6AB-8B8A-4DDA-AD98-38AB0066C88A}" dt="2021-11-09T08:42:59.665" v="1912" actId="478"/>
          <ac:picMkLst>
            <pc:docMk/>
            <pc:sldMk cId="3116497730" sldId="261"/>
            <ac:picMk id="16" creationId="{706197FD-2272-40D5-BE77-7651EB86FD10}"/>
          </ac:picMkLst>
        </pc:picChg>
        <pc:picChg chg="add mod">
          <ac:chgData name="RESEARCH CENTER VIAM" userId="be51958547f944e7" providerId="LiveId" clId="{836CA6AB-8B8A-4DDA-AD98-38AB0066C88A}" dt="2021-11-09T08:51:28.543" v="1944" actId="164"/>
          <ac:picMkLst>
            <pc:docMk/>
            <pc:sldMk cId="3116497730" sldId="261"/>
            <ac:picMk id="19" creationId="{95F3F02C-FA22-4FF8-81A6-D7463887AEB5}"/>
          </ac:picMkLst>
        </pc:picChg>
        <pc:picChg chg="add mod">
          <ac:chgData name="RESEARCH CENTER VIAM" userId="be51958547f944e7" providerId="LiveId" clId="{836CA6AB-8B8A-4DDA-AD98-38AB0066C88A}" dt="2021-11-09T08:51:28.543" v="1944" actId="164"/>
          <ac:picMkLst>
            <pc:docMk/>
            <pc:sldMk cId="3116497730" sldId="261"/>
            <ac:picMk id="21" creationId="{A504E9A9-F585-4013-93B6-37E438DE3C9B}"/>
          </ac:picMkLst>
        </pc:picChg>
        <pc:picChg chg="add mod">
          <ac:chgData name="RESEARCH CENTER VIAM" userId="be51958547f944e7" providerId="LiveId" clId="{836CA6AB-8B8A-4DDA-AD98-38AB0066C88A}" dt="2021-11-09T08:55:28.661" v="1964" actId="1076"/>
          <ac:picMkLst>
            <pc:docMk/>
            <pc:sldMk cId="3116497730" sldId="261"/>
            <ac:picMk id="26" creationId="{E0668E32-0D9A-4F81-B812-B42D6864B368}"/>
          </ac:picMkLst>
        </pc:picChg>
        <pc:cxnChg chg="add mod">
          <ac:chgData name="RESEARCH CENTER VIAM" userId="be51958547f944e7" providerId="LiveId" clId="{836CA6AB-8B8A-4DDA-AD98-38AB0066C88A}" dt="2021-11-09T08:51:28.543" v="1944" actId="164"/>
          <ac:cxnSpMkLst>
            <pc:docMk/>
            <pc:sldMk cId="3116497730" sldId="261"/>
            <ac:cxnSpMk id="24" creationId="{4E64D1F8-6C5D-4B75-9DEB-C0F97105CE09}"/>
          </ac:cxnSpMkLst>
        </pc:cxnChg>
      </pc:sldChg>
      <pc:sldChg chg="modSp add mod ord">
        <pc:chgData name="RESEARCH CENTER VIAM" userId="be51958547f944e7" providerId="LiveId" clId="{836CA6AB-8B8A-4DDA-AD98-38AB0066C88A}" dt="2021-11-09T08:55:55.802" v="1966"/>
        <pc:sldMkLst>
          <pc:docMk/>
          <pc:sldMk cId="3614224625" sldId="262"/>
        </pc:sldMkLst>
        <pc:spChg chg="mod">
          <ac:chgData name="RESEARCH CENTER VIAM" userId="be51958547f944e7" providerId="LiveId" clId="{836CA6AB-8B8A-4DDA-AD98-38AB0066C88A}" dt="2021-11-09T08:46:09.939" v="1936" actId="20577"/>
          <ac:spMkLst>
            <pc:docMk/>
            <pc:sldMk cId="3614224625" sldId="262"/>
            <ac:spMk id="2" creationId="{00000000-0000-0000-0000-000000000000}"/>
          </ac:spMkLst>
        </pc:spChg>
        <pc:spChg chg="mod">
          <ac:chgData name="RESEARCH CENTER VIAM" userId="be51958547f944e7" providerId="LiveId" clId="{836CA6AB-8B8A-4DDA-AD98-38AB0066C88A}" dt="2021-11-09T08:46:43.766" v="1938" actId="6549"/>
          <ac:spMkLst>
            <pc:docMk/>
            <pc:sldMk cId="3614224625" sldId="262"/>
            <ac:spMk id="9" creationId="{C04ABC07-4180-4A29-B0AA-3318AE6D90FB}"/>
          </ac:spMkLst>
        </pc:spChg>
      </pc:sldChg>
      <pc:sldChg chg="addSp delSp modSp add del mod ord">
        <pc:chgData name="RESEARCH CENTER VIAM" userId="be51958547f944e7" providerId="LiveId" clId="{836CA6AB-8B8A-4DDA-AD98-38AB0066C88A}" dt="2021-11-09T09:19:53.103" v="2159" actId="47"/>
        <pc:sldMkLst>
          <pc:docMk/>
          <pc:sldMk cId="1048174065" sldId="263"/>
        </pc:sldMkLst>
        <pc:spChg chg="del">
          <ac:chgData name="RESEARCH CENTER VIAM" userId="be51958547f944e7" providerId="LiveId" clId="{836CA6AB-8B8A-4DDA-AD98-38AB0066C88A}" dt="2021-11-09T09:02:32.638" v="1969" actId="478"/>
          <ac:spMkLst>
            <pc:docMk/>
            <pc:sldMk cId="1048174065" sldId="263"/>
            <ac:spMk id="2" creationId="{00000000-0000-0000-0000-000000000000}"/>
          </ac:spMkLst>
        </pc:spChg>
        <pc:spChg chg="add del mod">
          <ac:chgData name="RESEARCH CENTER VIAM" userId="be51958547f944e7" providerId="LiveId" clId="{836CA6AB-8B8A-4DDA-AD98-38AB0066C88A}" dt="2021-11-09T09:02:35.279" v="1970" actId="478"/>
          <ac:spMkLst>
            <pc:docMk/>
            <pc:sldMk cId="1048174065" sldId="263"/>
            <ac:spMk id="5" creationId="{26396B4A-AA22-4737-88DB-77C58D75C14D}"/>
          </ac:spMkLst>
        </pc:spChg>
      </pc:sldChg>
      <pc:sldChg chg="ord">
        <pc:chgData name="RESEARCH CENTER VIAM" userId="be51958547f944e7" providerId="LiveId" clId="{836CA6AB-8B8A-4DDA-AD98-38AB0066C88A}" dt="2021-11-08T09:00:50.546" v="1136"/>
        <pc:sldMkLst>
          <pc:docMk/>
          <pc:sldMk cId="2785070003" sldId="265"/>
        </pc:sldMkLst>
      </pc:sldChg>
      <pc:sldChg chg="addSp delSp modSp mod ord modNotesTx">
        <pc:chgData name="RESEARCH CENTER VIAM" userId="be51958547f944e7" providerId="LiveId" clId="{836CA6AB-8B8A-4DDA-AD98-38AB0066C88A}" dt="2021-11-08T09:34:53.310" v="1396" actId="114"/>
        <pc:sldMkLst>
          <pc:docMk/>
          <pc:sldMk cId="1438828448" sldId="266"/>
        </pc:sldMkLst>
        <pc:spChg chg="add del mod">
          <ac:chgData name="RESEARCH CENTER VIAM" userId="be51958547f944e7" providerId="LiveId" clId="{836CA6AB-8B8A-4DDA-AD98-38AB0066C88A}" dt="2021-11-08T09:18:27.647" v="1168" actId="478"/>
          <ac:spMkLst>
            <pc:docMk/>
            <pc:sldMk cId="1438828448" sldId="266"/>
            <ac:spMk id="3" creationId="{DB82C74F-6A9B-4AAE-BECA-95EAD5D6A956}"/>
          </ac:spMkLst>
        </pc:spChg>
        <pc:spChg chg="del">
          <ac:chgData name="RESEARCH CENTER VIAM" userId="be51958547f944e7" providerId="LiveId" clId="{836CA6AB-8B8A-4DDA-AD98-38AB0066C88A}" dt="2021-11-08T09:18:25.428" v="1167" actId="478"/>
          <ac:spMkLst>
            <pc:docMk/>
            <pc:sldMk cId="1438828448" sldId="266"/>
            <ac:spMk id="5" creationId="{00000000-0000-0000-0000-000000000000}"/>
          </ac:spMkLst>
        </pc:spChg>
        <pc:spChg chg="del mod">
          <ac:chgData name="RESEARCH CENTER VIAM" userId="be51958547f944e7" providerId="LiveId" clId="{836CA6AB-8B8A-4DDA-AD98-38AB0066C88A}" dt="2021-11-08T09:19:45.691" v="1215" actId="478"/>
          <ac:spMkLst>
            <pc:docMk/>
            <pc:sldMk cId="1438828448" sldId="266"/>
            <ac:spMk id="7" creationId="{DF0080E3-88F4-48AD-A91A-7397ABE4985B}"/>
          </ac:spMkLst>
        </pc:spChg>
        <pc:spChg chg="add mod">
          <ac:chgData name="RESEARCH CENTER VIAM" userId="be51958547f944e7" providerId="LiveId" clId="{836CA6AB-8B8A-4DDA-AD98-38AB0066C88A}" dt="2021-11-08T09:33:43.234" v="1364" actId="14100"/>
          <ac:spMkLst>
            <pc:docMk/>
            <pc:sldMk cId="1438828448" sldId="266"/>
            <ac:spMk id="8" creationId="{2DBA373C-ADF9-4113-90FB-6B6DCB516D82}"/>
          </ac:spMkLst>
        </pc:spChg>
        <pc:spChg chg="add del mod">
          <ac:chgData name="RESEARCH CENTER VIAM" userId="be51958547f944e7" providerId="LiveId" clId="{836CA6AB-8B8A-4DDA-AD98-38AB0066C88A}" dt="2021-11-08T09:33:46.312" v="1365" actId="478"/>
          <ac:spMkLst>
            <pc:docMk/>
            <pc:sldMk cId="1438828448" sldId="266"/>
            <ac:spMk id="9" creationId="{E0077879-7E41-47E1-AA2C-5D4BE257C95D}"/>
          </ac:spMkLst>
        </pc:spChg>
        <pc:spChg chg="add del mod">
          <ac:chgData name="RESEARCH CENTER VIAM" userId="be51958547f944e7" providerId="LiveId" clId="{836CA6AB-8B8A-4DDA-AD98-38AB0066C88A}" dt="2021-11-08T09:33:50.312" v="1366" actId="478"/>
          <ac:spMkLst>
            <pc:docMk/>
            <pc:sldMk cId="1438828448" sldId="266"/>
            <ac:spMk id="11" creationId="{15AEED09-1305-4AE0-9D06-ABDCFA60AB11}"/>
          </ac:spMkLst>
        </pc:spChg>
        <pc:spChg chg="add mod">
          <ac:chgData name="RESEARCH CENTER VIAM" userId="be51958547f944e7" providerId="LiveId" clId="{836CA6AB-8B8A-4DDA-AD98-38AB0066C88A}" dt="2021-11-08T09:34:53.310" v="1396" actId="114"/>
          <ac:spMkLst>
            <pc:docMk/>
            <pc:sldMk cId="1438828448" sldId="266"/>
            <ac:spMk id="13" creationId="{5505E17D-6383-4B70-9BF5-0CE1021F9879}"/>
          </ac:spMkLst>
        </pc:spChg>
        <pc:picChg chg="mod modCrop">
          <ac:chgData name="RESEARCH CENTER VIAM" userId="be51958547f944e7" providerId="LiveId" clId="{836CA6AB-8B8A-4DDA-AD98-38AB0066C88A}" dt="2021-11-08T09:34:40.170" v="1392" actId="1076"/>
          <ac:picMkLst>
            <pc:docMk/>
            <pc:sldMk cId="1438828448" sldId="266"/>
            <ac:picMk id="6" creationId="{F93FF18E-8D9E-4B8B-9F7D-42864F7C147C}"/>
          </ac:picMkLst>
        </pc:picChg>
      </pc:sldChg>
      <pc:sldChg chg="modSp mod ord">
        <pc:chgData name="RESEARCH CENTER VIAM" userId="be51958547f944e7" providerId="LiveId" clId="{836CA6AB-8B8A-4DDA-AD98-38AB0066C88A}" dt="2021-11-09T08:31:25.238" v="1876"/>
        <pc:sldMkLst>
          <pc:docMk/>
          <pc:sldMk cId="3663343397" sldId="267"/>
        </pc:sldMkLst>
        <pc:spChg chg="mod">
          <ac:chgData name="RESEARCH CENTER VIAM" userId="be51958547f944e7" providerId="LiveId" clId="{836CA6AB-8B8A-4DDA-AD98-38AB0066C88A}" dt="2021-11-09T08:31:25.238" v="1876"/>
          <ac:spMkLst>
            <pc:docMk/>
            <pc:sldMk cId="3663343397" sldId="267"/>
            <ac:spMk id="4" creationId="{00000000-0000-0000-0000-000000000000}"/>
          </ac:spMkLst>
        </pc:spChg>
      </pc:sldChg>
      <pc:sldChg chg="addSp delSp modSp mod">
        <pc:chgData name="RESEARCH CENTER VIAM" userId="be51958547f944e7" providerId="LiveId" clId="{836CA6AB-8B8A-4DDA-AD98-38AB0066C88A}" dt="2021-11-08T09:40:35.987" v="1480" actId="20577"/>
        <pc:sldMkLst>
          <pc:docMk/>
          <pc:sldMk cId="1301992232" sldId="268"/>
        </pc:sldMkLst>
        <pc:spChg chg="del">
          <ac:chgData name="RESEARCH CENTER VIAM" userId="be51958547f944e7" providerId="LiveId" clId="{836CA6AB-8B8A-4DDA-AD98-38AB0066C88A}" dt="2021-11-08T09:02:24.341" v="1138" actId="478"/>
          <ac:spMkLst>
            <pc:docMk/>
            <pc:sldMk cId="1301992232" sldId="268"/>
            <ac:spMk id="2" creationId="{00000000-0000-0000-0000-000000000000}"/>
          </ac:spMkLst>
        </pc:spChg>
        <pc:spChg chg="mod">
          <ac:chgData name="RESEARCH CENTER VIAM" userId="be51958547f944e7" providerId="LiveId" clId="{836CA6AB-8B8A-4DDA-AD98-38AB0066C88A}" dt="2021-11-08T09:37:39.820" v="1447" actId="12789"/>
          <ac:spMkLst>
            <pc:docMk/>
            <pc:sldMk cId="1301992232" sldId="268"/>
            <ac:spMk id="4" creationId="{00000000-0000-0000-0000-000000000000}"/>
          </ac:spMkLst>
        </pc:spChg>
        <pc:spChg chg="mod">
          <ac:chgData name="RESEARCH CENTER VIAM" userId="be51958547f944e7" providerId="LiveId" clId="{836CA6AB-8B8A-4DDA-AD98-38AB0066C88A}" dt="2021-11-08T09:40:35.987" v="1480" actId="20577"/>
          <ac:spMkLst>
            <pc:docMk/>
            <pc:sldMk cId="1301992232" sldId="268"/>
            <ac:spMk id="5" creationId="{00000000-0000-0000-0000-000000000000}"/>
          </ac:spMkLst>
        </pc:spChg>
        <pc:spChg chg="mod">
          <ac:chgData name="RESEARCH CENTER VIAM" userId="be51958547f944e7" providerId="LiveId" clId="{836CA6AB-8B8A-4DDA-AD98-38AB0066C88A}" dt="2021-11-08T09:37:39.820" v="1447" actId="12789"/>
          <ac:spMkLst>
            <pc:docMk/>
            <pc:sldMk cId="1301992232" sldId="268"/>
            <ac:spMk id="6" creationId="{00000000-0000-0000-0000-000000000000}"/>
          </ac:spMkLst>
        </pc:spChg>
        <pc:spChg chg="mod">
          <ac:chgData name="RESEARCH CENTER VIAM" userId="be51958547f944e7" providerId="LiveId" clId="{836CA6AB-8B8A-4DDA-AD98-38AB0066C88A}" dt="2021-11-08T09:37:57.444" v="1449" actId="13822"/>
          <ac:spMkLst>
            <pc:docMk/>
            <pc:sldMk cId="1301992232" sldId="268"/>
            <ac:spMk id="7" creationId="{00000000-0000-0000-0000-000000000000}"/>
          </ac:spMkLst>
        </pc:spChg>
        <pc:spChg chg="add del mod">
          <ac:chgData name="RESEARCH CENTER VIAM" userId="be51958547f944e7" providerId="LiveId" clId="{836CA6AB-8B8A-4DDA-AD98-38AB0066C88A}" dt="2021-11-08T09:37:14.164" v="1399" actId="478"/>
          <ac:spMkLst>
            <pc:docMk/>
            <pc:sldMk cId="1301992232" sldId="268"/>
            <ac:spMk id="8" creationId="{275A79CC-0505-41F1-9B36-E71B294CB9F5}"/>
          </ac:spMkLst>
        </pc:spChg>
        <pc:spChg chg="add del mod">
          <ac:chgData name="RESEARCH CENTER VIAM" userId="be51958547f944e7" providerId="LiveId" clId="{836CA6AB-8B8A-4DDA-AD98-38AB0066C88A}" dt="2021-11-08T09:02:26.419" v="1139" actId="478"/>
          <ac:spMkLst>
            <pc:docMk/>
            <pc:sldMk cId="1301992232" sldId="268"/>
            <ac:spMk id="9" creationId="{D0FA47A5-DE08-42E4-A536-C50B0113A664}"/>
          </ac:spMkLst>
        </pc:spChg>
        <pc:spChg chg="add mod">
          <ac:chgData name="RESEARCH CENTER VIAM" userId="be51958547f944e7" providerId="LiveId" clId="{836CA6AB-8B8A-4DDA-AD98-38AB0066C88A}" dt="2021-11-08T09:37:22.726" v="1446" actId="20577"/>
          <ac:spMkLst>
            <pc:docMk/>
            <pc:sldMk cId="1301992232" sldId="268"/>
            <ac:spMk id="10" creationId="{C786E1A5-4BDC-4907-863B-F343322ADB94}"/>
          </ac:spMkLst>
        </pc:spChg>
      </pc:sldChg>
      <pc:sldChg chg="addSp delSp modSp mod">
        <pc:chgData name="RESEARCH CENTER VIAM" userId="be51958547f944e7" providerId="LiveId" clId="{836CA6AB-8B8A-4DDA-AD98-38AB0066C88A}" dt="2021-11-08T10:14:09.283" v="1673"/>
        <pc:sldMkLst>
          <pc:docMk/>
          <pc:sldMk cId="2045029306" sldId="269"/>
        </pc:sldMkLst>
        <pc:spChg chg="del mod">
          <ac:chgData name="RESEARCH CENTER VIAM" userId="be51958547f944e7" providerId="LiveId" clId="{836CA6AB-8B8A-4DDA-AD98-38AB0066C88A}" dt="2021-11-08T10:14:06.080" v="1672" actId="478"/>
          <ac:spMkLst>
            <pc:docMk/>
            <pc:sldMk cId="2045029306" sldId="269"/>
            <ac:spMk id="4" creationId="{00000000-0000-0000-0000-000000000000}"/>
          </ac:spMkLst>
        </pc:spChg>
        <pc:spChg chg="add del">
          <ac:chgData name="RESEARCH CENTER VIAM" userId="be51958547f944e7" providerId="LiveId" clId="{836CA6AB-8B8A-4DDA-AD98-38AB0066C88A}" dt="2021-11-08T10:01:55.602" v="1516" actId="11529"/>
          <ac:spMkLst>
            <pc:docMk/>
            <pc:sldMk cId="2045029306" sldId="269"/>
            <ac:spMk id="7" creationId="{1BCB084A-3BF5-4D47-BE96-0328DBEA2925}"/>
          </ac:spMkLst>
        </pc:spChg>
        <pc:spChg chg="mod">
          <ac:chgData name="RESEARCH CENTER VIAM" userId="be51958547f944e7" providerId="LiveId" clId="{836CA6AB-8B8A-4DDA-AD98-38AB0066C88A}" dt="2021-11-08T10:13:36.003" v="1669" actId="404"/>
          <ac:spMkLst>
            <pc:docMk/>
            <pc:sldMk cId="2045029306" sldId="269"/>
            <ac:spMk id="8" creationId="{00000000-0000-0000-0000-000000000000}"/>
          </ac:spMkLst>
        </pc:spChg>
        <pc:spChg chg="add mod">
          <ac:chgData name="RESEARCH CENTER VIAM" userId="be51958547f944e7" providerId="LiveId" clId="{836CA6AB-8B8A-4DDA-AD98-38AB0066C88A}" dt="2021-11-08T10:06:08.094" v="1549" actId="164"/>
          <ac:spMkLst>
            <pc:docMk/>
            <pc:sldMk cId="2045029306" sldId="269"/>
            <ac:spMk id="12" creationId="{83C205DD-E7EA-478E-9086-656FD0FEC469}"/>
          </ac:spMkLst>
        </pc:spChg>
        <pc:spChg chg="add del mod">
          <ac:chgData name="RESEARCH CENTER VIAM" userId="be51958547f944e7" providerId="LiveId" clId="{836CA6AB-8B8A-4DDA-AD98-38AB0066C88A}" dt="2021-11-08T10:05:37.270" v="1547" actId="478"/>
          <ac:spMkLst>
            <pc:docMk/>
            <pc:sldMk cId="2045029306" sldId="269"/>
            <ac:spMk id="13" creationId="{19DF0196-9631-4D23-A78A-87DB34FB1CCE}"/>
          </ac:spMkLst>
        </pc:spChg>
        <pc:spChg chg="add del mod">
          <ac:chgData name="RESEARCH CENTER VIAM" userId="be51958547f944e7" providerId="LiveId" clId="{836CA6AB-8B8A-4DDA-AD98-38AB0066C88A}" dt="2021-11-08T10:05:39.637" v="1548" actId="478"/>
          <ac:spMkLst>
            <pc:docMk/>
            <pc:sldMk cId="2045029306" sldId="269"/>
            <ac:spMk id="14" creationId="{C076D8CD-CC08-48AA-B204-05C1727AA8F6}"/>
          </ac:spMkLst>
        </pc:spChg>
        <pc:spChg chg="add mod">
          <ac:chgData name="RESEARCH CENTER VIAM" userId="be51958547f944e7" providerId="LiveId" clId="{836CA6AB-8B8A-4DDA-AD98-38AB0066C88A}" dt="2021-11-08T10:06:08.094" v="1549" actId="164"/>
          <ac:spMkLst>
            <pc:docMk/>
            <pc:sldMk cId="2045029306" sldId="269"/>
            <ac:spMk id="15" creationId="{BC37DEC0-1F7E-44DF-A930-607D9BFBE29E}"/>
          </ac:spMkLst>
        </pc:spChg>
        <pc:spChg chg="add mod">
          <ac:chgData name="RESEARCH CENTER VIAM" userId="be51958547f944e7" providerId="LiveId" clId="{836CA6AB-8B8A-4DDA-AD98-38AB0066C88A}" dt="2021-11-08T10:06:08.094" v="1549" actId="164"/>
          <ac:spMkLst>
            <pc:docMk/>
            <pc:sldMk cId="2045029306" sldId="269"/>
            <ac:spMk id="17" creationId="{81FFC897-303D-40CD-BE7E-3E6E2D2A2046}"/>
          </ac:spMkLst>
        </pc:spChg>
        <pc:spChg chg="add mod">
          <ac:chgData name="RESEARCH CENTER VIAM" userId="be51958547f944e7" providerId="LiveId" clId="{836CA6AB-8B8A-4DDA-AD98-38AB0066C88A}" dt="2021-11-08T10:12:29.567" v="1664" actId="164"/>
          <ac:spMkLst>
            <pc:docMk/>
            <pc:sldMk cId="2045029306" sldId="269"/>
            <ac:spMk id="20" creationId="{753BA93A-8A6A-4808-B070-25E426113CD3}"/>
          </ac:spMkLst>
        </pc:spChg>
        <pc:spChg chg="add del mod">
          <ac:chgData name="RESEARCH CENTER VIAM" userId="be51958547f944e7" providerId="LiveId" clId="{836CA6AB-8B8A-4DDA-AD98-38AB0066C88A}" dt="2021-11-08T10:12:29.567" v="1664" actId="164"/>
          <ac:spMkLst>
            <pc:docMk/>
            <pc:sldMk cId="2045029306" sldId="269"/>
            <ac:spMk id="21" creationId="{F951934E-2076-422C-A8C2-7182D0E1D605}"/>
          </ac:spMkLst>
        </pc:spChg>
        <pc:spChg chg="add mod">
          <ac:chgData name="RESEARCH CENTER VIAM" userId="be51958547f944e7" providerId="LiveId" clId="{836CA6AB-8B8A-4DDA-AD98-38AB0066C88A}" dt="2021-11-08T10:12:29.567" v="1664" actId="164"/>
          <ac:spMkLst>
            <pc:docMk/>
            <pc:sldMk cId="2045029306" sldId="269"/>
            <ac:spMk id="22" creationId="{2774BA1E-AF4D-4C5A-816B-949F98399B64}"/>
          </ac:spMkLst>
        </pc:spChg>
        <pc:spChg chg="add mod">
          <ac:chgData name="RESEARCH CENTER VIAM" userId="be51958547f944e7" providerId="LiveId" clId="{836CA6AB-8B8A-4DDA-AD98-38AB0066C88A}" dt="2021-11-08T10:12:29.567" v="1664" actId="164"/>
          <ac:spMkLst>
            <pc:docMk/>
            <pc:sldMk cId="2045029306" sldId="269"/>
            <ac:spMk id="23" creationId="{E4255199-2DCA-4260-A501-2E1BCD44F109}"/>
          </ac:spMkLst>
        </pc:spChg>
        <pc:spChg chg="add mod">
          <ac:chgData name="RESEARCH CENTER VIAM" userId="be51958547f944e7" providerId="LiveId" clId="{836CA6AB-8B8A-4DDA-AD98-38AB0066C88A}" dt="2021-11-08T10:12:29.567" v="1664" actId="164"/>
          <ac:spMkLst>
            <pc:docMk/>
            <pc:sldMk cId="2045029306" sldId="269"/>
            <ac:spMk id="24" creationId="{EF4732B9-19DF-46CC-86D3-2DDB5CC82A04}"/>
          </ac:spMkLst>
        </pc:spChg>
        <pc:spChg chg="add mod">
          <ac:chgData name="RESEARCH CENTER VIAM" userId="be51958547f944e7" providerId="LiveId" clId="{836CA6AB-8B8A-4DDA-AD98-38AB0066C88A}" dt="2021-11-08T10:12:29.567" v="1664" actId="164"/>
          <ac:spMkLst>
            <pc:docMk/>
            <pc:sldMk cId="2045029306" sldId="269"/>
            <ac:spMk id="25" creationId="{C4EADA70-ED7D-4EB6-AE14-73F0508FAD7A}"/>
          </ac:spMkLst>
        </pc:spChg>
        <pc:spChg chg="add mod">
          <ac:chgData name="RESEARCH CENTER VIAM" userId="be51958547f944e7" providerId="LiveId" clId="{836CA6AB-8B8A-4DDA-AD98-38AB0066C88A}" dt="2021-11-08T10:14:09.283" v="1673"/>
          <ac:spMkLst>
            <pc:docMk/>
            <pc:sldMk cId="2045029306" sldId="269"/>
            <ac:spMk id="27" creationId="{8464DA09-BF91-4120-9EB4-081E8069C2A7}"/>
          </ac:spMkLst>
        </pc:spChg>
        <pc:grpChg chg="add mod">
          <ac:chgData name="RESEARCH CENTER VIAM" userId="be51958547f944e7" providerId="LiveId" clId="{836CA6AB-8B8A-4DDA-AD98-38AB0066C88A}" dt="2021-11-08T10:12:29.567" v="1664" actId="164"/>
          <ac:grpSpMkLst>
            <pc:docMk/>
            <pc:sldMk cId="2045029306" sldId="269"/>
            <ac:grpSpMk id="18" creationId="{DCC82755-8FE4-45C6-9E19-68321DF228E9}"/>
          </ac:grpSpMkLst>
        </pc:grpChg>
        <pc:grpChg chg="add mod">
          <ac:chgData name="RESEARCH CENTER VIAM" userId="be51958547f944e7" providerId="LiveId" clId="{836CA6AB-8B8A-4DDA-AD98-38AB0066C88A}" dt="2021-11-08T10:12:29.567" v="1664" actId="164"/>
          <ac:grpSpMkLst>
            <pc:docMk/>
            <pc:sldMk cId="2045029306" sldId="269"/>
            <ac:grpSpMk id="26" creationId="{90C22010-52A0-47B6-B81D-6124D197C5FF}"/>
          </ac:grpSpMkLst>
        </pc:grpChg>
        <pc:cxnChg chg="add mod">
          <ac:chgData name="RESEARCH CENTER VIAM" userId="be51958547f944e7" providerId="LiveId" clId="{836CA6AB-8B8A-4DDA-AD98-38AB0066C88A}" dt="2021-11-08T10:06:08.094" v="1549" actId="164"/>
          <ac:cxnSpMkLst>
            <pc:docMk/>
            <pc:sldMk cId="2045029306" sldId="269"/>
            <ac:cxnSpMk id="3" creationId="{158062AC-9B80-450E-A705-6248948A2E00}"/>
          </ac:cxnSpMkLst>
        </pc:cxnChg>
        <pc:cxnChg chg="add mod">
          <ac:chgData name="RESEARCH CENTER VIAM" userId="be51958547f944e7" providerId="LiveId" clId="{836CA6AB-8B8A-4DDA-AD98-38AB0066C88A}" dt="2021-11-08T10:06:08.094" v="1549" actId="164"/>
          <ac:cxnSpMkLst>
            <pc:docMk/>
            <pc:sldMk cId="2045029306" sldId="269"/>
            <ac:cxnSpMk id="6" creationId="{39A49140-0F36-453E-8428-CBE2D2C3865B}"/>
          </ac:cxnSpMkLst>
        </pc:cxnChg>
        <pc:cxnChg chg="add mod">
          <ac:chgData name="RESEARCH CENTER VIAM" userId="be51958547f944e7" providerId="LiveId" clId="{836CA6AB-8B8A-4DDA-AD98-38AB0066C88A}" dt="2021-11-08T10:06:08.094" v="1549" actId="164"/>
          <ac:cxnSpMkLst>
            <pc:docMk/>
            <pc:sldMk cId="2045029306" sldId="269"/>
            <ac:cxnSpMk id="9" creationId="{A4DDD772-31A5-4088-AD6D-65B49FE42A60}"/>
          </ac:cxnSpMkLst>
        </pc:cxnChg>
        <pc:cxnChg chg="add mod">
          <ac:chgData name="RESEARCH CENTER VIAM" userId="be51958547f944e7" providerId="LiveId" clId="{836CA6AB-8B8A-4DDA-AD98-38AB0066C88A}" dt="2021-11-08T10:06:08.094" v="1549" actId="164"/>
          <ac:cxnSpMkLst>
            <pc:docMk/>
            <pc:sldMk cId="2045029306" sldId="269"/>
            <ac:cxnSpMk id="10" creationId="{82BB0CEE-EC9C-4F52-83E0-C0EC23AAE6EE}"/>
          </ac:cxnSpMkLst>
        </pc:cxnChg>
        <pc:cxnChg chg="add mod">
          <ac:chgData name="RESEARCH CENTER VIAM" userId="be51958547f944e7" providerId="LiveId" clId="{836CA6AB-8B8A-4DDA-AD98-38AB0066C88A}" dt="2021-11-08T10:06:08.094" v="1549" actId="164"/>
          <ac:cxnSpMkLst>
            <pc:docMk/>
            <pc:sldMk cId="2045029306" sldId="269"/>
            <ac:cxnSpMk id="11" creationId="{90F09D7A-AC97-4645-A051-88B55F9FF4D4}"/>
          </ac:cxnSpMkLst>
        </pc:cxnChg>
      </pc:sldChg>
      <pc:sldChg chg="modSp mod">
        <pc:chgData name="RESEARCH CENTER VIAM" userId="be51958547f944e7" providerId="LiveId" clId="{836CA6AB-8B8A-4DDA-AD98-38AB0066C88A}" dt="2021-11-08T10:19:14.008" v="1687" actId="113"/>
        <pc:sldMkLst>
          <pc:docMk/>
          <pc:sldMk cId="3790721331" sldId="275"/>
        </pc:sldMkLst>
        <pc:spChg chg="mod">
          <ac:chgData name="RESEARCH CENTER VIAM" userId="be51958547f944e7" providerId="LiveId" clId="{836CA6AB-8B8A-4DDA-AD98-38AB0066C88A}" dt="2021-11-08T10:19:14.008" v="1687" actId="113"/>
          <ac:spMkLst>
            <pc:docMk/>
            <pc:sldMk cId="3790721331" sldId="275"/>
            <ac:spMk id="2" creationId="{00000000-0000-0000-0000-000000000000}"/>
          </ac:spMkLst>
        </pc:spChg>
      </pc:sldChg>
      <pc:sldChg chg="addSp delSp modSp mod">
        <pc:chgData name="RESEARCH CENTER VIAM" userId="be51958547f944e7" providerId="LiveId" clId="{836CA6AB-8B8A-4DDA-AD98-38AB0066C88A}" dt="2021-11-08T10:29:23.411" v="1849" actId="14100"/>
        <pc:sldMkLst>
          <pc:docMk/>
          <pc:sldMk cId="4288744501" sldId="276"/>
        </pc:sldMkLst>
        <pc:spChg chg="del mod">
          <ac:chgData name="RESEARCH CENTER VIAM" userId="be51958547f944e7" providerId="LiveId" clId="{836CA6AB-8B8A-4DDA-AD98-38AB0066C88A}" dt="2021-11-08T10:22:43.183" v="1740" actId="478"/>
          <ac:spMkLst>
            <pc:docMk/>
            <pc:sldMk cId="4288744501" sldId="276"/>
            <ac:spMk id="2" creationId="{00000000-0000-0000-0000-000000000000}"/>
          </ac:spMkLst>
        </pc:spChg>
        <pc:spChg chg="del mod">
          <ac:chgData name="RESEARCH CENTER VIAM" userId="be51958547f944e7" providerId="LiveId" clId="{836CA6AB-8B8A-4DDA-AD98-38AB0066C88A}" dt="2021-11-08T10:29:15.514" v="1846" actId="478"/>
          <ac:spMkLst>
            <pc:docMk/>
            <pc:sldMk cId="4288744501" sldId="276"/>
            <ac:spMk id="5" creationId="{00000000-0000-0000-0000-000000000000}"/>
          </ac:spMkLst>
        </pc:spChg>
        <pc:spChg chg="add del mod">
          <ac:chgData name="RESEARCH CENTER VIAM" userId="be51958547f944e7" providerId="LiveId" clId="{836CA6AB-8B8A-4DDA-AD98-38AB0066C88A}" dt="2021-11-08T10:22:46.053" v="1741" actId="478"/>
          <ac:spMkLst>
            <pc:docMk/>
            <pc:sldMk cId="4288744501" sldId="276"/>
            <ac:spMk id="6" creationId="{9C297995-AC84-4A8F-BF6F-4A473050B9F4}"/>
          </ac:spMkLst>
        </pc:spChg>
        <pc:graphicFrameChg chg="del mod modGraphic">
          <ac:chgData name="RESEARCH CENTER VIAM" userId="be51958547f944e7" providerId="LiveId" clId="{836CA6AB-8B8A-4DDA-AD98-38AB0066C88A}" dt="2021-11-08T10:28:25.943" v="1832" actId="478"/>
          <ac:graphicFrameMkLst>
            <pc:docMk/>
            <pc:sldMk cId="4288744501" sldId="276"/>
            <ac:graphicFrameMk id="7" creationId="{73F7987A-E50A-41C4-9326-EC8C3F98D571}"/>
          </ac:graphicFrameMkLst>
        </pc:graphicFrameChg>
        <pc:picChg chg="add del mod">
          <ac:chgData name="RESEARCH CENTER VIAM" userId="be51958547f944e7" providerId="LiveId" clId="{836CA6AB-8B8A-4DDA-AD98-38AB0066C88A}" dt="2021-11-08T10:28:56.817" v="1845" actId="478"/>
          <ac:picMkLst>
            <pc:docMk/>
            <pc:sldMk cId="4288744501" sldId="276"/>
            <ac:picMk id="8" creationId="{45E723D5-8091-40CD-AB7C-0DF44568DF8F}"/>
          </ac:picMkLst>
        </pc:picChg>
        <pc:picChg chg="add mod">
          <ac:chgData name="RESEARCH CENTER VIAM" userId="be51958547f944e7" providerId="LiveId" clId="{836CA6AB-8B8A-4DDA-AD98-38AB0066C88A}" dt="2021-11-08T10:29:23.411" v="1849" actId="14100"/>
          <ac:picMkLst>
            <pc:docMk/>
            <pc:sldMk cId="4288744501" sldId="276"/>
            <ac:picMk id="10" creationId="{91DCFCC7-07B2-4993-8340-CED4D4C73E61}"/>
          </ac:picMkLst>
        </pc:picChg>
      </pc:sldChg>
      <pc:sldChg chg="addSp delSp modSp mod">
        <pc:chgData name="RESEARCH CENTER VIAM" userId="be51958547f944e7" providerId="LiveId" clId="{836CA6AB-8B8A-4DDA-AD98-38AB0066C88A}" dt="2021-11-08T10:30:12.813" v="1855" actId="22"/>
        <pc:sldMkLst>
          <pc:docMk/>
          <pc:sldMk cId="3570277324" sldId="277"/>
        </pc:sldMkLst>
        <pc:spChg chg="del mod">
          <ac:chgData name="RESEARCH CENTER VIAM" userId="be51958547f944e7" providerId="LiveId" clId="{836CA6AB-8B8A-4DDA-AD98-38AB0066C88A}" dt="2021-11-08T10:30:11.266" v="1854" actId="478"/>
          <ac:spMkLst>
            <pc:docMk/>
            <pc:sldMk cId="3570277324" sldId="277"/>
            <ac:spMk id="5" creationId="{00000000-0000-0000-0000-000000000000}"/>
          </ac:spMkLst>
        </pc:spChg>
        <pc:graphicFrameChg chg="del modGraphic">
          <ac:chgData name="RESEARCH CENTER VIAM" userId="be51958547f944e7" providerId="LiveId" clId="{836CA6AB-8B8A-4DDA-AD98-38AB0066C88A}" dt="2021-11-08T10:30:11.266" v="1854" actId="478"/>
          <ac:graphicFrameMkLst>
            <pc:docMk/>
            <pc:sldMk cId="3570277324" sldId="277"/>
            <ac:graphicFrameMk id="7" creationId="{62C885CD-6A8D-42A1-B8F9-C55F2496604E}"/>
          </ac:graphicFrameMkLst>
        </pc:graphicFrameChg>
        <pc:picChg chg="add">
          <ac:chgData name="RESEARCH CENTER VIAM" userId="be51958547f944e7" providerId="LiveId" clId="{836CA6AB-8B8A-4DDA-AD98-38AB0066C88A}" dt="2021-11-08T10:30:12.813" v="1855" actId="22"/>
          <ac:picMkLst>
            <pc:docMk/>
            <pc:sldMk cId="3570277324" sldId="277"/>
            <ac:picMk id="6" creationId="{6F3C6E81-72E0-4D16-86D5-9A22200BEAA8}"/>
          </ac:picMkLst>
        </pc:picChg>
      </pc:sldChg>
      <pc:sldChg chg="modSp mod">
        <pc:chgData name="RESEARCH CENTER VIAM" userId="be51958547f944e7" providerId="LiveId" clId="{836CA6AB-8B8A-4DDA-AD98-38AB0066C88A}" dt="2021-11-08T10:23:40.003" v="1780" actId="5793"/>
        <pc:sldMkLst>
          <pc:docMk/>
          <pc:sldMk cId="3297583279" sldId="279"/>
        </pc:sldMkLst>
        <pc:spChg chg="mod">
          <ac:chgData name="RESEARCH CENTER VIAM" userId="be51958547f944e7" providerId="LiveId" clId="{836CA6AB-8B8A-4DDA-AD98-38AB0066C88A}" dt="2021-11-08T10:23:40.003" v="1780" actId="5793"/>
          <ac:spMkLst>
            <pc:docMk/>
            <pc:sldMk cId="3297583279" sldId="279"/>
            <ac:spMk id="3" creationId="{00000000-0000-0000-0000-000000000000}"/>
          </ac:spMkLst>
        </pc:spChg>
      </pc:sldChg>
      <pc:sldChg chg="addSp delSp modSp mod">
        <pc:chgData name="RESEARCH CENTER VIAM" userId="be51958547f944e7" providerId="LiveId" clId="{836CA6AB-8B8A-4DDA-AD98-38AB0066C88A}" dt="2021-11-09T09:23:31.285" v="2218" actId="478"/>
        <pc:sldMkLst>
          <pc:docMk/>
          <pc:sldMk cId="2002666643" sldId="282"/>
        </pc:sldMkLst>
        <pc:spChg chg="add del mod">
          <ac:chgData name="RESEARCH CENTER VIAM" userId="be51958547f944e7" providerId="LiveId" clId="{836CA6AB-8B8A-4DDA-AD98-38AB0066C88A}" dt="2021-11-09T09:23:31.285" v="2218" actId="478"/>
          <ac:spMkLst>
            <pc:docMk/>
            <pc:sldMk cId="2002666643" sldId="282"/>
            <ac:spMk id="2" creationId="{80081FC5-12DF-4454-8399-592EDB58E438}"/>
          </ac:spMkLst>
        </pc:spChg>
        <pc:spChg chg="add del mod">
          <ac:chgData name="RESEARCH CENTER VIAM" userId="be51958547f944e7" providerId="LiveId" clId="{836CA6AB-8B8A-4DDA-AD98-38AB0066C88A}" dt="2021-11-08T10:31:56.150" v="1868" actId="931"/>
          <ac:spMkLst>
            <pc:docMk/>
            <pc:sldMk cId="2002666643" sldId="282"/>
            <ac:spMk id="6" creationId="{259160BF-6FBF-40C9-B259-476385DDBB67}"/>
          </ac:spMkLst>
        </pc:spChg>
        <pc:picChg chg="add del mod">
          <ac:chgData name="RESEARCH CENTER VIAM" userId="be51958547f944e7" providerId="LiveId" clId="{836CA6AB-8B8A-4DDA-AD98-38AB0066C88A}" dt="2021-11-08T10:31:56.150" v="1868" actId="931"/>
          <ac:picMkLst>
            <pc:docMk/>
            <pc:sldMk cId="2002666643" sldId="282"/>
            <ac:picMk id="3" creationId="{39F87AE1-DF83-42EB-B012-2415A7CA68DA}"/>
          </ac:picMkLst>
        </pc:picChg>
      </pc:sldChg>
      <pc:sldChg chg="modSp mod">
        <pc:chgData name="RESEARCH CENTER VIAM" userId="be51958547f944e7" providerId="LiveId" clId="{836CA6AB-8B8A-4DDA-AD98-38AB0066C88A}" dt="2021-11-08T07:12:20.033" v="913" actId="12788"/>
        <pc:sldMkLst>
          <pc:docMk/>
          <pc:sldMk cId="3768123219" sldId="283"/>
        </pc:sldMkLst>
        <pc:spChg chg="mod">
          <ac:chgData name="RESEARCH CENTER VIAM" userId="be51958547f944e7" providerId="LiveId" clId="{836CA6AB-8B8A-4DDA-AD98-38AB0066C88A}" dt="2021-11-08T07:12:20.033" v="913" actId="12788"/>
          <ac:spMkLst>
            <pc:docMk/>
            <pc:sldMk cId="3768123219" sldId="283"/>
            <ac:spMk id="2" creationId="{00000000-0000-0000-0000-000000000000}"/>
          </ac:spMkLst>
        </pc:spChg>
      </pc:sldChg>
      <pc:sldChg chg="modSp mod">
        <pc:chgData name="RESEARCH CENTER VIAM" userId="be51958547f944e7" providerId="LiveId" clId="{836CA6AB-8B8A-4DDA-AD98-38AB0066C88A}" dt="2021-11-08T10:19:19.608" v="1689" actId="404"/>
        <pc:sldMkLst>
          <pc:docMk/>
          <pc:sldMk cId="2586360386" sldId="285"/>
        </pc:sldMkLst>
        <pc:spChg chg="mod">
          <ac:chgData name="RESEARCH CENTER VIAM" userId="be51958547f944e7" providerId="LiveId" clId="{836CA6AB-8B8A-4DDA-AD98-38AB0066C88A}" dt="2021-11-08T10:19:19.608" v="1689" actId="404"/>
          <ac:spMkLst>
            <pc:docMk/>
            <pc:sldMk cId="2586360386" sldId="285"/>
            <ac:spMk id="2" creationId="{00000000-0000-0000-0000-000000000000}"/>
          </ac:spMkLst>
        </pc:spChg>
      </pc:sldChg>
      <pc:sldChg chg="modSp mod">
        <pc:chgData name="RESEARCH CENTER VIAM" userId="be51958547f944e7" providerId="LiveId" clId="{836CA6AB-8B8A-4DDA-AD98-38AB0066C88A}" dt="2021-11-08T10:19:24.255" v="1691" actId="113"/>
        <pc:sldMkLst>
          <pc:docMk/>
          <pc:sldMk cId="3411423617" sldId="286"/>
        </pc:sldMkLst>
        <pc:spChg chg="mod">
          <ac:chgData name="RESEARCH CENTER VIAM" userId="be51958547f944e7" providerId="LiveId" clId="{836CA6AB-8B8A-4DDA-AD98-38AB0066C88A}" dt="2021-11-08T10:19:24.255" v="1691" actId="113"/>
          <ac:spMkLst>
            <pc:docMk/>
            <pc:sldMk cId="3411423617" sldId="286"/>
            <ac:spMk id="2" creationId="{00000000-0000-0000-0000-000000000000}"/>
          </ac:spMkLst>
        </pc:spChg>
      </pc:sldChg>
      <pc:sldChg chg="modSp mod">
        <pc:chgData name="RESEARCH CENTER VIAM" userId="be51958547f944e7" providerId="LiveId" clId="{836CA6AB-8B8A-4DDA-AD98-38AB0066C88A}" dt="2021-11-08T10:19:30.418" v="1693" actId="404"/>
        <pc:sldMkLst>
          <pc:docMk/>
          <pc:sldMk cId="2963105042" sldId="287"/>
        </pc:sldMkLst>
        <pc:spChg chg="mod">
          <ac:chgData name="RESEARCH CENTER VIAM" userId="be51958547f944e7" providerId="LiveId" clId="{836CA6AB-8B8A-4DDA-AD98-38AB0066C88A}" dt="2021-11-08T10:19:30.418" v="1693" actId="404"/>
          <ac:spMkLst>
            <pc:docMk/>
            <pc:sldMk cId="2963105042" sldId="287"/>
            <ac:spMk id="2" creationId="{00000000-0000-0000-0000-000000000000}"/>
          </ac:spMkLst>
        </pc:spChg>
      </pc:sldChg>
      <pc:sldChg chg="addSp delSp modSp add del mod ord">
        <pc:chgData name="RESEARCH CENTER VIAM" userId="be51958547f944e7" providerId="LiveId" clId="{836CA6AB-8B8A-4DDA-AD98-38AB0066C88A}" dt="2021-11-09T09:19:53.103" v="2159" actId="47"/>
        <pc:sldMkLst>
          <pc:docMk/>
          <pc:sldMk cId="3077720895" sldId="289"/>
        </pc:sldMkLst>
        <pc:spChg chg="del">
          <ac:chgData name="RESEARCH CENTER VIAM" userId="be51958547f944e7" providerId="LiveId" clId="{836CA6AB-8B8A-4DDA-AD98-38AB0066C88A}" dt="2021-11-09T09:02:39.638" v="1971" actId="478"/>
          <ac:spMkLst>
            <pc:docMk/>
            <pc:sldMk cId="3077720895" sldId="289"/>
            <ac:spMk id="2" creationId="{00000000-0000-0000-0000-000000000000}"/>
          </ac:spMkLst>
        </pc:spChg>
        <pc:spChg chg="add del mod">
          <ac:chgData name="RESEARCH CENTER VIAM" userId="be51958547f944e7" providerId="LiveId" clId="{836CA6AB-8B8A-4DDA-AD98-38AB0066C88A}" dt="2021-11-09T09:02:40.607" v="1972" actId="478"/>
          <ac:spMkLst>
            <pc:docMk/>
            <pc:sldMk cId="3077720895" sldId="289"/>
            <ac:spMk id="5" creationId="{52B96F7A-8589-4DF0-9224-01FF16820C0E}"/>
          </ac:spMkLst>
        </pc:spChg>
      </pc:sldChg>
      <pc:sldChg chg="addSp delSp modSp add del mod ord">
        <pc:chgData name="RESEARCH CENTER VIAM" userId="be51958547f944e7" providerId="LiveId" clId="{836CA6AB-8B8A-4DDA-AD98-38AB0066C88A}" dt="2021-11-09T09:19:53.103" v="2159" actId="47"/>
        <pc:sldMkLst>
          <pc:docMk/>
          <pc:sldMk cId="3552470355" sldId="290"/>
        </pc:sldMkLst>
        <pc:spChg chg="del">
          <ac:chgData name="RESEARCH CENTER VIAM" userId="be51958547f944e7" providerId="LiveId" clId="{836CA6AB-8B8A-4DDA-AD98-38AB0066C88A}" dt="2021-11-09T09:02:43.825" v="1973" actId="478"/>
          <ac:spMkLst>
            <pc:docMk/>
            <pc:sldMk cId="3552470355" sldId="290"/>
            <ac:spMk id="2" creationId="{00000000-0000-0000-0000-000000000000}"/>
          </ac:spMkLst>
        </pc:spChg>
        <pc:spChg chg="add del mod">
          <ac:chgData name="RESEARCH CENTER VIAM" userId="be51958547f944e7" providerId="LiveId" clId="{836CA6AB-8B8A-4DDA-AD98-38AB0066C88A}" dt="2021-11-09T09:02:44.763" v="1974" actId="478"/>
          <ac:spMkLst>
            <pc:docMk/>
            <pc:sldMk cId="3552470355" sldId="290"/>
            <ac:spMk id="5" creationId="{AD8B266F-6822-42EB-94E8-77EDD181334B}"/>
          </ac:spMkLst>
        </pc:spChg>
      </pc:sldChg>
      <pc:sldChg chg="addSp delSp modSp add del mod ord">
        <pc:chgData name="RESEARCH CENTER VIAM" userId="be51958547f944e7" providerId="LiveId" clId="{836CA6AB-8B8A-4DDA-AD98-38AB0066C88A}" dt="2021-11-09T09:19:53.103" v="2159" actId="47"/>
        <pc:sldMkLst>
          <pc:docMk/>
          <pc:sldMk cId="4086831420" sldId="291"/>
        </pc:sldMkLst>
        <pc:spChg chg="del">
          <ac:chgData name="RESEARCH CENTER VIAM" userId="be51958547f944e7" providerId="LiveId" clId="{836CA6AB-8B8A-4DDA-AD98-38AB0066C88A}" dt="2021-11-09T09:02:52.888" v="1975" actId="478"/>
          <ac:spMkLst>
            <pc:docMk/>
            <pc:sldMk cId="4086831420" sldId="291"/>
            <ac:spMk id="2" creationId="{00000000-0000-0000-0000-000000000000}"/>
          </ac:spMkLst>
        </pc:spChg>
        <pc:spChg chg="add del mod">
          <ac:chgData name="RESEARCH CENTER VIAM" userId="be51958547f944e7" providerId="LiveId" clId="{836CA6AB-8B8A-4DDA-AD98-38AB0066C88A}" dt="2021-11-09T09:02:54.575" v="1976" actId="478"/>
          <ac:spMkLst>
            <pc:docMk/>
            <pc:sldMk cId="4086831420" sldId="291"/>
            <ac:spMk id="5" creationId="{5EF56D4E-B1F2-455F-9733-BC00BDEA5CC5}"/>
          </ac:spMkLst>
        </pc:spChg>
      </pc:sldChg>
      <pc:sldChg chg="ord">
        <pc:chgData name="RESEARCH CENTER VIAM" userId="be51958547f944e7" providerId="LiveId" clId="{836CA6AB-8B8A-4DDA-AD98-38AB0066C88A}" dt="2021-11-08T09:35:53.121" v="1398"/>
        <pc:sldMkLst>
          <pc:docMk/>
          <pc:sldMk cId="1785490789" sldId="292"/>
        </pc:sldMkLst>
      </pc:sldChg>
      <pc:sldChg chg="ord">
        <pc:chgData name="RESEARCH CENTER VIAM" userId="be51958547f944e7" providerId="LiveId" clId="{836CA6AB-8B8A-4DDA-AD98-38AB0066C88A}" dt="2021-11-08T09:00:50.546" v="1136"/>
        <pc:sldMkLst>
          <pc:docMk/>
          <pc:sldMk cId="2437807743" sldId="293"/>
        </pc:sldMkLst>
      </pc:sldChg>
      <pc:sldChg chg="addSp delSp modSp add mod ord modNotesTx">
        <pc:chgData name="RESEARCH CENTER VIAM" userId="be51958547f944e7" providerId="LiveId" clId="{836CA6AB-8B8A-4DDA-AD98-38AB0066C88A}" dt="2021-11-09T09:03:31.641" v="1979"/>
        <pc:sldMkLst>
          <pc:docMk/>
          <pc:sldMk cId="4048200360" sldId="294"/>
        </pc:sldMkLst>
        <pc:spChg chg="del">
          <ac:chgData name="RESEARCH CENTER VIAM" userId="be51958547f944e7" providerId="LiveId" clId="{836CA6AB-8B8A-4DDA-AD98-38AB0066C88A}" dt="2021-11-08T09:09:26.816" v="1161" actId="478"/>
          <ac:spMkLst>
            <pc:docMk/>
            <pc:sldMk cId="4048200360" sldId="294"/>
            <ac:spMk id="6" creationId="{58996879-8D48-440A-A350-26B63E855AF5}"/>
          </ac:spMkLst>
        </pc:spChg>
        <pc:spChg chg="add del mod">
          <ac:chgData name="RESEARCH CENTER VIAM" userId="be51958547f944e7" providerId="LiveId" clId="{836CA6AB-8B8A-4DDA-AD98-38AB0066C88A}" dt="2021-11-08T09:09:37.832" v="1166" actId="478"/>
          <ac:spMkLst>
            <pc:docMk/>
            <pc:sldMk cId="4048200360" sldId="294"/>
            <ac:spMk id="7" creationId="{77F2897D-1191-4639-BE25-74589E48DE37}"/>
          </ac:spMkLst>
        </pc:spChg>
        <pc:spChg chg="add del mod">
          <ac:chgData name="RESEARCH CENTER VIAM" userId="be51958547f944e7" providerId="LiveId" clId="{836CA6AB-8B8A-4DDA-AD98-38AB0066C88A}" dt="2021-11-08T09:09:28.691" v="1162" actId="478"/>
          <ac:spMkLst>
            <pc:docMk/>
            <pc:sldMk cId="4048200360" sldId="294"/>
            <ac:spMk id="13" creationId="{CCFC7A83-1D24-473E-B157-F4D0D28C5270}"/>
          </ac:spMkLst>
        </pc:spChg>
        <pc:grpChg chg="del mod topLvl">
          <ac:chgData name="RESEARCH CENTER VIAM" userId="be51958547f944e7" providerId="LiveId" clId="{836CA6AB-8B8A-4DDA-AD98-38AB0066C88A}" dt="2021-11-08T07:15:10.525" v="927" actId="165"/>
          <ac:grpSpMkLst>
            <pc:docMk/>
            <pc:sldMk cId="4048200360" sldId="294"/>
            <ac:grpSpMk id="10" creationId="{9422A058-3D2F-404C-9103-2E62C945AAC9}"/>
          </ac:grpSpMkLst>
        </pc:grpChg>
        <pc:grpChg chg="del">
          <ac:chgData name="RESEARCH CENTER VIAM" userId="be51958547f944e7" providerId="LiveId" clId="{836CA6AB-8B8A-4DDA-AD98-38AB0066C88A}" dt="2021-11-08T07:14:58.088" v="924" actId="165"/>
          <ac:grpSpMkLst>
            <pc:docMk/>
            <pc:sldMk cId="4048200360" sldId="294"/>
            <ac:grpSpMk id="20" creationId="{09980367-F369-4633-B5F6-4566ACDAF102}"/>
          </ac:grpSpMkLst>
        </pc:grpChg>
        <pc:graphicFrameChg chg="del mod topLvl">
          <ac:chgData name="RESEARCH CENTER VIAM" userId="be51958547f944e7" providerId="LiveId" clId="{836CA6AB-8B8A-4DDA-AD98-38AB0066C88A}" dt="2021-11-08T07:15:23.103" v="928" actId="478"/>
          <ac:graphicFrameMkLst>
            <pc:docMk/>
            <pc:sldMk cId="4048200360" sldId="294"/>
            <ac:graphicFrameMk id="9" creationId="{A34A203F-B520-4D36-9CD0-2116DEF7A36C}"/>
          </ac:graphicFrameMkLst>
        </pc:graphicFrameChg>
        <pc:picChg chg="add mod">
          <ac:chgData name="RESEARCH CENTER VIAM" userId="be51958547f944e7" providerId="LiveId" clId="{836CA6AB-8B8A-4DDA-AD98-38AB0066C88A}" dt="2021-11-08T09:09:31.441" v="1164" actId="1076"/>
          <ac:picMkLst>
            <pc:docMk/>
            <pc:sldMk cId="4048200360" sldId="294"/>
            <ac:picMk id="3" creationId="{1619C310-8869-433C-BA2B-B41619CDD59D}"/>
          </ac:picMkLst>
        </pc:picChg>
        <pc:picChg chg="add mod">
          <ac:chgData name="RESEARCH CENTER VIAM" userId="be51958547f944e7" providerId="LiveId" clId="{836CA6AB-8B8A-4DDA-AD98-38AB0066C88A}" dt="2021-11-08T09:09:35.863" v="1165" actId="1076"/>
          <ac:picMkLst>
            <pc:docMk/>
            <pc:sldMk cId="4048200360" sldId="294"/>
            <ac:picMk id="5" creationId="{83D5844D-7746-44CC-BDF2-FF2E7E560979}"/>
          </ac:picMkLst>
        </pc:picChg>
        <pc:picChg chg="del mod topLvl">
          <ac:chgData name="RESEARCH CENTER VIAM" userId="be51958547f944e7" providerId="LiveId" clId="{836CA6AB-8B8A-4DDA-AD98-38AB0066C88A}" dt="2021-11-08T07:15:24.713" v="931" actId="478"/>
          <ac:picMkLst>
            <pc:docMk/>
            <pc:sldMk cId="4048200360" sldId="294"/>
            <ac:picMk id="8" creationId="{988D49BF-F34B-49A8-AD7D-602A6129B4FB}"/>
          </ac:picMkLst>
        </pc:picChg>
        <pc:picChg chg="del mod topLvl">
          <ac:chgData name="RESEARCH CENTER VIAM" userId="be51958547f944e7" providerId="LiveId" clId="{836CA6AB-8B8A-4DDA-AD98-38AB0066C88A}" dt="2021-11-08T07:15:24.041" v="930" actId="478"/>
          <ac:picMkLst>
            <pc:docMk/>
            <pc:sldMk cId="4048200360" sldId="294"/>
            <ac:picMk id="1026" creationId="{BEC535F1-43A6-4271-BF93-EB9C810C5736}"/>
          </ac:picMkLst>
        </pc:picChg>
        <pc:picChg chg="add mod">
          <ac:chgData name="RESEARCH CENTER VIAM" userId="be51958547f944e7" providerId="LiveId" clId="{836CA6AB-8B8A-4DDA-AD98-38AB0066C88A}" dt="2021-11-08T08:18:04.726" v="965" actId="1076"/>
          <ac:picMkLst>
            <pc:docMk/>
            <pc:sldMk cId="4048200360" sldId="294"/>
            <ac:picMk id="2050" creationId="{38F30DE4-6780-4635-B4AA-18ED9D52E733}"/>
          </ac:picMkLst>
        </pc:picChg>
        <pc:picChg chg="add mod">
          <ac:chgData name="RESEARCH CENTER VIAM" userId="be51958547f944e7" providerId="LiveId" clId="{836CA6AB-8B8A-4DDA-AD98-38AB0066C88A}" dt="2021-11-08T09:09:30.254" v="1163" actId="1076"/>
          <ac:picMkLst>
            <pc:docMk/>
            <pc:sldMk cId="4048200360" sldId="294"/>
            <ac:picMk id="2052" creationId="{0CCED0A3-E7E2-4627-9D95-8D8E7D2FFC55}"/>
          </ac:picMkLst>
        </pc:picChg>
        <pc:cxnChg chg="del mod topLvl">
          <ac:chgData name="RESEARCH CENTER VIAM" userId="be51958547f944e7" providerId="LiveId" clId="{836CA6AB-8B8A-4DDA-AD98-38AB0066C88A}" dt="2021-11-08T07:15:03.947" v="925" actId="478"/>
          <ac:cxnSpMkLst>
            <pc:docMk/>
            <pc:sldMk cId="4048200360" sldId="294"/>
            <ac:cxnSpMk id="12" creationId="{235ED582-8D1B-4A73-954F-7B5014C1704D}"/>
          </ac:cxnSpMkLst>
        </pc:cxnChg>
        <pc:cxnChg chg="del mod topLvl">
          <ac:chgData name="RESEARCH CENTER VIAM" userId="be51958547f944e7" providerId="LiveId" clId="{836CA6AB-8B8A-4DDA-AD98-38AB0066C88A}" dt="2021-11-08T07:15:03.947" v="925" actId="478"/>
          <ac:cxnSpMkLst>
            <pc:docMk/>
            <pc:sldMk cId="4048200360" sldId="294"/>
            <ac:cxnSpMk id="16" creationId="{258EC612-058A-4384-936B-9C8CE1AEF54B}"/>
          </ac:cxnSpMkLst>
        </pc:cxnChg>
      </pc:sldChg>
      <pc:sldChg chg="modSp mod setBg">
        <pc:chgData name="RESEARCH CENTER VIAM" userId="be51958547f944e7" providerId="LiveId" clId="{836CA6AB-8B8A-4DDA-AD98-38AB0066C88A}" dt="2021-11-08T10:16:42.394" v="1681" actId="12788"/>
        <pc:sldMkLst>
          <pc:docMk/>
          <pc:sldMk cId="2433624919" sldId="295"/>
        </pc:sldMkLst>
        <pc:picChg chg="mod">
          <ac:chgData name="RESEARCH CENTER VIAM" userId="be51958547f944e7" providerId="LiveId" clId="{836CA6AB-8B8A-4DDA-AD98-38AB0066C88A}" dt="2021-11-08T10:16:42.394" v="1681" actId="12788"/>
          <ac:picMkLst>
            <pc:docMk/>
            <pc:sldMk cId="2433624919" sldId="295"/>
            <ac:picMk id="4" creationId="{D0614E4A-FEF3-4243-976C-E54BB8B3D659}"/>
          </ac:picMkLst>
        </pc:picChg>
      </pc:sldChg>
      <pc:sldChg chg="modSp add del mod">
        <pc:chgData name="RESEARCH CENTER VIAM" userId="be51958547f944e7" providerId="LiveId" clId="{836CA6AB-8B8A-4DDA-AD98-38AB0066C88A}" dt="2021-11-08T08:56:06.427" v="1087" actId="47"/>
        <pc:sldMkLst>
          <pc:docMk/>
          <pc:sldMk cId="266812538" sldId="296"/>
        </pc:sldMkLst>
        <pc:spChg chg="mod">
          <ac:chgData name="RESEARCH CENTER VIAM" userId="be51958547f944e7" providerId="LiveId" clId="{836CA6AB-8B8A-4DDA-AD98-38AB0066C88A}" dt="2021-11-08T08:52:35.683" v="1038" actId="1076"/>
          <ac:spMkLst>
            <pc:docMk/>
            <pc:sldMk cId="266812538" sldId="296"/>
            <ac:spMk id="9" creationId="{8CA230C6-FD53-4E94-B846-CB9F8B994E0B}"/>
          </ac:spMkLst>
        </pc:spChg>
      </pc:sldChg>
      <pc:sldChg chg="addSp delSp modSp new mod modNotesTx">
        <pc:chgData name="RESEARCH CENTER VIAM" userId="be51958547f944e7" providerId="LiveId" clId="{836CA6AB-8B8A-4DDA-AD98-38AB0066C88A}" dt="2021-11-08T08:56:01.303" v="1086" actId="1076"/>
        <pc:sldMkLst>
          <pc:docMk/>
          <pc:sldMk cId="2747114160" sldId="297"/>
        </pc:sldMkLst>
        <pc:spChg chg="mod">
          <ac:chgData name="RESEARCH CENTER VIAM" userId="be51958547f944e7" providerId="LiveId" clId="{836CA6AB-8B8A-4DDA-AD98-38AB0066C88A}" dt="2021-11-08T08:35:06.890" v="1001" actId="404"/>
          <ac:spMkLst>
            <pc:docMk/>
            <pc:sldMk cId="2747114160" sldId="297"/>
            <ac:spMk id="2" creationId="{8DE278C4-2ED9-4BE5-8EA8-2CD99F2669AD}"/>
          </ac:spMkLst>
        </pc:spChg>
        <pc:spChg chg="del">
          <ac:chgData name="RESEARCH CENTER VIAM" userId="be51958547f944e7" providerId="LiveId" clId="{836CA6AB-8B8A-4DDA-AD98-38AB0066C88A}" dt="2021-11-08T08:35:09.760" v="1002" actId="478"/>
          <ac:spMkLst>
            <pc:docMk/>
            <pc:sldMk cId="2747114160" sldId="297"/>
            <ac:spMk id="3" creationId="{485BC2A9-31B3-49BE-BA2E-2A611F96E977}"/>
          </ac:spMkLst>
        </pc:spChg>
        <pc:spChg chg="add mod">
          <ac:chgData name="RESEARCH CENTER VIAM" userId="be51958547f944e7" providerId="LiveId" clId="{836CA6AB-8B8A-4DDA-AD98-38AB0066C88A}" dt="2021-11-08T08:54:10.482" v="1062" actId="1035"/>
          <ac:spMkLst>
            <pc:docMk/>
            <pc:sldMk cId="2747114160" sldId="297"/>
            <ac:spMk id="10" creationId="{AC13E90B-9689-4668-8B7D-A7D62B6876DA}"/>
          </ac:spMkLst>
        </pc:spChg>
        <pc:spChg chg="add del">
          <ac:chgData name="RESEARCH CENTER VIAM" userId="be51958547f944e7" providerId="LiveId" clId="{836CA6AB-8B8A-4DDA-AD98-38AB0066C88A}" dt="2021-11-08T08:54:27.810" v="1066" actId="22"/>
          <ac:spMkLst>
            <pc:docMk/>
            <pc:sldMk cId="2747114160" sldId="297"/>
            <ac:spMk id="12" creationId="{E149F12E-FBC9-4736-8A03-B21C174C7A58}"/>
          </ac:spMkLst>
        </pc:spChg>
        <pc:spChg chg="add mod">
          <ac:chgData name="RESEARCH CENTER VIAM" userId="be51958547f944e7" providerId="LiveId" clId="{836CA6AB-8B8A-4DDA-AD98-38AB0066C88A}" dt="2021-11-08T08:54:36.278" v="1071" actId="1076"/>
          <ac:spMkLst>
            <pc:docMk/>
            <pc:sldMk cId="2747114160" sldId="297"/>
            <ac:spMk id="14" creationId="{BB2BCAE9-9151-445A-8BB0-15BD3D93A65B}"/>
          </ac:spMkLst>
        </pc:spChg>
        <pc:spChg chg="add del mod">
          <ac:chgData name="RESEARCH CENTER VIAM" userId="be51958547f944e7" providerId="LiveId" clId="{836CA6AB-8B8A-4DDA-AD98-38AB0066C88A}" dt="2021-11-08T08:55:43.865" v="1077" actId="478"/>
          <ac:spMkLst>
            <pc:docMk/>
            <pc:sldMk cId="2747114160" sldId="297"/>
            <ac:spMk id="15" creationId="{990B5EE5-0F6F-4AFC-8E1F-56080534CEF5}"/>
          </ac:spMkLst>
        </pc:spChg>
        <pc:spChg chg="add mod">
          <ac:chgData name="RESEARCH CENTER VIAM" userId="be51958547f944e7" providerId="LiveId" clId="{836CA6AB-8B8A-4DDA-AD98-38AB0066C88A}" dt="2021-11-08T08:56:01.303" v="1086" actId="1076"/>
          <ac:spMkLst>
            <pc:docMk/>
            <pc:sldMk cId="2747114160" sldId="297"/>
            <ac:spMk id="17" creationId="{30C822F3-FDD0-40B1-98AE-A06E35492F7D}"/>
          </ac:spMkLst>
        </pc:spChg>
        <pc:picChg chg="add del">
          <ac:chgData name="RESEARCH CENTER VIAM" userId="be51958547f944e7" providerId="LiveId" clId="{836CA6AB-8B8A-4DDA-AD98-38AB0066C88A}" dt="2021-11-08T08:48:17.080" v="1008"/>
          <ac:picMkLst>
            <pc:docMk/>
            <pc:sldMk cId="2747114160" sldId="297"/>
            <ac:picMk id="4" creationId="{6284473B-8A9B-441A-892F-3EFDAEA11020}"/>
          </ac:picMkLst>
        </pc:picChg>
        <pc:picChg chg="add mod modCrop">
          <ac:chgData name="RESEARCH CENTER VIAM" userId="be51958547f944e7" providerId="LiveId" clId="{836CA6AB-8B8A-4DDA-AD98-38AB0066C88A}" dt="2021-11-08T08:54:19.341" v="1064" actId="1076"/>
          <ac:picMkLst>
            <pc:docMk/>
            <pc:sldMk cId="2747114160" sldId="297"/>
            <ac:picMk id="6" creationId="{B67D9C78-0FF2-40A8-A595-74C1E3CEC047}"/>
          </ac:picMkLst>
        </pc:picChg>
        <pc:picChg chg="add mod modCrop">
          <ac:chgData name="RESEARCH CENTER VIAM" userId="be51958547f944e7" providerId="LiveId" clId="{836CA6AB-8B8A-4DDA-AD98-38AB0066C88A}" dt="2021-11-08T08:54:14.576" v="1063" actId="1076"/>
          <ac:picMkLst>
            <pc:docMk/>
            <pc:sldMk cId="2747114160" sldId="297"/>
            <ac:picMk id="8" creationId="{C22FBAF3-B4D4-4301-B871-4C4CD3472740}"/>
          </ac:picMkLst>
        </pc:picChg>
      </pc:sldChg>
      <pc:sldChg chg="modSp mod">
        <pc:chgData name="RESEARCH CENTER VIAM" userId="be51958547f944e7" providerId="LiveId" clId="{836CA6AB-8B8A-4DDA-AD98-38AB0066C88A}" dt="2021-11-08T10:18:49.207" v="1683" actId="13926"/>
        <pc:sldMkLst>
          <pc:docMk/>
          <pc:sldMk cId="3433196534" sldId="298"/>
        </pc:sldMkLst>
        <pc:spChg chg="mod">
          <ac:chgData name="RESEARCH CENTER VIAM" userId="be51958547f944e7" providerId="LiveId" clId="{836CA6AB-8B8A-4DDA-AD98-38AB0066C88A}" dt="2021-11-08T10:18:49.207" v="1683" actId="13926"/>
          <ac:spMkLst>
            <pc:docMk/>
            <pc:sldMk cId="3433196534" sldId="298"/>
            <ac:spMk id="4" creationId="{69E3C306-AFF6-480B-8FE9-AFEB34FE9271}"/>
          </ac:spMkLst>
        </pc:spChg>
      </pc:sldChg>
      <pc:sldChg chg="addSp delSp modSp new mod modClrScheme chgLayout">
        <pc:chgData name="RESEARCH CENTER VIAM" userId="be51958547f944e7" providerId="LiveId" clId="{836CA6AB-8B8A-4DDA-AD98-38AB0066C88A}" dt="2021-11-08T09:00:32.671" v="1134" actId="478"/>
        <pc:sldMkLst>
          <pc:docMk/>
          <pc:sldMk cId="2068070440" sldId="299"/>
        </pc:sldMkLst>
        <pc:spChg chg="del mod">
          <ac:chgData name="RESEARCH CENTER VIAM" userId="be51958547f944e7" providerId="LiveId" clId="{836CA6AB-8B8A-4DDA-AD98-38AB0066C88A}" dt="2021-11-08T08:58:47.549" v="1096" actId="478"/>
          <ac:spMkLst>
            <pc:docMk/>
            <pc:sldMk cId="2068070440" sldId="299"/>
            <ac:spMk id="2" creationId="{4879A863-9182-4DAA-A954-2F0031331793}"/>
          </ac:spMkLst>
        </pc:spChg>
        <pc:spChg chg="del">
          <ac:chgData name="RESEARCH CENTER VIAM" userId="be51958547f944e7" providerId="LiveId" clId="{836CA6AB-8B8A-4DDA-AD98-38AB0066C88A}" dt="2021-11-08T08:58:35.689" v="1089" actId="478"/>
          <ac:spMkLst>
            <pc:docMk/>
            <pc:sldMk cId="2068070440" sldId="299"/>
            <ac:spMk id="3" creationId="{8AC92A16-738F-4512-9D35-DFFF8429800D}"/>
          </ac:spMkLst>
        </pc:spChg>
        <pc:spChg chg="add del mod">
          <ac:chgData name="RESEARCH CENTER VIAM" userId="be51958547f944e7" providerId="LiveId" clId="{836CA6AB-8B8A-4DDA-AD98-38AB0066C88A}" dt="2021-11-08T08:58:45.674" v="1095"/>
          <ac:spMkLst>
            <pc:docMk/>
            <pc:sldMk cId="2068070440" sldId="299"/>
            <ac:spMk id="4" creationId="{B7B4C6B0-796A-49E0-86ED-9A3F082E4DD3}"/>
          </ac:spMkLst>
        </pc:spChg>
        <pc:spChg chg="add del mod">
          <ac:chgData name="RESEARCH CENTER VIAM" userId="be51958547f944e7" providerId="LiveId" clId="{836CA6AB-8B8A-4DDA-AD98-38AB0066C88A}" dt="2021-11-08T08:58:50.330" v="1098" actId="478"/>
          <ac:spMkLst>
            <pc:docMk/>
            <pc:sldMk cId="2068070440" sldId="299"/>
            <ac:spMk id="6" creationId="{D42741AE-01E6-4B3A-88EA-EB4E50ABF021}"/>
          </ac:spMkLst>
        </pc:spChg>
        <pc:spChg chg="add mod">
          <ac:chgData name="RESEARCH CENTER VIAM" userId="be51958547f944e7" providerId="LiveId" clId="{836CA6AB-8B8A-4DDA-AD98-38AB0066C88A}" dt="2021-11-08T08:59:05.579" v="1099" actId="26606"/>
          <ac:spMkLst>
            <pc:docMk/>
            <pc:sldMk cId="2068070440" sldId="299"/>
            <ac:spMk id="7" creationId="{F4800535-7F9E-4E19-8F4F-9C3E5AB9E018}"/>
          </ac:spMkLst>
        </pc:spChg>
        <pc:spChg chg="add del mod">
          <ac:chgData name="RESEARCH CENTER VIAM" userId="be51958547f944e7" providerId="LiveId" clId="{836CA6AB-8B8A-4DDA-AD98-38AB0066C88A}" dt="2021-11-08T09:00:32.671" v="1134" actId="478"/>
          <ac:spMkLst>
            <pc:docMk/>
            <pc:sldMk cId="2068070440" sldId="299"/>
            <ac:spMk id="12" creationId="{7DE137E1-5903-4D25-98E0-7139F05A8BA7}"/>
          </ac:spMkLst>
        </pc:spChg>
      </pc:sldChg>
      <pc:sldChg chg="delSp modSp add mod">
        <pc:chgData name="RESEARCH CENTER VIAM" userId="be51958547f944e7" providerId="LiveId" clId="{836CA6AB-8B8A-4DDA-AD98-38AB0066C88A}" dt="2021-11-08T09:00:29.218" v="1133" actId="478"/>
        <pc:sldMkLst>
          <pc:docMk/>
          <pc:sldMk cId="990012153" sldId="300"/>
        </pc:sldMkLst>
        <pc:spChg chg="mod">
          <ac:chgData name="RESEARCH CENTER VIAM" userId="be51958547f944e7" providerId="LiveId" clId="{836CA6AB-8B8A-4DDA-AD98-38AB0066C88A}" dt="2021-11-08T08:59:25.141" v="1132" actId="2711"/>
          <ac:spMkLst>
            <pc:docMk/>
            <pc:sldMk cId="990012153" sldId="300"/>
            <ac:spMk id="7" creationId="{F4800535-7F9E-4E19-8F4F-9C3E5AB9E018}"/>
          </ac:spMkLst>
        </pc:spChg>
        <pc:spChg chg="del">
          <ac:chgData name="RESEARCH CENTER VIAM" userId="be51958547f944e7" providerId="LiveId" clId="{836CA6AB-8B8A-4DDA-AD98-38AB0066C88A}" dt="2021-11-08T09:00:29.218" v="1133" actId="478"/>
          <ac:spMkLst>
            <pc:docMk/>
            <pc:sldMk cId="990012153" sldId="300"/>
            <ac:spMk id="12" creationId="{7DE137E1-5903-4D25-98E0-7139F05A8BA7}"/>
          </ac:spMkLst>
        </pc:spChg>
      </pc:sldChg>
      <pc:sldChg chg="addSp delSp modSp mod">
        <pc:chgData name="RESEARCH CENTER VIAM" userId="be51958547f944e7" providerId="LiveId" clId="{836CA6AB-8B8A-4DDA-AD98-38AB0066C88A}" dt="2021-11-08T10:30:35.497" v="1858" actId="22"/>
        <pc:sldMkLst>
          <pc:docMk/>
          <pc:sldMk cId="926561890" sldId="303"/>
        </pc:sldMkLst>
        <pc:spChg chg="add del">
          <ac:chgData name="RESEARCH CENTER VIAM" userId="be51958547f944e7" providerId="LiveId" clId="{836CA6AB-8B8A-4DDA-AD98-38AB0066C88A}" dt="2021-11-08T10:30:33.192" v="1856" actId="478"/>
          <ac:spMkLst>
            <pc:docMk/>
            <pc:sldMk cId="926561890" sldId="303"/>
            <ac:spMk id="3" creationId="{00000000-0000-0000-0000-000000000000}"/>
          </ac:spMkLst>
        </pc:spChg>
        <pc:spChg chg="add del mod">
          <ac:chgData name="RESEARCH CENTER VIAM" userId="be51958547f944e7" providerId="LiveId" clId="{836CA6AB-8B8A-4DDA-AD98-38AB0066C88A}" dt="2021-11-08T10:30:07.662" v="1853" actId="478"/>
          <ac:spMkLst>
            <pc:docMk/>
            <pc:sldMk cId="926561890" sldId="303"/>
            <ac:spMk id="5" creationId="{7FC3E2A7-74D6-4B90-B2CF-D6659FD8D5EE}"/>
          </ac:spMkLst>
        </pc:spChg>
        <pc:spChg chg="add del mod">
          <ac:chgData name="RESEARCH CENTER VIAM" userId="be51958547f944e7" providerId="LiveId" clId="{836CA6AB-8B8A-4DDA-AD98-38AB0066C88A}" dt="2021-11-08T10:30:34.744" v="1857" actId="478"/>
          <ac:spMkLst>
            <pc:docMk/>
            <pc:sldMk cId="926561890" sldId="303"/>
            <ac:spMk id="7" creationId="{612A50F5-8526-4A5C-A36C-A5EC5305815D}"/>
          </ac:spMkLst>
        </pc:spChg>
        <pc:graphicFrameChg chg="del mod modGraphic">
          <ac:chgData name="RESEARCH CENTER VIAM" userId="be51958547f944e7" providerId="LiveId" clId="{836CA6AB-8B8A-4DDA-AD98-38AB0066C88A}" dt="2021-11-08T10:28:10.568" v="1831" actId="478"/>
          <ac:graphicFrameMkLst>
            <pc:docMk/>
            <pc:sldMk cId="926561890" sldId="303"/>
            <ac:graphicFrameMk id="2" creationId="{F4D14524-C763-4970-9F8A-EDF5A6EA84FE}"/>
          </ac:graphicFrameMkLst>
        </pc:graphicFrameChg>
        <pc:picChg chg="add">
          <ac:chgData name="RESEARCH CENTER VIAM" userId="be51958547f944e7" providerId="LiveId" clId="{836CA6AB-8B8A-4DDA-AD98-38AB0066C88A}" dt="2021-11-08T10:30:35.497" v="1858" actId="22"/>
          <ac:picMkLst>
            <pc:docMk/>
            <pc:sldMk cId="926561890" sldId="303"/>
            <ac:picMk id="9" creationId="{6B740D49-6CB9-49C7-BBD9-1E32A7DDEE50}"/>
          </ac:picMkLst>
        </pc:picChg>
      </pc:sldChg>
      <pc:sldChg chg="addSp delSp modSp mod">
        <pc:chgData name="RESEARCH CENTER VIAM" userId="be51958547f944e7" providerId="LiveId" clId="{836CA6AB-8B8A-4DDA-AD98-38AB0066C88A}" dt="2021-11-08T10:31:17.038" v="1863" actId="14100"/>
        <pc:sldMkLst>
          <pc:docMk/>
          <pc:sldMk cId="1202297637" sldId="306"/>
        </pc:sldMkLst>
        <pc:spChg chg="del mod">
          <ac:chgData name="RESEARCH CENTER VIAM" userId="be51958547f944e7" providerId="LiveId" clId="{836CA6AB-8B8A-4DDA-AD98-38AB0066C88A}" dt="2021-11-08T10:31:10.090" v="1860" actId="478"/>
          <ac:spMkLst>
            <pc:docMk/>
            <pc:sldMk cId="1202297637" sldId="306"/>
            <ac:spMk id="3" creationId="{00000000-0000-0000-0000-000000000000}"/>
          </ac:spMkLst>
        </pc:spChg>
        <pc:spChg chg="add del mod">
          <ac:chgData name="RESEARCH CENTER VIAM" userId="be51958547f944e7" providerId="LiveId" clId="{836CA6AB-8B8A-4DDA-AD98-38AB0066C88A}" dt="2021-11-08T10:31:12.851" v="1861" actId="478"/>
          <ac:spMkLst>
            <pc:docMk/>
            <pc:sldMk cId="1202297637" sldId="306"/>
            <ac:spMk id="5" creationId="{9B1F1A70-E8E1-4F24-8DDD-DB8002A449D3}"/>
          </ac:spMkLst>
        </pc:spChg>
        <pc:graphicFrameChg chg="del">
          <ac:chgData name="RESEARCH CENTER VIAM" userId="be51958547f944e7" providerId="LiveId" clId="{836CA6AB-8B8A-4DDA-AD98-38AB0066C88A}" dt="2021-11-08T10:31:12.851" v="1861" actId="478"/>
          <ac:graphicFrameMkLst>
            <pc:docMk/>
            <pc:sldMk cId="1202297637" sldId="306"/>
            <ac:graphicFrameMk id="2" creationId="{C7BC4D55-CB78-4F7B-ADAA-AD8B590A4527}"/>
          </ac:graphicFrameMkLst>
        </pc:graphicFrameChg>
        <pc:picChg chg="add mod">
          <ac:chgData name="RESEARCH CENTER VIAM" userId="be51958547f944e7" providerId="LiveId" clId="{836CA6AB-8B8A-4DDA-AD98-38AB0066C88A}" dt="2021-11-08T10:31:17.038" v="1863" actId="14100"/>
          <ac:picMkLst>
            <pc:docMk/>
            <pc:sldMk cId="1202297637" sldId="306"/>
            <ac:picMk id="7" creationId="{6670E54C-9DFE-417B-A23B-7DE2F03E5DF4}"/>
          </ac:picMkLst>
        </pc:picChg>
      </pc:sldChg>
      <pc:sldChg chg="add del">
        <pc:chgData name="RESEARCH CENTER VIAM" userId="be51958547f944e7" providerId="LiveId" clId="{836CA6AB-8B8A-4DDA-AD98-38AB0066C88A}" dt="2021-11-08T10:12:48.996" v="1665" actId="47"/>
        <pc:sldMkLst>
          <pc:docMk/>
          <pc:sldMk cId="2251906505" sldId="307"/>
        </pc:sldMkLst>
      </pc:sldChg>
      <pc:sldChg chg="addSp delSp modSp new mod modClrScheme chgLayout">
        <pc:chgData name="RESEARCH CENTER VIAM" userId="be51958547f944e7" providerId="LiveId" clId="{836CA6AB-8B8A-4DDA-AD98-38AB0066C88A}" dt="2021-11-08T10:21:34.415" v="1733" actId="2711"/>
        <pc:sldMkLst>
          <pc:docMk/>
          <pc:sldMk cId="4259792372" sldId="307"/>
        </pc:sldMkLst>
        <pc:spChg chg="mod">
          <ac:chgData name="RESEARCH CENTER VIAM" userId="be51958547f944e7" providerId="LiveId" clId="{836CA6AB-8B8A-4DDA-AD98-38AB0066C88A}" dt="2021-11-08T10:21:34.415" v="1733" actId="2711"/>
          <ac:spMkLst>
            <pc:docMk/>
            <pc:sldMk cId="4259792372" sldId="307"/>
            <ac:spMk id="2" creationId="{E68E0C67-2D4B-416C-9342-4FE018797BCC}"/>
          </ac:spMkLst>
        </pc:spChg>
        <pc:spChg chg="del">
          <ac:chgData name="RESEARCH CENTER VIAM" userId="be51958547f944e7" providerId="LiveId" clId="{836CA6AB-8B8A-4DDA-AD98-38AB0066C88A}" dt="2021-11-08T10:21:02.347" v="1731" actId="478"/>
          <ac:spMkLst>
            <pc:docMk/>
            <pc:sldMk cId="4259792372" sldId="307"/>
            <ac:spMk id="3" creationId="{0FF57E56-F432-4F9D-8729-AEBF4D76FD7A}"/>
          </ac:spMkLst>
        </pc:spChg>
        <pc:spChg chg="add mod">
          <ac:chgData name="RESEARCH CENTER VIAM" userId="be51958547f944e7" providerId="LiveId" clId="{836CA6AB-8B8A-4DDA-AD98-38AB0066C88A}" dt="2021-11-08T10:21:12.289" v="1732" actId="26606"/>
          <ac:spMkLst>
            <pc:docMk/>
            <pc:sldMk cId="4259792372" sldId="307"/>
            <ac:spMk id="7" creationId="{2F4AE9F2-7F43-41CC-8753-CA9B311DB7C8}"/>
          </ac:spMkLst>
        </pc:spChg>
      </pc:sldChg>
      <pc:sldChg chg="modSp">
        <pc:chgData name="RESEARCH CENTER VIAM" userId="be51958547f944e7" providerId="LiveId" clId="{836CA6AB-8B8A-4DDA-AD98-38AB0066C88A}" dt="2021-11-09T09:52:31.121" v="2381" actId="478"/>
        <pc:sldMkLst>
          <pc:docMk/>
          <pc:sldMk cId="3826654802" sldId="310"/>
        </pc:sldMkLst>
        <pc:graphicFrameChg chg="mod">
          <ac:chgData name="RESEARCH CENTER VIAM" userId="be51958547f944e7" providerId="LiveId" clId="{836CA6AB-8B8A-4DDA-AD98-38AB0066C88A}" dt="2021-11-09T09:52:31.121" v="2381" actId="478"/>
          <ac:graphicFrameMkLst>
            <pc:docMk/>
            <pc:sldMk cId="3826654802" sldId="310"/>
            <ac:graphicFrameMk id="4" creationId="{00000000-0000-0000-0000-000000000000}"/>
          </ac:graphicFrameMkLst>
        </pc:graphicFrameChg>
      </pc:sldChg>
      <pc:sldChg chg="addSp delSp modSp mod">
        <pc:chgData name="RESEARCH CENTER VIAM" userId="be51958547f944e7" providerId="LiveId" clId="{836CA6AB-8B8A-4DDA-AD98-38AB0066C88A}" dt="2021-11-09T09:27:31.576" v="2234" actId="20577"/>
        <pc:sldMkLst>
          <pc:docMk/>
          <pc:sldMk cId="3809276409" sldId="312"/>
        </pc:sldMkLst>
        <pc:spChg chg="add del">
          <ac:chgData name="RESEARCH CENTER VIAM" userId="be51958547f944e7" providerId="LiveId" clId="{836CA6AB-8B8A-4DDA-AD98-38AB0066C88A}" dt="2021-11-09T09:26:12.062" v="2230" actId="22"/>
          <ac:spMkLst>
            <pc:docMk/>
            <pc:sldMk cId="3809276409" sldId="312"/>
            <ac:spMk id="5" creationId="{1D8B214D-A924-42D2-B731-66B13FD63707}"/>
          </ac:spMkLst>
        </pc:spChg>
        <pc:spChg chg="mod">
          <ac:chgData name="RESEARCH CENTER VIAM" userId="be51958547f944e7" providerId="LiveId" clId="{836CA6AB-8B8A-4DDA-AD98-38AB0066C88A}" dt="2021-11-09T09:27:31.576" v="2234" actId="20577"/>
          <ac:spMkLst>
            <pc:docMk/>
            <pc:sldMk cId="3809276409" sldId="312"/>
            <ac:spMk id="28" creationId="{39D3CC76-4C8C-4315-9AA8-9C252013863F}"/>
          </ac:spMkLst>
        </pc:spChg>
        <pc:spChg chg="mod">
          <ac:chgData name="RESEARCH CENTER VIAM" userId="be51958547f944e7" providerId="LiveId" clId="{836CA6AB-8B8A-4DDA-AD98-38AB0066C88A}" dt="2021-11-09T09:26:26.202" v="2233"/>
          <ac:spMkLst>
            <pc:docMk/>
            <pc:sldMk cId="3809276409" sldId="312"/>
            <ac:spMk id="30" creationId="{33560BDF-51CC-40F8-A86E-C9AB989027BD}"/>
          </ac:spMkLst>
        </pc:spChg>
      </pc:sldChg>
      <pc:sldChg chg="addSp delSp modSp mod">
        <pc:chgData name="RESEARCH CENTER VIAM" userId="be51958547f944e7" providerId="LiveId" clId="{836CA6AB-8B8A-4DDA-AD98-38AB0066C88A}" dt="2021-11-09T09:36:58.400" v="2274" actId="27636"/>
        <pc:sldMkLst>
          <pc:docMk/>
          <pc:sldMk cId="3519854134" sldId="315"/>
        </pc:sldMkLst>
        <pc:spChg chg="add del">
          <ac:chgData name="RESEARCH CENTER VIAM" userId="be51958547f944e7" providerId="LiveId" clId="{836CA6AB-8B8A-4DDA-AD98-38AB0066C88A}" dt="2021-11-09T09:36:51.007" v="2270" actId="22"/>
          <ac:spMkLst>
            <pc:docMk/>
            <pc:sldMk cId="3519854134" sldId="315"/>
            <ac:spMk id="6" creationId="{F5F83FA5-08F3-408F-B855-6C0D7EE7A680}"/>
          </ac:spMkLst>
        </pc:spChg>
        <pc:spChg chg="add del mod">
          <ac:chgData name="RESEARCH CENTER VIAM" userId="be51958547f944e7" providerId="LiveId" clId="{836CA6AB-8B8A-4DDA-AD98-38AB0066C88A}" dt="2021-11-09T09:36:58.400" v="2274" actId="27636"/>
          <ac:spMkLst>
            <pc:docMk/>
            <pc:sldMk cId="3519854134" sldId="315"/>
            <ac:spMk id="18" creationId="{ED09A791-FE77-49C8-832D-F5754CC43F0A}"/>
          </ac:spMkLst>
        </pc:spChg>
      </pc:sldChg>
      <pc:sldChg chg="addSp delSp modSp mod">
        <pc:chgData name="RESEARCH CENTER VIAM" userId="be51958547f944e7" providerId="LiveId" clId="{836CA6AB-8B8A-4DDA-AD98-38AB0066C88A}" dt="2021-11-09T09:41:37.937" v="2308" actId="14100"/>
        <pc:sldMkLst>
          <pc:docMk/>
          <pc:sldMk cId="3490814591" sldId="316"/>
        </pc:sldMkLst>
        <pc:spChg chg="add mod">
          <ac:chgData name="RESEARCH CENTER VIAM" userId="be51958547f944e7" providerId="LiveId" clId="{836CA6AB-8B8A-4DDA-AD98-38AB0066C88A}" dt="2021-11-09T09:37:03.978" v="2276"/>
          <ac:spMkLst>
            <pc:docMk/>
            <pc:sldMk cId="3490814591" sldId="316"/>
            <ac:spMk id="5" creationId="{F74F0508-1092-451C-81B0-03E8A9FCDE09}"/>
          </ac:spMkLst>
        </pc:spChg>
        <pc:spChg chg="del">
          <ac:chgData name="RESEARCH CENTER VIAM" userId="be51958547f944e7" providerId="LiveId" clId="{836CA6AB-8B8A-4DDA-AD98-38AB0066C88A}" dt="2021-11-09T09:37:03.634" v="2275" actId="478"/>
          <ac:spMkLst>
            <pc:docMk/>
            <pc:sldMk cId="3490814591" sldId="316"/>
            <ac:spMk id="18" creationId="{ED09A791-FE77-49C8-832D-F5754CC43F0A}"/>
          </ac:spMkLst>
        </pc:spChg>
        <pc:spChg chg="mod">
          <ac:chgData name="RESEARCH CENTER VIAM" userId="be51958547f944e7" providerId="LiveId" clId="{836CA6AB-8B8A-4DDA-AD98-38AB0066C88A}" dt="2021-11-09T09:41:37.937" v="2308" actId="14100"/>
          <ac:spMkLst>
            <pc:docMk/>
            <pc:sldMk cId="3490814591" sldId="316"/>
            <ac:spMk id="19" creationId="{46FC8C31-29BE-42BD-9244-A78762DD99F5}"/>
          </ac:spMkLst>
        </pc:spChg>
      </pc:sldChg>
      <pc:sldChg chg="addSp delSp modSp mod">
        <pc:chgData name="RESEARCH CENTER VIAM" userId="be51958547f944e7" providerId="LiveId" clId="{836CA6AB-8B8A-4DDA-AD98-38AB0066C88A}" dt="2021-11-09T09:52:01.399" v="2380" actId="6549"/>
        <pc:sldMkLst>
          <pc:docMk/>
          <pc:sldMk cId="953591213" sldId="318"/>
        </pc:sldMkLst>
        <pc:spChg chg="add del mod">
          <ac:chgData name="RESEARCH CENTER VIAM" userId="be51958547f944e7" providerId="LiveId" clId="{836CA6AB-8B8A-4DDA-AD98-38AB0066C88A}" dt="2021-11-09T09:38:10.207" v="2279"/>
          <ac:spMkLst>
            <pc:docMk/>
            <pc:sldMk cId="953591213" sldId="318"/>
            <ac:spMk id="5" creationId="{D71A8E93-74E2-490E-83FE-C04B596AAE1F}"/>
          </ac:spMkLst>
        </pc:spChg>
        <pc:spChg chg="add del mod">
          <ac:chgData name="RESEARCH CENTER VIAM" userId="be51958547f944e7" providerId="LiveId" clId="{836CA6AB-8B8A-4DDA-AD98-38AB0066C88A}" dt="2021-11-09T09:38:19.788" v="2287"/>
          <ac:spMkLst>
            <pc:docMk/>
            <pc:sldMk cId="953591213" sldId="318"/>
            <ac:spMk id="6" creationId="{58E3275E-C666-4B45-ABEE-FEC5162135CE}"/>
          </ac:spMkLst>
        </pc:spChg>
        <pc:spChg chg="add del mod">
          <ac:chgData name="RESEARCH CENTER VIAM" userId="be51958547f944e7" providerId="LiveId" clId="{836CA6AB-8B8A-4DDA-AD98-38AB0066C88A}" dt="2021-11-09T09:38:23.084" v="2290" actId="27636"/>
          <ac:spMkLst>
            <pc:docMk/>
            <pc:sldMk cId="953591213" sldId="318"/>
            <ac:spMk id="18" creationId="{ED09A791-FE77-49C8-832D-F5754CC43F0A}"/>
          </ac:spMkLst>
        </pc:spChg>
        <pc:spChg chg="mod">
          <ac:chgData name="RESEARCH CENTER VIAM" userId="be51958547f944e7" providerId="LiveId" clId="{836CA6AB-8B8A-4DDA-AD98-38AB0066C88A}" dt="2021-11-09T09:52:01.399" v="2380" actId="6549"/>
          <ac:spMkLst>
            <pc:docMk/>
            <pc:sldMk cId="953591213" sldId="318"/>
            <ac:spMk id="19" creationId="{46FC8C31-29BE-42BD-9244-A78762DD99F5}"/>
          </ac:spMkLst>
        </pc:spChg>
      </pc:sldChg>
      <pc:sldChg chg="addSp delSp modSp mod">
        <pc:chgData name="RESEARCH CENTER VIAM" userId="be51958547f944e7" providerId="LiveId" clId="{836CA6AB-8B8A-4DDA-AD98-38AB0066C88A}" dt="2021-11-09T09:48:38.456" v="2341"/>
        <pc:sldMkLst>
          <pc:docMk/>
          <pc:sldMk cId="3162910924" sldId="319"/>
        </pc:sldMkLst>
        <pc:spChg chg="add mod">
          <ac:chgData name="RESEARCH CENTER VIAM" userId="be51958547f944e7" providerId="LiveId" clId="{836CA6AB-8B8A-4DDA-AD98-38AB0066C88A}" dt="2021-11-09T09:38:45.526" v="2292"/>
          <ac:spMkLst>
            <pc:docMk/>
            <pc:sldMk cId="3162910924" sldId="319"/>
            <ac:spMk id="5" creationId="{81AB41D1-6D14-47C4-971B-A4A9D9BC38DB}"/>
          </ac:spMkLst>
        </pc:spChg>
        <pc:spChg chg="mod">
          <ac:chgData name="RESEARCH CENTER VIAM" userId="be51958547f944e7" providerId="LiveId" clId="{836CA6AB-8B8A-4DDA-AD98-38AB0066C88A}" dt="2021-11-09T09:48:38.456" v="2341"/>
          <ac:spMkLst>
            <pc:docMk/>
            <pc:sldMk cId="3162910924" sldId="319"/>
            <ac:spMk id="14" creationId="{6080BF5B-5A23-4B5A-8EEE-5D18F1233CDA}"/>
          </ac:spMkLst>
        </pc:spChg>
        <pc:spChg chg="del">
          <ac:chgData name="RESEARCH CENTER VIAM" userId="be51958547f944e7" providerId="LiveId" clId="{836CA6AB-8B8A-4DDA-AD98-38AB0066C88A}" dt="2021-11-09T09:38:45.089" v="2291" actId="478"/>
          <ac:spMkLst>
            <pc:docMk/>
            <pc:sldMk cId="3162910924" sldId="319"/>
            <ac:spMk id="18" creationId="{ED09A791-FE77-49C8-832D-F5754CC43F0A}"/>
          </ac:spMkLst>
        </pc:spChg>
        <pc:spChg chg="mod">
          <ac:chgData name="RESEARCH CENTER VIAM" userId="be51958547f944e7" providerId="LiveId" clId="{836CA6AB-8B8A-4DDA-AD98-38AB0066C88A}" dt="2021-11-09T09:41:44.080" v="2309" actId="21"/>
          <ac:spMkLst>
            <pc:docMk/>
            <pc:sldMk cId="3162910924" sldId="319"/>
            <ac:spMk id="19" creationId="{46FC8C31-29BE-42BD-9244-A78762DD99F5}"/>
          </ac:spMkLst>
        </pc:spChg>
      </pc:sldChg>
      <pc:sldChg chg="addSp delSp modSp mod">
        <pc:chgData name="RESEARCH CENTER VIAM" userId="be51958547f944e7" providerId="LiveId" clId="{836CA6AB-8B8A-4DDA-AD98-38AB0066C88A}" dt="2021-11-09T09:48:16.594" v="2330" actId="2711"/>
        <pc:sldMkLst>
          <pc:docMk/>
          <pc:sldMk cId="1127207085" sldId="320"/>
        </pc:sldMkLst>
        <pc:spChg chg="add mod">
          <ac:chgData name="RESEARCH CENTER VIAM" userId="be51958547f944e7" providerId="LiveId" clId="{836CA6AB-8B8A-4DDA-AD98-38AB0066C88A}" dt="2021-11-09T09:41:23.560" v="2306" actId="27636"/>
          <ac:spMkLst>
            <pc:docMk/>
            <pc:sldMk cId="1127207085" sldId="320"/>
            <ac:spMk id="5" creationId="{F244BB79-AF20-42ED-90F7-5539A55F302D}"/>
          </ac:spMkLst>
        </pc:spChg>
        <pc:spChg chg="del mod">
          <ac:chgData name="RESEARCH CENTER VIAM" userId="be51958547f944e7" providerId="LiveId" clId="{836CA6AB-8B8A-4DDA-AD98-38AB0066C88A}" dt="2021-11-09T09:38:58.213" v="2295" actId="478"/>
          <ac:spMkLst>
            <pc:docMk/>
            <pc:sldMk cId="1127207085" sldId="320"/>
            <ac:spMk id="18" creationId="{ED09A791-FE77-49C8-832D-F5754CC43F0A}"/>
          </ac:spMkLst>
        </pc:spChg>
        <pc:spChg chg="mod">
          <ac:chgData name="RESEARCH CENTER VIAM" userId="be51958547f944e7" providerId="LiveId" clId="{836CA6AB-8B8A-4DDA-AD98-38AB0066C88A}" dt="2021-11-09T09:48:16.594" v="2330" actId="2711"/>
          <ac:spMkLst>
            <pc:docMk/>
            <pc:sldMk cId="1127207085" sldId="320"/>
            <ac:spMk id="19" creationId="{46FC8C31-29BE-42BD-9244-A78762DD99F5}"/>
          </ac:spMkLst>
        </pc:spChg>
      </pc:sldChg>
      <pc:sldChg chg="addSp delSp modSp mod ord setBg">
        <pc:chgData name="RESEARCH CENTER VIAM" userId="be51958547f944e7" providerId="LiveId" clId="{836CA6AB-8B8A-4DDA-AD98-38AB0066C88A}" dt="2021-11-09T09:34:34.865" v="2261"/>
        <pc:sldMkLst>
          <pc:docMk/>
          <pc:sldMk cId="2048019075" sldId="321"/>
        </pc:sldMkLst>
        <pc:spChg chg="del">
          <ac:chgData name="RESEARCH CENTER VIAM" userId="be51958547f944e7" providerId="LiveId" clId="{836CA6AB-8B8A-4DDA-AD98-38AB0066C88A}" dt="2021-11-09T09:32:22.223" v="2248" actId="478"/>
          <ac:spMkLst>
            <pc:docMk/>
            <pc:sldMk cId="2048019075" sldId="321"/>
            <ac:spMk id="6" creationId="{26C91F74-B726-4AE4-A9E3-CB0E44EF8D24}"/>
          </ac:spMkLst>
        </pc:spChg>
        <pc:grpChg chg="add mod">
          <ac:chgData name="RESEARCH CENTER VIAM" userId="be51958547f944e7" providerId="LiveId" clId="{836CA6AB-8B8A-4DDA-AD98-38AB0066C88A}" dt="2021-11-09T09:33:10.261" v="2257" actId="164"/>
          <ac:grpSpMkLst>
            <pc:docMk/>
            <pc:sldMk cId="2048019075" sldId="321"/>
            <ac:grpSpMk id="2" creationId="{735755F3-F9A7-45E5-AFBE-DF22B811E14E}"/>
          </ac:grpSpMkLst>
        </pc:grpChg>
        <pc:picChg chg="mod">
          <ac:chgData name="RESEARCH CENTER VIAM" userId="be51958547f944e7" providerId="LiveId" clId="{836CA6AB-8B8A-4DDA-AD98-38AB0066C88A}" dt="2021-11-09T09:33:10.261" v="2257" actId="164"/>
          <ac:picMkLst>
            <pc:docMk/>
            <pc:sldMk cId="2048019075" sldId="321"/>
            <ac:picMk id="4" creationId="{30BFB86F-B6B9-4D62-8337-DAB16F22AAFC}"/>
          </ac:picMkLst>
        </pc:picChg>
        <pc:picChg chg="mod">
          <ac:chgData name="RESEARCH CENTER VIAM" userId="be51958547f944e7" providerId="LiveId" clId="{836CA6AB-8B8A-4DDA-AD98-38AB0066C88A}" dt="2021-11-09T09:33:10.261" v="2257" actId="164"/>
          <ac:picMkLst>
            <pc:docMk/>
            <pc:sldMk cId="2048019075" sldId="321"/>
            <ac:picMk id="8" creationId="{56222055-2E1B-43DA-B468-E473D700DA64}"/>
          </ac:picMkLst>
        </pc:picChg>
      </pc:sldChg>
      <pc:sldChg chg="delSp modSp del mod ord">
        <pc:chgData name="RESEARCH CENTER VIAM" userId="be51958547f944e7" providerId="LiveId" clId="{836CA6AB-8B8A-4DDA-AD98-38AB0066C88A}" dt="2021-11-09T09:35:24.199" v="2267" actId="47"/>
        <pc:sldMkLst>
          <pc:docMk/>
          <pc:sldMk cId="2941086516" sldId="322"/>
        </pc:sldMkLst>
        <pc:spChg chg="del">
          <ac:chgData name="RESEARCH CENTER VIAM" userId="be51958547f944e7" providerId="LiveId" clId="{836CA6AB-8B8A-4DDA-AD98-38AB0066C88A}" dt="2021-11-09T09:34:59.960" v="2264" actId="478"/>
          <ac:spMkLst>
            <pc:docMk/>
            <pc:sldMk cId="2941086516" sldId="322"/>
            <ac:spMk id="11" creationId="{2CC7799B-B2A3-458E-B9FC-B2E2A241D18F}"/>
          </ac:spMkLst>
        </pc:spChg>
        <pc:picChg chg="del mod">
          <ac:chgData name="RESEARCH CENTER VIAM" userId="be51958547f944e7" providerId="LiveId" clId="{836CA6AB-8B8A-4DDA-AD98-38AB0066C88A}" dt="2021-11-09T09:35:21.559" v="2266" actId="478"/>
          <ac:picMkLst>
            <pc:docMk/>
            <pc:sldMk cId="2941086516" sldId="322"/>
            <ac:picMk id="7" creationId="{6365DC6A-0161-498A-9CF1-B592452D9E11}"/>
          </ac:picMkLst>
        </pc:picChg>
      </pc:sldChg>
      <pc:sldChg chg="modSp del mod">
        <pc:chgData name="RESEARCH CENTER VIAM" userId="be51958547f944e7" providerId="LiveId" clId="{836CA6AB-8B8A-4DDA-AD98-38AB0066C88A}" dt="2021-11-09T08:54:49.327" v="1959" actId="47"/>
        <pc:sldMkLst>
          <pc:docMk/>
          <pc:sldMk cId="2711183874" sldId="324"/>
        </pc:sldMkLst>
        <pc:spChg chg="mod">
          <ac:chgData name="RESEARCH CENTER VIAM" userId="be51958547f944e7" providerId="LiveId" clId="{836CA6AB-8B8A-4DDA-AD98-38AB0066C88A}" dt="2021-11-09T08:54:46.903" v="1958" actId="21"/>
          <ac:spMkLst>
            <pc:docMk/>
            <pc:sldMk cId="2711183874" sldId="324"/>
            <ac:spMk id="3" creationId="{00000000-0000-0000-0000-000000000000}"/>
          </ac:spMkLst>
        </pc:spChg>
      </pc:sldChg>
      <pc:sldChg chg="modSp add mod ord">
        <pc:chgData name="RESEARCH CENTER VIAM" userId="be51958547f944e7" providerId="LiveId" clId="{836CA6AB-8B8A-4DDA-AD98-38AB0066C88A}" dt="2021-11-09T09:19:09.791" v="2158" actId="20577"/>
        <pc:sldMkLst>
          <pc:docMk/>
          <pc:sldMk cId="3808109947" sldId="325"/>
        </pc:sldMkLst>
        <pc:spChg chg="mod">
          <ac:chgData name="RESEARCH CENTER VIAM" userId="be51958547f944e7" providerId="LiveId" clId="{836CA6AB-8B8A-4DDA-AD98-38AB0066C88A}" dt="2021-11-09T08:54:55.505" v="1960" actId="6549"/>
          <ac:spMkLst>
            <pc:docMk/>
            <pc:sldMk cId="3808109947" sldId="325"/>
            <ac:spMk id="2" creationId="{00000000-0000-0000-0000-000000000000}"/>
          </ac:spMkLst>
        </pc:spChg>
        <pc:spChg chg="mod">
          <ac:chgData name="RESEARCH CENTER VIAM" userId="be51958547f944e7" providerId="LiveId" clId="{836CA6AB-8B8A-4DDA-AD98-38AB0066C88A}" dt="2021-11-09T08:54:58.767" v="1961" actId="6549"/>
          <ac:spMkLst>
            <pc:docMk/>
            <pc:sldMk cId="3808109947" sldId="325"/>
            <ac:spMk id="3" creationId="{00000000-0000-0000-0000-000000000000}"/>
          </ac:spMkLst>
        </pc:spChg>
        <pc:spChg chg="mod">
          <ac:chgData name="RESEARCH CENTER VIAM" userId="be51958547f944e7" providerId="LiveId" clId="{836CA6AB-8B8A-4DDA-AD98-38AB0066C88A}" dt="2021-11-09T09:19:09.791" v="2158" actId="20577"/>
          <ac:spMkLst>
            <pc:docMk/>
            <pc:sldMk cId="3808109947" sldId="325"/>
            <ac:spMk id="4" creationId="{3919E550-613A-4829-B72A-9F801FC1DD98}"/>
          </ac:spMkLst>
        </pc:spChg>
      </pc:sldChg>
      <pc:sldChg chg="add del">
        <pc:chgData name="RESEARCH CENTER VIAM" userId="be51958547f944e7" providerId="LiveId" clId="{836CA6AB-8B8A-4DDA-AD98-38AB0066C88A}" dt="2021-11-09T09:12:58.676" v="2068" actId="47"/>
        <pc:sldMkLst>
          <pc:docMk/>
          <pc:sldMk cId="2413954590" sldId="326"/>
        </pc:sldMkLst>
      </pc:sldChg>
      <pc:sldChg chg="addSp delSp modSp add mod modNotesTx">
        <pc:chgData name="RESEARCH CENTER VIAM" userId="be51958547f944e7" providerId="LiveId" clId="{836CA6AB-8B8A-4DDA-AD98-38AB0066C88A}" dt="2021-11-09T09:15:49.109" v="2088" actId="6549"/>
        <pc:sldMkLst>
          <pc:docMk/>
          <pc:sldMk cId="4188364491" sldId="327"/>
        </pc:sldMkLst>
        <pc:spChg chg="mod">
          <ac:chgData name="RESEARCH CENTER VIAM" userId="be51958547f944e7" providerId="LiveId" clId="{836CA6AB-8B8A-4DDA-AD98-38AB0066C88A}" dt="2021-11-09T09:06:32.248" v="1998" actId="18245"/>
          <ac:spMkLst>
            <pc:docMk/>
            <pc:sldMk cId="4188364491" sldId="327"/>
            <ac:spMk id="4" creationId="{BB6AD4EE-09BD-41BA-AD23-52311360E19F}"/>
          </ac:spMkLst>
        </pc:spChg>
        <pc:spChg chg="mod">
          <ac:chgData name="RESEARCH CENTER VIAM" userId="be51958547f944e7" providerId="LiveId" clId="{836CA6AB-8B8A-4DDA-AD98-38AB0066C88A}" dt="2021-11-09T09:06:32.248" v="1998" actId="18245"/>
          <ac:spMkLst>
            <pc:docMk/>
            <pc:sldMk cId="4188364491" sldId="327"/>
            <ac:spMk id="5" creationId="{69EA3EC2-EFBD-410F-8FAC-45E7B4D43BBF}"/>
          </ac:spMkLst>
        </pc:spChg>
        <pc:spChg chg="mod">
          <ac:chgData name="RESEARCH CENTER VIAM" userId="be51958547f944e7" providerId="LiveId" clId="{836CA6AB-8B8A-4DDA-AD98-38AB0066C88A}" dt="2021-11-09T09:06:32.248" v="1998" actId="18245"/>
          <ac:spMkLst>
            <pc:docMk/>
            <pc:sldMk cId="4188364491" sldId="327"/>
            <ac:spMk id="6" creationId="{4405E40D-9BA3-42E9-B391-F35992683A05}"/>
          </ac:spMkLst>
        </pc:spChg>
        <pc:spChg chg="mod">
          <ac:chgData name="RESEARCH CENTER VIAM" userId="be51958547f944e7" providerId="LiveId" clId="{836CA6AB-8B8A-4DDA-AD98-38AB0066C88A}" dt="2021-11-09T09:06:32.248" v="1998" actId="18245"/>
          <ac:spMkLst>
            <pc:docMk/>
            <pc:sldMk cId="4188364491" sldId="327"/>
            <ac:spMk id="7" creationId="{8EE7E990-DABB-4532-9F12-DB8D21D2EE66}"/>
          </ac:spMkLst>
        </pc:spChg>
        <pc:spChg chg="mod">
          <ac:chgData name="RESEARCH CENTER VIAM" userId="be51958547f944e7" providerId="LiveId" clId="{836CA6AB-8B8A-4DDA-AD98-38AB0066C88A}" dt="2021-11-09T09:06:32.248" v="1998" actId="18245"/>
          <ac:spMkLst>
            <pc:docMk/>
            <pc:sldMk cId="4188364491" sldId="327"/>
            <ac:spMk id="8" creationId="{2C8CC758-CECB-4866-9D79-24B28A8C1F4B}"/>
          </ac:spMkLst>
        </pc:spChg>
        <pc:spChg chg="mod">
          <ac:chgData name="RESEARCH CENTER VIAM" userId="be51958547f944e7" providerId="LiveId" clId="{836CA6AB-8B8A-4DDA-AD98-38AB0066C88A}" dt="2021-11-09T09:06:32.248" v="1998" actId="18245"/>
          <ac:spMkLst>
            <pc:docMk/>
            <pc:sldMk cId="4188364491" sldId="327"/>
            <ac:spMk id="9" creationId="{2C1F4807-909C-404B-8384-517A35F44C51}"/>
          </ac:spMkLst>
        </pc:spChg>
        <pc:spChg chg="mod">
          <ac:chgData name="RESEARCH CENTER VIAM" userId="be51958547f944e7" providerId="LiveId" clId="{836CA6AB-8B8A-4DDA-AD98-38AB0066C88A}" dt="2021-11-09T09:06:32.248" v="1998" actId="18245"/>
          <ac:spMkLst>
            <pc:docMk/>
            <pc:sldMk cId="4188364491" sldId="327"/>
            <ac:spMk id="10" creationId="{79DA7D94-57C9-432C-B2D8-45886660E830}"/>
          </ac:spMkLst>
        </pc:spChg>
        <pc:spChg chg="mod">
          <ac:chgData name="RESEARCH CENTER VIAM" userId="be51958547f944e7" providerId="LiveId" clId="{836CA6AB-8B8A-4DDA-AD98-38AB0066C88A}" dt="2021-11-09T09:06:32.248" v="1998" actId="18245"/>
          <ac:spMkLst>
            <pc:docMk/>
            <pc:sldMk cId="4188364491" sldId="327"/>
            <ac:spMk id="11" creationId="{6779EE1C-D2B1-4832-97C5-B6B2A69D1438}"/>
          </ac:spMkLst>
        </pc:spChg>
        <pc:spChg chg="mod">
          <ac:chgData name="RESEARCH CENTER VIAM" userId="be51958547f944e7" providerId="LiveId" clId="{836CA6AB-8B8A-4DDA-AD98-38AB0066C88A}" dt="2021-11-09T09:06:32.248" v="1998" actId="18245"/>
          <ac:spMkLst>
            <pc:docMk/>
            <pc:sldMk cId="4188364491" sldId="327"/>
            <ac:spMk id="12" creationId="{D0E57487-1630-4213-A335-80448273E00B}"/>
          </ac:spMkLst>
        </pc:spChg>
        <pc:spChg chg="mod">
          <ac:chgData name="RESEARCH CENTER VIAM" userId="be51958547f944e7" providerId="LiveId" clId="{836CA6AB-8B8A-4DDA-AD98-38AB0066C88A}" dt="2021-11-09T09:06:32.248" v="1998" actId="18245"/>
          <ac:spMkLst>
            <pc:docMk/>
            <pc:sldMk cId="4188364491" sldId="327"/>
            <ac:spMk id="13" creationId="{DCA526F5-B528-445E-A157-7DCCAA997E7D}"/>
          </ac:spMkLst>
        </pc:spChg>
        <pc:spChg chg="mod">
          <ac:chgData name="RESEARCH CENTER VIAM" userId="be51958547f944e7" providerId="LiveId" clId="{836CA6AB-8B8A-4DDA-AD98-38AB0066C88A}" dt="2021-11-09T09:06:28.237" v="1997" actId="18245"/>
          <ac:spMkLst>
            <pc:docMk/>
            <pc:sldMk cId="4188364491" sldId="327"/>
            <ac:spMk id="15" creationId="{3E653751-B629-46BB-941B-E503FF971BC1}"/>
          </ac:spMkLst>
        </pc:spChg>
        <pc:grpChg chg="mod">
          <ac:chgData name="RESEARCH CENTER VIAM" userId="be51958547f944e7" providerId="LiveId" clId="{836CA6AB-8B8A-4DDA-AD98-38AB0066C88A}" dt="2021-11-09T09:06:32.248" v="1998" actId="18245"/>
          <ac:grpSpMkLst>
            <pc:docMk/>
            <pc:sldMk cId="4188364491" sldId="327"/>
            <ac:grpSpMk id="3" creationId="{0A86E74A-89D2-4A6C-BE75-E3FA2E7A3EB2}"/>
          </ac:grpSpMkLst>
        </pc:grpChg>
        <pc:grpChg chg="del">
          <ac:chgData name="RESEARCH CENTER VIAM" userId="be51958547f944e7" providerId="LiveId" clId="{836CA6AB-8B8A-4DDA-AD98-38AB0066C88A}" dt="2021-11-09T09:03:44.281" v="1981" actId="478"/>
          <ac:grpSpMkLst>
            <pc:docMk/>
            <pc:sldMk cId="4188364491" sldId="327"/>
            <ac:grpSpMk id="25" creationId="{1CDB22E7-6C38-483F-8349-CF981F1858FD}"/>
          </ac:grpSpMkLst>
        </pc:grpChg>
        <pc:graphicFrameChg chg="add del mod modGraphic">
          <ac:chgData name="RESEARCH CENTER VIAM" userId="be51958547f944e7" providerId="LiveId" clId="{836CA6AB-8B8A-4DDA-AD98-38AB0066C88A}" dt="2021-11-09T09:15:27.141" v="2087" actId="20577"/>
          <ac:graphicFrameMkLst>
            <pc:docMk/>
            <pc:sldMk cId="4188364491" sldId="327"/>
            <ac:graphicFrameMk id="2" creationId="{63B7A0AF-677A-4A89-B155-AF8F0E4C04E7}"/>
          </ac:graphicFrameMkLst>
        </pc:graphicFrameChg>
        <pc:picChg chg="del mod">
          <ac:chgData name="RESEARCH CENTER VIAM" userId="be51958547f944e7" providerId="LiveId" clId="{836CA6AB-8B8A-4DDA-AD98-38AB0066C88A}" dt="2021-11-09T09:03:45.703" v="1984" actId="478"/>
          <ac:picMkLst>
            <pc:docMk/>
            <pc:sldMk cId="4188364491" sldId="327"/>
            <ac:picMk id="14" creationId="{2C8E40F9-7885-402F-AAFD-83DBD284A335}"/>
          </ac:picMkLst>
        </pc:picChg>
        <pc:picChg chg="add del mod ord modCrop">
          <ac:chgData name="RESEARCH CENTER VIAM" userId="be51958547f944e7" providerId="LiveId" clId="{836CA6AB-8B8A-4DDA-AD98-38AB0066C88A}" dt="2021-11-09T09:15:20.688" v="2084" actId="21"/>
          <ac:picMkLst>
            <pc:docMk/>
            <pc:sldMk cId="4188364491" sldId="327"/>
            <ac:picMk id="17" creationId="{6AA51D11-9559-42B5-A396-78310E7513A5}"/>
          </ac:picMkLst>
        </pc:picChg>
        <pc:picChg chg="del">
          <ac:chgData name="RESEARCH CENTER VIAM" userId="be51958547f944e7" providerId="LiveId" clId="{836CA6AB-8B8A-4DDA-AD98-38AB0066C88A}" dt="2021-11-09T09:03:44.906" v="1982" actId="478"/>
          <ac:picMkLst>
            <pc:docMk/>
            <pc:sldMk cId="4188364491" sldId="327"/>
            <ac:picMk id="26" creationId="{E0668E32-0D9A-4F81-B812-B42D6864B368}"/>
          </ac:picMkLst>
        </pc:picChg>
      </pc:sldChg>
      <pc:sldChg chg="delSp new del mod">
        <pc:chgData name="RESEARCH CENTER VIAM" userId="be51958547f944e7" providerId="LiveId" clId="{836CA6AB-8B8A-4DDA-AD98-38AB0066C88A}" dt="2021-11-09T09:32:00.813" v="2247" actId="47"/>
        <pc:sldMkLst>
          <pc:docMk/>
          <pc:sldMk cId="2682507821" sldId="328"/>
        </pc:sldMkLst>
        <pc:spChg chg="del">
          <ac:chgData name="RESEARCH CENTER VIAM" userId="be51958547f944e7" providerId="LiveId" clId="{836CA6AB-8B8A-4DDA-AD98-38AB0066C88A}" dt="2021-11-09T09:30:45.617" v="2244" actId="478"/>
          <ac:spMkLst>
            <pc:docMk/>
            <pc:sldMk cId="2682507821" sldId="328"/>
            <ac:spMk id="2" creationId="{5B9FCE1B-C66C-46BB-A63F-FAC7BEE24016}"/>
          </ac:spMkLst>
        </pc:spChg>
        <pc:spChg chg="del">
          <ac:chgData name="RESEARCH CENTER VIAM" userId="be51958547f944e7" providerId="LiveId" clId="{836CA6AB-8B8A-4DDA-AD98-38AB0066C88A}" dt="2021-11-09T09:30:45.617" v="2244" actId="478"/>
          <ac:spMkLst>
            <pc:docMk/>
            <pc:sldMk cId="2682507821" sldId="328"/>
            <ac:spMk id="3" creationId="{581C6F54-78EB-442B-B315-C1AFC15992B2}"/>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Glucose</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10AA-45BF-A438-EB4EA148A85D}"/>
            </c:ext>
          </c:extLst>
        </c:ser>
        <c:ser>
          <c:idx val="1"/>
          <c:order val="1"/>
          <c:tx>
            <c:strRef>
              <c:f>Sheet1!$C$1</c:f>
              <c:strCache>
                <c:ptCount val="1"/>
                <c:pt idx="0">
                  <c:v>Mẫu A</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10AA-45BF-A438-EB4EA148A85D}"/>
            </c:ext>
          </c:extLst>
        </c:ser>
        <c:ser>
          <c:idx val="2"/>
          <c:order val="2"/>
          <c:tx>
            <c:strRef>
              <c:f>Sheet1!$D$1</c:f>
              <c:strCache>
                <c:ptCount val="1"/>
                <c:pt idx="0">
                  <c:v>Mẫu B</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10AA-45BF-A438-EB4EA148A85D}"/>
            </c:ext>
          </c:extLst>
        </c:ser>
        <c:dLbls>
          <c:showLegendKey val="0"/>
          <c:showVal val="0"/>
          <c:showCatName val="0"/>
          <c:showSerName val="0"/>
          <c:showPercent val="0"/>
          <c:showBubbleSize val="0"/>
        </c:dLbls>
        <c:smooth val="0"/>
        <c:axId val="1800830896"/>
        <c:axId val="1800831312"/>
      </c:lineChart>
      <c:catAx>
        <c:axId val="1800830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0831312"/>
        <c:crosses val="autoZero"/>
        <c:auto val="1"/>
        <c:lblAlgn val="ctr"/>
        <c:lblOffset val="100"/>
        <c:noMultiLvlLbl val="0"/>
      </c:catAx>
      <c:valAx>
        <c:axId val="1800831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0830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2" Type="http://schemas.openxmlformats.org/officeDocument/2006/relationships/hyperlink" Target="https://www.myweightlossfun.com/nutrition-data/glycemic-index-of-foods-what-is-and-why-you-should-care/" TargetMode="External"/><Relationship Id="rId1" Type="http://schemas.openxmlformats.org/officeDocument/2006/relationships/image" Target="../media/image8.jpeg"/></Relationships>
</file>

<file path=ppt/diagrams/_rels/data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2" Type="http://schemas.openxmlformats.org/officeDocument/2006/relationships/hyperlink" Target="https://www.myweightlossfun.com/nutrition-data/glycemic-index-of-foods-what-is-and-why-you-should-care/" TargetMode="External"/><Relationship Id="rId1" Type="http://schemas.openxmlformats.org/officeDocument/2006/relationships/image" Target="../media/image8.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E38BF-CE87-45BE-A693-64AE9C313D22}"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E412A91C-C505-45EB-B47E-696F0CC33912}">
      <dgm:prSet phldrT="[Text]"/>
      <dgm:spPr/>
      <dgm:t>
        <a:bodyPr/>
        <a:lstStyle/>
        <a:p>
          <a:r>
            <a:rPr lang="en-US" b="1"/>
            <a:t>Đặt vấn đề và mục tiêu NC</a:t>
          </a:r>
        </a:p>
      </dgm:t>
    </dgm:pt>
    <dgm:pt modelId="{E8728298-1C8C-43B5-BD38-37673DE7E516}" type="parTrans" cxnId="{52D23FCE-17BF-4D69-AB21-737A41E0004A}">
      <dgm:prSet/>
      <dgm:spPr/>
      <dgm:t>
        <a:bodyPr/>
        <a:lstStyle/>
        <a:p>
          <a:endParaRPr lang="en-US" b="1"/>
        </a:p>
      </dgm:t>
    </dgm:pt>
    <dgm:pt modelId="{2B6AC7F8-2AFC-4884-9112-EC4516AFC241}" type="sibTrans" cxnId="{52D23FCE-17BF-4D69-AB21-737A41E0004A}">
      <dgm:prSet/>
      <dgm:spPr/>
      <dgm:t>
        <a:bodyPr/>
        <a:lstStyle/>
        <a:p>
          <a:endParaRPr lang="en-US" b="1"/>
        </a:p>
      </dgm:t>
    </dgm:pt>
    <dgm:pt modelId="{57B4C58B-95DD-49EB-8302-248563E45162}">
      <dgm:prSet phldrT="[Text]"/>
      <dgm:spPr/>
      <dgm:t>
        <a:bodyPr/>
        <a:lstStyle/>
        <a:p>
          <a:r>
            <a:rPr lang="en-US" b="1"/>
            <a:t>Tổng quan tài liệu</a:t>
          </a:r>
        </a:p>
      </dgm:t>
    </dgm:pt>
    <dgm:pt modelId="{B712BC00-AAAE-4F1D-ADD1-AD112C61A631}" type="parTrans" cxnId="{D645FF54-8254-40BC-AB36-3404EA3DDC21}">
      <dgm:prSet/>
      <dgm:spPr/>
      <dgm:t>
        <a:bodyPr/>
        <a:lstStyle/>
        <a:p>
          <a:endParaRPr lang="en-US" b="1"/>
        </a:p>
      </dgm:t>
    </dgm:pt>
    <dgm:pt modelId="{73979D2C-6BC1-40C5-9561-5BE51B792075}" type="sibTrans" cxnId="{D645FF54-8254-40BC-AB36-3404EA3DDC21}">
      <dgm:prSet/>
      <dgm:spPr/>
      <dgm:t>
        <a:bodyPr/>
        <a:lstStyle/>
        <a:p>
          <a:endParaRPr lang="en-US" b="1"/>
        </a:p>
      </dgm:t>
    </dgm:pt>
    <dgm:pt modelId="{09D3CDE9-392F-40C9-BCDA-374A60A49F27}">
      <dgm:prSet phldrT="[Text]"/>
      <dgm:spPr/>
      <dgm:t>
        <a:bodyPr/>
        <a:lstStyle/>
        <a:p>
          <a:r>
            <a:rPr lang="en-US" b="1"/>
            <a:t>Phương pháp nghiên cứu</a:t>
          </a:r>
        </a:p>
      </dgm:t>
    </dgm:pt>
    <dgm:pt modelId="{F63EC738-4E77-4BE8-93BE-C0046BF262C8}" type="parTrans" cxnId="{898250BE-A019-4734-90ED-6EB7E11EBF1B}">
      <dgm:prSet/>
      <dgm:spPr/>
      <dgm:t>
        <a:bodyPr/>
        <a:lstStyle/>
        <a:p>
          <a:endParaRPr lang="en-US" b="1"/>
        </a:p>
      </dgm:t>
    </dgm:pt>
    <dgm:pt modelId="{09E9FBAE-7C8B-4996-BB7E-43A0E7BD21ED}" type="sibTrans" cxnId="{898250BE-A019-4734-90ED-6EB7E11EBF1B}">
      <dgm:prSet/>
      <dgm:spPr/>
      <dgm:t>
        <a:bodyPr/>
        <a:lstStyle/>
        <a:p>
          <a:endParaRPr lang="en-US" b="1"/>
        </a:p>
      </dgm:t>
    </dgm:pt>
    <dgm:pt modelId="{2CA4B19A-03B9-4B1C-8F43-EE9F0D0F7131}">
      <dgm:prSet phldrT="[Text]"/>
      <dgm:spPr/>
      <dgm:t>
        <a:bodyPr/>
        <a:lstStyle/>
        <a:p>
          <a:r>
            <a:rPr lang="en-US" b="1"/>
            <a:t>Dự kiến kết quả</a:t>
          </a:r>
        </a:p>
      </dgm:t>
    </dgm:pt>
    <dgm:pt modelId="{A505F498-5740-4426-8A5E-8464A0A529A5}" type="parTrans" cxnId="{5F67B7BA-25B0-40FD-A701-B247668141CE}">
      <dgm:prSet/>
      <dgm:spPr/>
      <dgm:t>
        <a:bodyPr/>
        <a:lstStyle/>
        <a:p>
          <a:endParaRPr lang="en-US" b="1"/>
        </a:p>
      </dgm:t>
    </dgm:pt>
    <dgm:pt modelId="{AF731190-71C9-4A9E-A0C4-489D34AF1A4B}" type="sibTrans" cxnId="{5F67B7BA-25B0-40FD-A701-B247668141CE}">
      <dgm:prSet/>
      <dgm:spPr/>
      <dgm:t>
        <a:bodyPr/>
        <a:lstStyle/>
        <a:p>
          <a:endParaRPr lang="en-US" b="1"/>
        </a:p>
      </dgm:t>
    </dgm:pt>
    <dgm:pt modelId="{1958B053-ED62-492E-814D-DFDE7A31515C}" type="pres">
      <dgm:prSet presAssocID="{C34E38BF-CE87-45BE-A693-64AE9C313D22}" presName="Name0" presStyleCnt="0">
        <dgm:presLayoutVars>
          <dgm:chMax val="7"/>
          <dgm:chPref val="7"/>
          <dgm:dir/>
        </dgm:presLayoutVars>
      </dgm:prSet>
      <dgm:spPr/>
    </dgm:pt>
    <dgm:pt modelId="{6C5FC98E-2AA2-49C7-B951-ADFAB74164CC}" type="pres">
      <dgm:prSet presAssocID="{C34E38BF-CE87-45BE-A693-64AE9C313D22}" presName="Name1" presStyleCnt="0"/>
      <dgm:spPr/>
    </dgm:pt>
    <dgm:pt modelId="{DE52D518-6E5B-4482-A984-270C19725BDF}" type="pres">
      <dgm:prSet presAssocID="{C34E38BF-CE87-45BE-A693-64AE9C313D22}" presName="cycle" presStyleCnt="0"/>
      <dgm:spPr/>
    </dgm:pt>
    <dgm:pt modelId="{DA9AB799-4234-475D-8F59-9969BA6B6270}" type="pres">
      <dgm:prSet presAssocID="{C34E38BF-CE87-45BE-A693-64AE9C313D22}" presName="srcNode" presStyleLbl="node1" presStyleIdx="0" presStyleCnt="4"/>
      <dgm:spPr/>
    </dgm:pt>
    <dgm:pt modelId="{DA26CF37-72F9-4390-9237-E392EAC5A4EF}" type="pres">
      <dgm:prSet presAssocID="{C34E38BF-CE87-45BE-A693-64AE9C313D22}" presName="conn" presStyleLbl="parChTrans1D2" presStyleIdx="0" presStyleCnt="1"/>
      <dgm:spPr/>
    </dgm:pt>
    <dgm:pt modelId="{F71FCBB4-EA3F-4CAF-B096-C073E75EE6AB}" type="pres">
      <dgm:prSet presAssocID="{C34E38BF-CE87-45BE-A693-64AE9C313D22}" presName="extraNode" presStyleLbl="node1" presStyleIdx="0" presStyleCnt="4"/>
      <dgm:spPr/>
    </dgm:pt>
    <dgm:pt modelId="{4EA32864-B54C-448E-A500-0D83E573A5E5}" type="pres">
      <dgm:prSet presAssocID="{C34E38BF-CE87-45BE-A693-64AE9C313D22}" presName="dstNode" presStyleLbl="node1" presStyleIdx="0" presStyleCnt="4"/>
      <dgm:spPr/>
    </dgm:pt>
    <dgm:pt modelId="{9BF486ED-7943-4DF0-9DFC-B531FCDF8ABD}" type="pres">
      <dgm:prSet presAssocID="{E412A91C-C505-45EB-B47E-696F0CC33912}" presName="text_1" presStyleLbl="node1" presStyleIdx="0" presStyleCnt="4">
        <dgm:presLayoutVars>
          <dgm:bulletEnabled val="1"/>
        </dgm:presLayoutVars>
      </dgm:prSet>
      <dgm:spPr/>
    </dgm:pt>
    <dgm:pt modelId="{D8FB9396-211A-4910-BD60-51D1B97ADFDA}" type="pres">
      <dgm:prSet presAssocID="{E412A91C-C505-45EB-B47E-696F0CC33912}" presName="accent_1" presStyleCnt="0"/>
      <dgm:spPr/>
    </dgm:pt>
    <dgm:pt modelId="{3C187575-3B04-4160-9531-FE3C9CD2AB9E}" type="pres">
      <dgm:prSet presAssocID="{E412A91C-C505-45EB-B47E-696F0CC33912}" presName="accentRepeatNode" presStyleLbl="solidFgAcc1" presStyleIdx="0" presStyleCnt="4"/>
      <dgm:spPr/>
    </dgm:pt>
    <dgm:pt modelId="{E67C794E-670E-45CF-A6F4-68D25C1095FC}" type="pres">
      <dgm:prSet presAssocID="{57B4C58B-95DD-49EB-8302-248563E45162}" presName="text_2" presStyleLbl="node1" presStyleIdx="1" presStyleCnt="4">
        <dgm:presLayoutVars>
          <dgm:bulletEnabled val="1"/>
        </dgm:presLayoutVars>
      </dgm:prSet>
      <dgm:spPr/>
    </dgm:pt>
    <dgm:pt modelId="{4C0374C3-7A0C-4160-98C4-CC4629FE4265}" type="pres">
      <dgm:prSet presAssocID="{57B4C58B-95DD-49EB-8302-248563E45162}" presName="accent_2" presStyleCnt="0"/>
      <dgm:spPr/>
    </dgm:pt>
    <dgm:pt modelId="{D56F948C-DB97-4E70-9F2E-C2D294C90510}" type="pres">
      <dgm:prSet presAssocID="{57B4C58B-95DD-49EB-8302-248563E45162}" presName="accentRepeatNode" presStyleLbl="solidFgAcc1" presStyleIdx="1" presStyleCnt="4"/>
      <dgm:spPr/>
    </dgm:pt>
    <dgm:pt modelId="{B0075BE3-BC9B-4157-B1DB-3350A1D3E7C3}" type="pres">
      <dgm:prSet presAssocID="{09D3CDE9-392F-40C9-BCDA-374A60A49F27}" presName="text_3" presStyleLbl="node1" presStyleIdx="2" presStyleCnt="4">
        <dgm:presLayoutVars>
          <dgm:bulletEnabled val="1"/>
        </dgm:presLayoutVars>
      </dgm:prSet>
      <dgm:spPr/>
    </dgm:pt>
    <dgm:pt modelId="{6E639DD4-B453-41DD-A8F4-E07CE0BCBC4A}" type="pres">
      <dgm:prSet presAssocID="{09D3CDE9-392F-40C9-BCDA-374A60A49F27}" presName="accent_3" presStyleCnt="0"/>
      <dgm:spPr/>
    </dgm:pt>
    <dgm:pt modelId="{DA0982B1-7163-4303-BA1E-3AE4928AFEC5}" type="pres">
      <dgm:prSet presAssocID="{09D3CDE9-392F-40C9-BCDA-374A60A49F27}" presName="accentRepeatNode" presStyleLbl="solidFgAcc1" presStyleIdx="2" presStyleCnt="4"/>
      <dgm:spPr/>
    </dgm:pt>
    <dgm:pt modelId="{34AA284F-207B-49B1-8FEE-8E4EE3811697}" type="pres">
      <dgm:prSet presAssocID="{2CA4B19A-03B9-4B1C-8F43-EE9F0D0F7131}" presName="text_4" presStyleLbl="node1" presStyleIdx="3" presStyleCnt="4">
        <dgm:presLayoutVars>
          <dgm:bulletEnabled val="1"/>
        </dgm:presLayoutVars>
      </dgm:prSet>
      <dgm:spPr/>
    </dgm:pt>
    <dgm:pt modelId="{40C3EC68-38E7-40F1-A6D6-94EBBF42B74D}" type="pres">
      <dgm:prSet presAssocID="{2CA4B19A-03B9-4B1C-8F43-EE9F0D0F7131}" presName="accent_4" presStyleCnt="0"/>
      <dgm:spPr/>
    </dgm:pt>
    <dgm:pt modelId="{B509B8C7-EF64-47DC-8271-28347BCFDE50}" type="pres">
      <dgm:prSet presAssocID="{2CA4B19A-03B9-4B1C-8F43-EE9F0D0F7131}" presName="accentRepeatNode" presStyleLbl="solidFgAcc1" presStyleIdx="3" presStyleCnt="4"/>
      <dgm:spPr/>
    </dgm:pt>
  </dgm:ptLst>
  <dgm:cxnLst>
    <dgm:cxn modelId="{BCE4501C-F009-439B-9265-6D1386140159}" type="presOf" srcId="{57B4C58B-95DD-49EB-8302-248563E45162}" destId="{E67C794E-670E-45CF-A6F4-68D25C1095FC}" srcOrd="0" destOrd="0" presId="urn:microsoft.com/office/officeart/2008/layout/VerticalCurvedList"/>
    <dgm:cxn modelId="{1EA28862-EAF9-48F5-8622-5C0EE6CEA67B}" type="presOf" srcId="{C34E38BF-CE87-45BE-A693-64AE9C313D22}" destId="{1958B053-ED62-492E-814D-DFDE7A31515C}" srcOrd="0" destOrd="0" presId="urn:microsoft.com/office/officeart/2008/layout/VerticalCurvedList"/>
    <dgm:cxn modelId="{D645FF54-8254-40BC-AB36-3404EA3DDC21}" srcId="{C34E38BF-CE87-45BE-A693-64AE9C313D22}" destId="{57B4C58B-95DD-49EB-8302-248563E45162}" srcOrd="1" destOrd="0" parTransId="{B712BC00-AAAE-4F1D-ADD1-AD112C61A631}" sibTransId="{73979D2C-6BC1-40C5-9561-5BE51B792075}"/>
    <dgm:cxn modelId="{5DC47E56-09B6-42D6-A634-62987379AE65}" type="presOf" srcId="{2B6AC7F8-2AFC-4884-9112-EC4516AFC241}" destId="{DA26CF37-72F9-4390-9237-E392EAC5A4EF}" srcOrd="0" destOrd="0" presId="urn:microsoft.com/office/officeart/2008/layout/VerticalCurvedList"/>
    <dgm:cxn modelId="{4AF2E378-99E2-4809-A89B-42D190D0F1D8}" type="presOf" srcId="{09D3CDE9-392F-40C9-BCDA-374A60A49F27}" destId="{B0075BE3-BC9B-4157-B1DB-3350A1D3E7C3}" srcOrd="0" destOrd="0" presId="urn:microsoft.com/office/officeart/2008/layout/VerticalCurvedList"/>
    <dgm:cxn modelId="{5F67B7BA-25B0-40FD-A701-B247668141CE}" srcId="{C34E38BF-CE87-45BE-A693-64AE9C313D22}" destId="{2CA4B19A-03B9-4B1C-8F43-EE9F0D0F7131}" srcOrd="3" destOrd="0" parTransId="{A505F498-5740-4426-8A5E-8464A0A529A5}" sibTransId="{AF731190-71C9-4A9E-A0C4-489D34AF1A4B}"/>
    <dgm:cxn modelId="{898250BE-A019-4734-90ED-6EB7E11EBF1B}" srcId="{C34E38BF-CE87-45BE-A693-64AE9C313D22}" destId="{09D3CDE9-392F-40C9-BCDA-374A60A49F27}" srcOrd="2" destOrd="0" parTransId="{F63EC738-4E77-4BE8-93BE-C0046BF262C8}" sibTransId="{09E9FBAE-7C8B-4996-BB7E-43A0E7BD21ED}"/>
    <dgm:cxn modelId="{47A0F7CB-2669-4E3D-96F3-806494388DDF}" type="presOf" srcId="{E412A91C-C505-45EB-B47E-696F0CC33912}" destId="{9BF486ED-7943-4DF0-9DFC-B531FCDF8ABD}" srcOrd="0" destOrd="0" presId="urn:microsoft.com/office/officeart/2008/layout/VerticalCurvedList"/>
    <dgm:cxn modelId="{52D23FCE-17BF-4D69-AB21-737A41E0004A}" srcId="{C34E38BF-CE87-45BE-A693-64AE9C313D22}" destId="{E412A91C-C505-45EB-B47E-696F0CC33912}" srcOrd="0" destOrd="0" parTransId="{E8728298-1C8C-43B5-BD38-37673DE7E516}" sibTransId="{2B6AC7F8-2AFC-4884-9112-EC4516AFC241}"/>
    <dgm:cxn modelId="{801734DA-95E8-4F96-9DD7-B4511A9D4ECE}" type="presOf" srcId="{2CA4B19A-03B9-4B1C-8F43-EE9F0D0F7131}" destId="{34AA284F-207B-49B1-8FEE-8E4EE3811697}" srcOrd="0" destOrd="0" presId="urn:microsoft.com/office/officeart/2008/layout/VerticalCurvedList"/>
    <dgm:cxn modelId="{294E12B3-4FE9-4229-A642-B23F5E646DD6}" type="presParOf" srcId="{1958B053-ED62-492E-814D-DFDE7A31515C}" destId="{6C5FC98E-2AA2-49C7-B951-ADFAB74164CC}" srcOrd="0" destOrd="0" presId="urn:microsoft.com/office/officeart/2008/layout/VerticalCurvedList"/>
    <dgm:cxn modelId="{8B6FBF7F-044E-4CA2-93EA-3B24E5C21B2C}" type="presParOf" srcId="{6C5FC98E-2AA2-49C7-B951-ADFAB74164CC}" destId="{DE52D518-6E5B-4482-A984-270C19725BDF}" srcOrd="0" destOrd="0" presId="urn:microsoft.com/office/officeart/2008/layout/VerticalCurvedList"/>
    <dgm:cxn modelId="{285B66B5-C6F1-4930-AF2F-16BBDA0726DA}" type="presParOf" srcId="{DE52D518-6E5B-4482-A984-270C19725BDF}" destId="{DA9AB799-4234-475D-8F59-9969BA6B6270}" srcOrd="0" destOrd="0" presId="urn:microsoft.com/office/officeart/2008/layout/VerticalCurvedList"/>
    <dgm:cxn modelId="{0EEF9545-0B3A-4C76-99D1-3C982C5EE690}" type="presParOf" srcId="{DE52D518-6E5B-4482-A984-270C19725BDF}" destId="{DA26CF37-72F9-4390-9237-E392EAC5A4EF}" srcOrd="1" destOrd="0" presId="urn:microsoft.com/office/officeart/2008/layout/VerticalCurvedList"/>
    <dgm:cxn modelId="{BEDC4829-6969-460C-9CBC-981E1BF3BA79}" type="presParOf" srcId="{DE52D518-6E5B-4482-A984-270C19725BDF}" destId="{F71FCBB4-EA3F-4CAF-B096-C073E75EE6AB}" srcOrd="2" destOrd="0" presId="urn:microsoft.com/office/officeart/2008/layout/VerticalCurvedList"/>
    <dgm:cxn modelId="{8756FB15-487F-4748-8D84-126FEEB7011E}" type="presParOf" srcId="{DE52D518-6E5B-4482-A984-270C19725BDF}" destId="{4EA32864-B54C-448E-A500-0D83E573A5E5}" srcOrd="3" destOrd="0" presId="urn:microsoft.com/office/officeart/2008/layout/VerticalCurvedList"/>
    <dgm:cxn modelId="{6D637A60-E2C9-4369-98ED-B6E461210312}" type="presParOf" srcId="{6C5FC98E-2AA2-49C7-B951-ADFAB74164CC}" destId="{9BF486ED-7943-4DF0-9DFC-B531FCDF8ABD}" srcOrd="1" destOrd="0" presId="urn:microsoft.com/office/officeart/2008/layout/VerticalCurvedList"/>
    <dgm:cxn modelId="{A015BC5F-C87D-41FD-ABE5-3CAA2D0FF060}" type="presParOf" srcId="{6C5FC98E-2AA2-49C7-B951-ADFAB74164CC}" destId="{D8FB9396-211A-4910-BD60-51D1B97ADFDA}" srcOrd="2" destOrd="0" presId="urn:microsoft.com/office/officeart/2008/layout/VerticalCurvedList"/>
    <dgm:cxn modelId="{7E39C78F-4257-460F-ACD4-BD041859193B}" type="presParOf" srcId="{D8FB9396-211A-4910-BD60-51D1B97ADFDA}" destId="{3C187575-3B04-4160-9531-FE3C9CD2AB9E}" srcOrd="0" destOrd="0" presId="urn:microsoft.com/office/officeart/2008/layout/VerticalCurvedList"/>
    <dgm:cxn modelId="{8E578FA5-857E-4AC7-A7CD-56F8413AAE6D}" type="presParOf" srcId="{6C5FC98E-2AA2-49C7-B951-ADFAB74164CC}" destId="{E67C794E-670E-45CF-A6F4-68D25C1095FC}" srcOrd="3" destOrd="0" presId="urn:microsoft.com/office/officeart/2008/layout/VerticalCurvedList"/>
    <dgm:cxn modelId="{72CC3493-F714-4330-A4E1-D1CC3B781A14}" type="presParOf" srcId="{6C5FC98E-2AA2-49C7-B951-ADFAB74164CC}" destId="{4C0374C3-7A0C-4160-98C4-CC4629FE4265}" srcOrd="4" destOrd="0" presId="urn:microsoft.com/office/officeart/2008/layout/VerticalCurvedList"/>
    <dgm:cxn modelId="{69C1E960-7564-47D6-934B-CE5F9A48FD56}" type="presParOf" srcId="{4C0374C3-7A0C-4160-98C4-CC4629FE4265}" destId="{D56F948C-DB97-4E70-9F2E-C2D294C90510}" srcOrd="0" destOrd="0" presId="urn:microsoft.com/office/officeart/2008/layout/VerticalCurvedList"/>
    <dgm:cxn modelId="{BCAE3E20-EDB8-4F31-A011-653E3B554D42}" type="presParOf" srcId="{6C5FC98E-2AA2-49C7-B951-ADFAB74164CC}" destId="{B0075BE3-BC9B-4157-B1DB-3350A1D3E7C3}" srcOrd="5" destOrd="0" presId="urn:microsoft.com/office/officeart/2008/layout/VerticalCurvedList"/>
    <dgm:cxn modelId="{31CCB55B-0AEC-4851-B1C3-E091F5A67E03}" type="presParOf" srcId="{6C5FC98E-2AA2-49C7-B951-ADFAB74164CC}" destId="{6E639DD4-B453-41DD-A8F4-E07CE0BCBC4A}" srcOrd="6" destOrd="0" presId="urn:microsoft.com/office/officeart/2008/layout/VerticalCurvedList"/>
    <dgm:cxn modelId="{52AB2CA2-EF82-4C0B-9A1B-76CF51F782D6}" type="presParOf" srcId="{6E639DD4-B453-41DD-A8F4-E07CE0BCBC4A}" destId="{DA0982B1-7163-4303-BA1E-3AE4928AFEC5}" srcOrd="0" destOrd="0" presId="urn:microsoft.com/office/officeart/2008/layout/VerticalCurvedList"/>
    <dgm:cxn modelId="{DB0737E3-2E71-4CEC-A124-0FD0F2879503}" type="presParOf" srcId="{6C5FC98E-2AA2-49C7-B951-ADFAB74164CC}" destId="{34AA284F-207B-49B1-8FEE-8E4EE3811697}" srcOrd="7" destOrd="0" presId="urn:microsoft.com/office/officeart/2008/layout/VerticalCurvedList"/>
    <dgm:cxn modelId="{96E4BFA9-A912-4448-B2D5-6A39148A0595}" type="presParOf" srcId="{6C5FC98E-2AA2-49C7-B951-ADFAB74164CC}" destId="{40C3EC68-38E7-40F1-A6D6-94EBBF42B74D}" srcOrd="8" destOrd="0" presId="urn:microsoft.com/office/officeart/2008/layout/VerticalCurvedList"/>
    <dgm:cxn modelId="{95EE4441-8201-4B94-817D-9163D58A5491}" type="presParOf" srcId="{40C3EC68-38E7-40F1-A6D6-94EBBF42B74D}" destId="{B509B8C7-EF64-47DC-8271-28347BCFDE5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224F8-A700-48CD-8FA4-CEFF8842CAC2}" type="doc">
      <dgm:prSet loTypeId="urn:microsoft.com/office/officeart/2005/8/layout/radial3" loCatId="cycle" qsTypeId="urn:microsoft.com/office/officeart/2005/8/quickstyle/simple1" qsCatId="simple" csTypeId="urn:microsoft.com/office/officeart/2005/8/colors/colorful3" csCatId="colorful" phldr="1"/>
      <dgm:spPr/>
      <dgm:t>
        <a:bodyPr/>
        <a:lstStyle/>
        <a:p>
          <a:endParaRPr lang="en-US"/>
        </a:p>
      </dgm:t>
    </dgm:pt>
    <dgm:pt modelId="{A9AF8473-5344-4982-9D67-9466C4C75477}">
      <dgm:prSet phldrT="[Text]"/>
      <dgm:spPr>
        <a:blipFill rotWithShape="0">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dgm:spPr>
      <dgm:t>
        <a:bodyPr/>
        <a:lstStyle/>
        <a:p>
          <a:endParaRPr lang="en-US"/>
        </a:p>
      </dgm:t>
    </dgm:pt>
    <dgm:pt modelId="{B6AB7FCD-878F-4DDF-84A4-40F3A10FF3D1}" type="parTrans" cxnId="{B0D0AD00-2734-4388-ACE3-4ECDAFCEE728}">
      <dgm:prSet/>
      <dgm:spPr/>
      <dgm:t>
        <a:bodyPr/>
        <a:lstStyle/>
        <a:p>
          <a:endParaRPr lang="en-US"/>
        </a:p>
      </dgm:t>
    </dgm:pt>
    <dgm:pt modelId="{2C202C19-4A21-47FB-904A-A736221B3FF0}" type="sibTrans" cxnId="{B0D0AD00-2734-4388-ACE3-4ECDAFCEE728}">
      <dgm:prSet/>
      <dgm:spPr/>
      <dgm:t>
        <a:bodyPr/>
        <a:lstStyle/>
        <a:p>
          <a:endParaRPr lang="en-US"/>
        </a:p>
      </dgm:t>
    </dgm:pt>
    <dgm:pt modelId="{823AE714-7FAA-4AB0-B070-5583638113ED}">
      <dgm:prSet phldrT="[Text]"/>
      <dgm:spPr/>
      <dgm:t>
        <a:bodyPr/>
        <a:lstStyle/>
        <a:p>
          <a:r>
            <a:rPr lang="en-US"/>
            <a:t>Amylose</a:t>
          </a:r>
        </a:p>
      </dgm:t>
    </dgm:pt>
    <dgm:pt modelId="{D8CA9962-5A84-404E-A9F2-5C2D565310C1}" type="parTrans" cxnId="{E5CBD6DC-7419-4B7B-9B40-BC0303A600CB}">
      <dgm:prSet/>
      <dgm:spPr/>
      <dgm:t>
        <a:bodyPr/>
        <a:lstStyle/>
        <a:p>
          <a:endParaRPr lang="en-US"/>
        </a:p>
      </dgm:t>
    </dgm:pt>
    <dgm:pt modelId="{C029A8CE-77AA-4952-81BE-021A34B81706}" type="sibTrans" cxnId="{E5CBD6DC-7419-4B7B-9B40-BC0303A600CB}">
      <dgm:prSet/>
      <dgm:spPr/>
      <dgm:t>
        <a:bodyPr/>
        <a:lstStyle/>
        <a:p>
          <a:endParaRPr lang="en-US"/>
        </a:p>
      </dgm:t>
    </dgm:pt>
    <dgm:pt modelId="{81B6D28E-49A7-48F0-AA80-4831DEC0F540}">
      <dgm:prSet phldrT="[Text]"/>
      <dgm:spPr/>
      <dgm:t>
        <a:bodyPr/>
        <a:lstStyle/>
        <a:p>
          <a:r>
            <a:rPr lang="en-US"/>
            <a:t>Amylopectin</a:t>
          </a:r>
        </a:p>
      </dgm:t>
    </dgm:pt>
    <dgm:pt modelId="{C74CD7E3-E32B-4A3B-8412-8DF7B6390F15}" type="parTrans" cxnId="{FCDEF3D3-E177-48BD-B529-7D32FE2A1BEF}">
      <dgm:prSet/>
      <dgm:spPr/>
      <dgm:t>
        <a:bodyPr/>
        <a:lstStyle/>
        <a:p>
          <a:endParaRPr lang="en-US"/>
        </a:p>
      </dgm:t>
    </dgm:pt>
    <dgm:pt modelId="{D8F29CEC-5B2F-4759-B56A-91B94BB3F4D1}" type="sibTrans" cxnId="{FCDEF3D3-E177-48BD-B529-7D32FE2A1BEF}">
      <dgm:prSet/>
      <dgm:spPr/>
      <dgm:t>
        <a:bodyPr/>
        <a:lstStyle/>
        <a:p>
          <a:endParaRPr lang="en-US"/>
        </a:p>
      </dgm:t>
    </dgm:pt>
    <dgm:pt modelId="{F7825AA0-EBB8-44B9-BE34-371B933BCAB2}">
      <dgm:prSet phldrT="[Text]"/>
      <dgm:spPr/>
      <dgm:t>
        <a:bodyPr/>
        <a:lstStyle/>
        <a:p>
          <a:r>
            <a:rPr lang="en-US"/>
            <a:t>Hồ </a:t>
          </a:r>
          <a:r>
            <a:rPr lang="en-US" err="1"/>
            <a:t>hóa</a:t>
          </a:r>
          <a:endParaRPr lang="en-US"/>
        </a:p>
      </dgm:t>
    </dgm:pt>
    <dgm:pt modelId="{C8A4251A-F124-43CF-A007-987A4943B73B}" type="parTrans" cxnId="{D72A6997-B4CE-4203-896E-55A916154E51}">
      <dgm:prSet/>
      <dgm:spPr/>
      <dgm:t>
        <a:bodyPr/>
        <a:lstStyle/>
        <a:p>
          <a:endParaRPr lang="en-US"/>
        </a:p>
      </dgm:t>
    </dgm:pt>
    <dgm:pt modelId="{D10162BD-0349-4DE0-B44F-54E5B15AED3C}" type="sibTrans" cxnId="{D72A6997-B4CE-4203-896E-55A916154E51}">
      <dgm:prSet/>
      <dgm:spPr/>
      <dgm:t>
        <a:bodyPr/>
        <a:lstStyle/>
        <a:p>
          <a:endParaRPr lang="en-US"/>
        </a:p>
      </dgm:t>
    </dgm:pt>
    <dgm:pt modelId="{B046A4CA-28C2-4C08-992B-16682179B08E}">
      <dgm:prSet phldrT="[Text]"/>
      <dgm:spPr/>
      <dgm:t>
        <a:bodyPr/>
        <a:lstStyle/>
        <a:p>
          <a:r>
            <a:rPr lang="en-US" err="1"/>
            <a:t>Sự</a:t>
          </a:r>
          <a:r>
            <a:rPr lang="en-US"/>
            <a:t> </a:t>
          </a:r>
          <a:r>
            <a:rPr lang="en-US" err="1"/>
            <a:t>thoái</a:t>
          </a:r>
          <a:r>
            <a:rPr lang="en-US"/>
            <a:t> </a:t>
          </a:r>
          <a:r>
            <a:rPr lang="en-US" err="1"/>
            <a:t>hóa</a:t>
          </a:r>
          <a:r>
            <a:rPr lang="en-US"/>
            <a:t> </a:t>
          </a:r>
          <a:r>
            <a:rPr lang="en-US" err="1"/>
            <a:t>tinh</a:t>
          </a:r>
          <a:r>
            <a:rPr lang="en-US"/>
            <a:t> </a:t>
          </a:r>
          <a:r>
            <a:rPr lang="en-US" err="1"/>
            <a:t>bột</a:t>
          </a:r>
          <a:endParaRPr lang="en-US"/>
        </a:p>
      </dgm:t>
    </dgm:pt>
    <dgm:pt modelId="{0B03E6CC-2742-48C9-BCCB-B52A3B082AE8}" type="parTrans" cxnId="{6E65EC77-7042-45D6-A63E-503475EBEC39}">
      <dgm:prSet/>
      <dgm:spPr/>
      <dgm:t>
        <a:bodyPr/>
        <a:lstStyle/>
        <a:p>
          <a:endParaRPr lang="en-US"/>
        </a:p>
      </dgm:t>
    </dgm:pt>
    <dgm:pt modelId="{2D252588-ECAB-45FB-B85C-18ADED0FACD5}" type="sibTrans" cxnId="{6E65EC77-7042-45D6-A63E-503475EBEC39}">
      <dgm:prSet/>
      <dgm:spPr/>
      <dgm:t>
        <a:bodyPr/>
        <a:lstStyle/>
        <a:p>
          <a:endParaRPr lang="en-US"/>
        </a:p>
      </dgm:t>
    </dgm:pt>
    <dgm:pt modelId="{9467CFF4-25E3-4691-B76E-5F9AC9E6F574}">
      <dgm:prSet phldrT="[Text]"/>
      <dgm:spPr/>
      <dgm:t>
        <a:bodyPr/>
        <a:lstStyle/>
        <a:p>
          <a:r>
            <a:rPr lang="vi-VN"/>
            <a:t>Loại đường có trong thực phẩm</a:t>
          </a:r>
          <a:endParaRPr lang="en-US"/>
        </a:p>
      </dgm:t>
    </dgm:pt>
    <dgm:pt modelId="{B34E290F-6128-4252-B4A8-4F64C44C0537}" type="parTrans" cxnId="{F686084F-899A-4D57-A9EF-456DCCF27635}">
      <dgm:prSet/>
      <dgm:spPr/>
      <dgm:t>
        <a:bodyPr/>
        <a:lstStyle/>
        <a:p>
          <a:endParaRPr lang="en-US"/>
        </a:p>
      </dgm:t>
    </dgm:pt>
    <dgm:pt modelId="{C52A2D0C-932A-44F7-8294-7DFFDE67A321}" type="sibTrans" cxnId="{F686084F-899A-4D57-A9EF-456DCCF27635}">
      <dgm:prSet/>
      <dgm:spPr/>
      <dgm:t>
        <a:bodyPr/>
        <a:lstStyle/>
        <a:p>
          <a:endParaRPr lang="en-US"/>
        </a:p>
      </dgm:t>
    </dgm:pt>
    <dgm:pt modelId="{BE0DC208-04B6-46D0-A014-CE541D1AB271}">
      <dgm:prSet/>
      <dgm:spPr/>
      <dgm:t>
        <a:bodyPr/>
        <a:lstStyle/>
        <a:p>
          <a:r>
            <a:rPr lang="en-US" err="1"/>
            <a:t>Các</a:t>
          </a:r>
          <a:r>
            <a:rPr lang="en-US"/>
            <a:t> </a:t>
          </a:r>
          <a:r>
            <a:rPr lang="en-US" err="1"/>
            <a:t>yếu</a:t>
          </a:r>
          <a:r>
            <a:rPr lang="en-US"/>
            <a:t> </a:t>
          </a:r>
          <a:r>
            <a:rPr lang="en-US" err="1"/>
            <a:t>tố</a:t>
          </a:r>
          <a:r>
            <a:rPr lang="en-US"/>
            <a:t> </a:t>
          </a:r>
          <a:r>
            <a:rPr lang="en-US" err="1"/>
            <a:t>khác</a:t>
          </a:r>
          <a:endParaRPr lang="en-US"/>
        </a:p>
      </dgm:t>
    </dgm:pt>
    <dgm:pt modelId="{E98B3578-93C7-46B3-BB09-385C59670FD6}" type="parTrans" cxnId="{D915410F-A2EE-4A7A-BA20-9C9C346C9361}">
      <dgm:prSet/>
      <dgm:spPr/>
      <dgm:t>
        <a:bodyPr/>
        <a:lstStyle/>
        <a:p>
          <a:endParaRPr lang="en-US"/>
        </a:p>
      </dgm:t>
    </dgm:pt>
    <dgm:pt modelId="{09C293E0-B360-4132-973E-B9C0C1F60C18}" type="sibTrans" cxnId="{D915410F-A2EE-4A7A-BA20-9C9C346C9361}">
      <dgm:prSet/>
      <dgm:spPr/>
      <dgm:t>
        <a:bodyPr/>
        <a:lstStyle/>
        <a:p>
          <a:endParaRPr lang="en-US"/>
        </a:p>
      </dgm:t>
    </dgm:pt>
    <dgm:pt modelId="{760B37CF-8799-4BEF-9536-6B9762D6A352}" type="pres">
      <dgm:prSet presAssocID="{DA8224F8-A700-48CD-8FA4-CEFF8842CAC2}" presName="composite" presStyleCnt="0">
        <dgm:presLayoutVars>
          <dgm:chMax val="1"/>
          <dgm:dir/>
          <dgm:resizeHandles val="exact"/>
        </dgm:presLayoutVars>
      </dgm:prSet>
      <dgm:spPr/>
    </dgm:pt>
    <dgm:pt modelId="{09B74D5A-D06C-4F9D-902A-5E7E1124D23A}" type="pres">
      <dgm:prSet presAssocID="{DA8224F8-A700-48CD-8FA4-CEFF8842CAC2}" presName="radial" presStyleCnt="0">
        <dgm:presLayoutVars>
          <dgm:animLvl val="ctr"/>
        </dgm:presLayoutVars>
      </dgm:prSet>
      <dgm:spPr/>
    </dgm:pt>
    <dgm:pt modelId="{BA242BEB-862F-4981-9659-136E624E673D}" type="pres">
      <dgm:prSet presAssocID="{A9AF8473-5344-4982-9D67-9466C4C75477}" presName="centerShape" presStyleLbl="vennNode1" presStyleIdx="0" presStyleCnt="7"/>
      <dgm:spPr/>
    </dgm:pt>
    <dgm:pt modelId="{34BB041F-9614-4596-B62C-CC3493C2BA50}" type="pres">
      <dgm:prSet presAssocID="{823AE714-7FAA-4AB0-B070-5583638113ED}" presName="node" presStyleLbl="vennNode1" presStyleIdx="1" presStyleCnt="7">
        <dgm:presLayoutVars>
          <dgm:bulletEnabled val="1"/>
        </dgm:presLayoutVars>
      </dgm:prSet>
      <dgm:spPr/>
    </dgm:pt>
    <dgm:pt modelId="{4115A88E-EE29-4491-8923-580BBF4F1BC2}" type="pres">
      <dgm:prSet presAssocID="{81B6D28E-49A7-48F0-AA80-4831DEC0F540}" presName="node" presStyleLbl="vennNode1" presStyleIdx="2" presStyleCnt="7">
        <dgm:presLayoutVars>
          <dgm:bulletEnabled val="1"/>
        </dgm:presLayoutVars>
      </dgm:prSet>
      <dgm:spPr/>
    </dgm:pt>
    <dgm:pt modelId="{6519DF94-7D5F-49A1-9E99-3F04A35EDD36}" type="pres">
      <dgm:prSet presAssocID="{F7825AA0-EBB8-44B9-BE34-371B933BCAB2}" presName="node" presStyleLbl="vennNode1" presStyleIdx="3" presStyleCnt="7">
        <dgm:presLayoutVars>
          <dgm:bulletEnabled val="1"/>
        </dgm:presLayoutVars>
      </dgm:prSet>
      <dgm:spPr/>
    </dgm:pt>
    <dgm:pt modelId="{0E15D6E9-94A7-4F37-9FDA-94D8C7DB35C4}" type="pres">
      <dgm:prSet presAssocID="{B046A4CA-28C2-4C08-992B-16682179B08E}" presName="node" presStyleLbl="vennNode1" presStyleIdx="4" presStyleCnt="7">
        <dgm:presLayoutVars>
          <dgm:bulletEnabled val="1"/>
        </dgm:presLayoutVars>
      </dgm:prSet>
      <dgm:spPr/>
    </dgm:pt>
    <dgm:pt modelId="{C8FAA27B-EC62-42F8-A697-84EE6E19BDDA}" type="pres">
      <dgm:prSet presAssocID="{9467CFF4-25E3-4691-B76E-5F9AC9E6F574}" presName="node" presStyleLbl="vennNode1" presStyleIdx="5" presStyleCnt="7">
        <dgm:presLayoutVars>
          <dgm:bulletEnabled val="1"/>
        </dgm:presLayoutVars>
      </dgm:prSet>
      <dgm:spPr/>
    </dgm:pt>
    <dgm:pt modelId="{988B25A3-DA9A-4541-825C-540D3166B44C}" type="pres">
      <dgm:prSet presAssocID="{BE0DC208-04B6-46D0-A014-CE541D1AB271}" presName="node" presStyleLbl="vennNode1" presStyleIdx="6" presStyleCnt="7">
        <dgm:presLayoutVars>
          <dgm:bulletEnabled val="1"/>
        </dgm:presLayoutVars>
      </dgm:prSet>
      <dgm:spPr/>
    </dgm:pt>
  </dgm:ptLst>
  <dgm:cxnLst>
    <dgm:cxn modelId="{B0D0AD00-2734-4388-ACE3-4ECDAFCEE728}" srcId="{DA8224F8-A700-48CD-8FA4-CEFF8842CAC2}" destId="{A9AF8473-5344-4982-9D67-9466C4C75477}" srcOrd="0" destOrd="0" parTransId="{B6AB7FCD-878F-4DDF-84A4-40F3A10FF3D1}" sibTransId="{2C202C19-4A21-47FB-904A-A736221B3FF0}"/>
    <dgm:cxn modelId="{D915410F-A2EE-4A7A-BA20-9C9C346C9361}" srcId="{A9AF8473-5344-4982-9D67-9466C4C75477}" destId="{BE0DC208-04B6-46D0-A014-CE541D1AB271}" srcOrd="5" destOrd="0" parTransId="{E98B3578-93C7-46B3-BB09-385C59670FD6}" sibTransId="{09C293E0-B360-4132-973E-B9C0C1F60C18}"/>
    <dgm:cxn modelId="{ACFCD72D-26B2-42BA-8A82-D762B04BD891}" type="presOf" srcId="{A9AF8473-5344-4982-9D67-9466C4C75477}" destId="{BA242BEB-862F-4981-9659-136E624E673D}" srcOrd="0" destOrd="0" presId="urn:microsoft.com/office/officeart/2005/8/layout/radial3"/>
    <dgm:cxn modelId="{2698B532-703F-41DF-805B-B247A5E9CF9D}" type="presOf" srcId="{BE0DC208-04B6-46D0-A014-CE541D1AB271}" destId="{988B25A3-DA9A-4541-825C-540D3166B44C}" srcOrd="0" destOrd="0" presId="urn:microsoft.com/office/officeart/2005/8/layout/radial3"/>
    <dgm:cxn modelId="{BD2F2B42-DAED-435F-BFE1-A7D5D14DA5C5}" type="presOf" srcId="{B046A4CA-28C2-4C08-992B-16682179B08E}" destId="{0E15D6E9-94A7-4F37-9FDA-94D8C7DB35C4}" srcOrd="0" destOrd="0" presId="urn:microsoft.com/office/officeart/2005/8/layout/radial3"/>
    <dgm:cxn modelId="{F686084F-899A-4D57-A9EF-456DCCF27635}" srcId="{A9AF8473-5344-4982-9D67-9466C4C75477}" destId="{9467CFF4-25E3-4691-B76E-5F9AC9E6F574}" srcOrd="4" destOrd="0" parTransId="{B34E290F-6128-4252-B4A8-4F64C44C0537}" sibTransId="{C52A2D0C-932A-44F7-8294-7DFFDE67A321}"/>
    <dgm:cxn modelId="{17F97771-2866-4932-9A3C-E00067E77A5B}" type="presOf" srcId="{DA8224F8-A700-48CD-8FA4-CEFF8842CAC2}" destId="{760B37CF-8799-4BEF-9536-6B9762D6A352}" srcOrd="0" destOrd="0" presId="urn:microsoft.com/office/officeart/2005/8/layout/radial3"/>
    <dgm:cxn modelId="{6E65EC77-7042-45D6-A63E-503475EBEC39}" srcId="{A9AF8473-5344-4982-9D67-9466C4C75477}" destId="{B046A4CA-28C2-4C08-992B-16682179B08E}" srcOrd="3" destOrd="0" parTransId="{0B03E6CC-2742-48C9-BCCB-B52A3B082AE8}" sibTransId="{2D252588-ECAB-45FB-B85C-18ADED0FACD5}"/>
    <dgm:cxn modelId="{D72A6997-B4CE-4203-896E-55A916154E51}" srcId="{A9AF8473-5344-4982-9D67-9466C4C75477}" destId="{F7825AA0-EBB8-44B9-BE34-371B933BCAB2}" srcOrd="2" destOrd="0" parTransId="{C8A4251A-F124-43CF-A007-987A4943B73B}" sibTransId="{D10162BD-0349-4DE0-B44F-54E5B15AED3C}"/>
    <dgm:cxn modelId="{8128909D-1131-4A45-9F42-8CC81E41AC0A}" type="presOf" srcId="{9467CFF4-25E3-4691-B76E-5F9AC9E6F574}" destId="{C8FAA27B-EC62-42F8-A697-84EE6E19BDDA}" srcOrd="0" destOrd="0" presId="urn:microsoft.com/office/officeart/2005/8/layout/radial3"/>
    <dgm:cxn modelId="{A4A560C1-F3C1-4A7F-B6D2-8C2469700733}" type="presOf" srcId="{F7825AA0-EBB8-44B9-BE34-371B933BCAB2}" destId="{6519DF94-7D5F-49A1-9E99-3F04A35EDD36}" srcOrd="0" destOrd="0" presId="urn:microsoft.com/office/officeart/2005/8/layout/radial3"/>
    <dgm:cxn modelId="{FCDEF3D3-E177-48BD-B529-7D32FE2A1BEF}" srcId="{A9AF8473-5344-4982-9D67-9466C4C75477}" destId="{81B6D28E-49A7-48F0-AA80-4831DEC0F540}" srcOrd="1" destOrd="0" parTransId="{C74CD7E3-E32B-4A3B-8412-8DF7B6390F15}" sibTransId="{D8F29CEC-5B2F-4759-B56A-91B94BB3F4D1}"/>
    <dgm:cxn modelId="{E5CBD6DC-7419-4B7B-9B40-BC0303A600CB}" srcId="{A9AF8473-5344-4982-9D67-9466C4C75477}" destId="{823AE714-7FAA-4AB0-B070-5583638113ED}" srcOrd="0" destOrd="0" parTransId="{D8CA9962-5A84-404E-A9F2-5C2D565310C1}" sibTransId="{C029A8CE-77AA-4952-81BE-021A34B81706}"/>
    <dgm:cxn modelId="{C19940E1-7E06-4B42-A91C-4137A3628AB3}" type="presOf" srcId="{81B6D28E-49A7-48F0-AA80-4831DEC0F540}" destId="{4115A88E-EE29-4491-8923-580BBF4F1BC2}" srcOrd="0" destOrd="0" presId="urn:microsoft.com/office/officeart/2005/8/layout/radial3"/>
    <dgm:cxn modelId="{DA9101F3-FBCD-4D4F-91A0-8B572C3789AC}" type="presOf" srcId="{823AE714-7FAA-4AB0-B070-5583638113ED}" destId="{34BB041F-9614-4596-B62C-CC3493C2BA50}" srcOrd="0" destOrd="0" presId="urn:microsoft.com/office/officeart/2005/8/layout/radial3"/>
    <dgm:cxn modelId="{12FAF7AF-E6DC-45CF-AEC4-23C7BAFF22E9}" type="presParOf" srcId="{760B37CF-8799-4BEF-9536-6B9762D6A352}" destId="{09B74D5A-D06C-4F9D-902A-5E7E1124D23A}" srcOrd="0" destOrd="0" presId="urn:microsoft.com/office/officeart/2005/8/layout/radial3"/>
    <dgm:cxn modelId="{FC00BC80-A449-4CFF-BC13-5E94975FB550}" type="presParOf" srcId="{09B74D5A-D06C-4F9D-902A-5E7E1124D23A}" destId="{BA242BEB-862F-4981-9659-136E624E673D}" srcOrd="0" destOrd="0" presId="urn:microsoft.com/office/officeart/2005/8/layout/radial3"/>
    <dgm:cxn modelId="{3EC2A383-43FF-48AC-A74E-EB9193C99C69}" type="presParOf" srcId="{09B74D5A-D06C-4F9D-902A-5E7E1124D23A}" destId="{34BB041F-9614-4596-B62C-CC3493C2BA50}" srcOrd="1" destOrd="0" presId="urn:microsoft.com/office/officeart/2005/8/layout/radial3"/>
    <dgm:cxn modelId="{C9E8A306-2FE5-40A0-B78C-62441C913B00}" type="presParOf" srcId="{09B74D5A-D06C-4F9D-902A-5E7E1124D23A}" destId="{4115A88E-EE29-4491-8923-580BBF4F1BC2}" srcOrd="2" destOrd="0" presId="urn:microsoft.com/office/officeart/2005/8/layout/radial3"/>
    <dgm:cxn modelId="{919E46FC-402E-4C9B-BC16-8E9143F80F7C}" type="presParOf" srcId="{09B74D5A-D06C-4F9D-902A-5E7E1124D23A}" destId="{6519DF94-7D5F-49A1-9E99-3F04A35EDD36}" srcOrd="3" destOrd="0" presId="urn:microsoft.com/office/officeart/2005/8/layout/radial3"/>
    <dgm:cxn modelId="{FC6F0C95-88AB-4BE7-B1BD-F07582C039CB}" type="presParOf" srcId="{09B74D5A-D06C-4F9D-902A-5E7E1124D23A}" destId="{0E15D6E9-94A7-4F37-9FDA-94D8C7DB35C4}" srcOrd="4" destOrd="0" presId="urn:microsoft.com/office/officeart/2005/8/layout/radial3"/>
    <dgm:cxn modelId="{D283091A-D8FF-4040-85FB-A6653D1CE99A}" type="presParOf" srcId="{09B74D5A-D06C-4F9D-902A-5E7E1124D23A}" destId="{C8FAA27B-EC62-42F8-A697-84EE6E19BDDA}" srcOrd="5" destOrd="0" presId="urn:microsoft.com/office/officeart/2005/8/layout/radial3"/>
    <dgm:cxn modelId="{411E5C6D-DD5C-417C-8650-490C4CD2A0DD}" type="presParOf" srcId="{09B74D5A-D06C-4F9D-902A-5E7E1124D23A}" destId="{988B25A3-DA9A-4541-825C-540D3166B44C}" srcOrd="6"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D8350B-1EE9-46FF-A21A-61DA480F3D41}" type="doc">
      <dgm:prSet loTypeId="urn:microsoft.com/office/officeart/2008/layout/AscendingPictureAccentProcess" loCatId="process" qsTypeId="urn:microsoft.com/office/officeart/2005/8/quickstyle/simple1" qsCatId="simple" csTypeId="urn:microsoft.com/office/officeart/2005/8/colors/colorful4" csCatId="colorful" phldr="1"/>
      <dgm:spPr/>
      <dgm:t>
        <a:bodyPr/>
        <a:lstStyle/>
        <a:p>
          <a:endParaRPr lang="en-US"/>
        </a:p>
      </dgm:t>
    </dgm:pt>
    <dgm:pt modelId="{798BC6CB-58D9-4E35-A8BC-BA7EB566EA3B}">
      <dgm:prSet phldrT="[Text]"/>
      <dgm:spPr/>
      <dgm:t>
        <a:bodyPr/>
        <a:lstStyle/>
        <a:p>
          <a:r>
            <a:rPr lang="vi-VN" b="1">
              <a:latin typeface="Calibri" panose="020F0502020204030204" pitchFamily="34" charset="0"/>
              <a:cs typeface="Calibri" panose="020F0502020204030204" pitchFamily="34" charset="0"/>
            </a:rPr>
            <a:t>20 triệ</a:t>
          </a:r>
          <a:r>
            <a:rPr lang="en-US" b="1">
              <a:latin typeface="Calibri" panose="020F0502020204030204" pitchFamily="34" charset="0"/>
              <a:cs typeface="Calibri" panose="020F0502020204030204" pitchFamily="34" charset="0"/>
            </a:rPr>
            <a:t>u </a:t>
          </a:r>
          <a:r>
            <a:rPr lang="vi-VN" b="1">
              <a:latin typeface="Calibri" panose="020F0502020204030204" pitchFamily="34" charset="0"/>
              <a:cs typeface="Calibri" panose="020F0502020204030204" pitchFamily="34" charset="0"/>
            </a:rPr>
            <a:t>trẻ</a:t>
          </a:r>
          <a:endParaRPr lang="en-US" b="1">
            <a:latin typeface="Calibri" panose="020F0502020204030204" pitchFamily="34" charset="0"/>
            <a:cs typeface="Calibri" panose="020F0502020204030204" pitchFamily="34" charset="0"/>
          </a:endParaRPr>
        </a:p>
      </dgm:t>
    </dgm:pt>
    <dgm:pt modelId="{0EA4665C-58FA-4454-B33B-445C30A52454}" type="parTrans" cxnId="{B9B0FB43-AECF-4BE7-B439-3CA9CE50895C}">
      <dgm:prSet/>
      <dgm:spPr/>
      <dgm:t>
        <a:bodyPr/>
        <a:lstStyle/>
        <a:p>
          <a:endParaRPr lang="en-US" b="1">
            <a:latin typeface="Calibri" panose="020F0502020204030204" pitchFamily="34" charset="0"/>
            <a:cs typeface="Calibri" panose="020F0502020204030204" pitchFamily="34" charset="0"/>
          </a:endParaRPr>
        </a:p>
      </dgm:t>
    </dgm:pt>
    <dgm:pt modelId="{CC211CD0-B623-4E7F-8D1E-0DECC114FF72}" type="sibTrans" cxnId="{B9B0FB43-AECF-4BE7-B439-3CA9CE50895C}">
      <dgm:prSet/>
      <dgm:spPr>
        <a:blipFill rotWithShape="1">
          <a:blip xmlns:r="http://schemas.openxmlformats.org/officeDocument/2006/relationships" r:embed="rId1"/>
          <a:srcRect/>
          <a:stretch>
            <a:fillRect/>
          </a:stretch>
        </a:blipFill>
      </dgm:spPr>
      <dgm:t>
        <a:bodyPr/>
        <a:lstStyle/>
        <a:p>
          <a:endParaRPr lang="en-US" b="1">
            <a:latin typeface="Calibri" panose="020F0502020204030204" pitchFamily="34" charset="0"/>
            <a:cs typeface="Calibri" panose="020F0502020204030204" pitchFamily="34" charset="0"/>
          </a:endParaRPr>
        </a:p>
      </dgm:t>
    </dgm:pt>
    <dgm:pt modelId="{CE3B364B-A759-4576-B43B-710FC26AB0D9}">
      <dgm:prSet phldrT="[Text]"/>
      <dgm:spPr/>
      <dgm:t>
        <a:bodyPr/>
        <a:lstStyle/>
        <a:p>
          <a:r>
            <a:rPr lang="vi-VN" b="1">
              <a:latin typeface="Calibri" panose="020F0502020204030204" pitchFamily="34" charset="0"/>
              <a:cs typeface="Calibri" panose="020F0502020204030204" pitchFamily="34" charset="0"/>
            </a:rPr>
            <a:t>18.3% trẻ em trên thế giới</a:t>
          </a:r>
          <a:endParaRPr lang="en-US" b="1">
            <a:latin typeface="Calibri" panose="020F0502020204030204" pitchFamily="34" charset="0"/>
            <a:cs typeface="Calibri" panose="020F0502020204030204" pitchFamily="34" charset="0"/>
          </a:endParaRPr>
        </a:p>
      </dgm:t>
    </dgm:pt>
    <dgm:pt modelId="{6B5E6C14-B16D-47D0-8937-B47528BA83E0}" type="parTrans" cxnId="{6E1613D4-D240-4D6E-B1BF-0E435AB0B78E}">
      <dgm:prSet/>
      <dgm:spPr/>
      <dgm:t>
        <a:bodyPr/>
        <a:lstStyle/>
        <a:p>
          <a:endParaRPr lang="en-US" b="1">
            <a:latin typeface="Calibri" panose="020F0502020204030204" pitchFamily="34" charset="0"/>
            <a:cs typeface="Calibri" panose="020F0502020204030204" pitchFamily="34" charset="0"/>
          </a:endParaRPr>
        </a:p>
      </dgm:t>
    </dgm:pt>
    <dgm:pt modelId="{48958605-9C85-4774-8837-410531713E92}" type="sibTrans" cxnId="{6E1613D4-D240-4D6E-B1BF-0E435AB0B78E}">
      <dgm:prSet/>
      <dgm:spPr>
        <a:blipFill rotWithShape="1">
          <a:blip xmlns:r="http://schemas.openxmlformats.org/officeDocument/2006/relationships" r:embed="rId2"/>
          <a:srcRect/>
          <a:stretch>
            <a:fillRect/>
          </a:stretch>
        </a:blipFill>
      </dgm:spPr>
      <dgm:t>
        <a:bodyPr/>
        <a:lstStyle/>
        <a:p>
          <a:endParaRPr lang="en-US" b="1">
            <a:latin typeface="Calibri" panose="020F0502020204030204" pitchFamily="34" charset="0"/>
            <a:cs typeface="Calibri" panose="020F0502020204030204" pitchFamily="34" charset="0"/>
          </a:endParaRPr>
        </a:p>
      </dgm:t>
    </dgm:pt>
    <dgm:pt modelId="{F5F1C27C-B39F-46EC-8449-9C5F6C3713F7}">
      <dgm:prSet phldrT="[Text]"/>
      <dgm:spPr/>
      <dgm:t>
        <a:bodyPr/>
        <a:lstStyle/>
        <a:p>
          <a:r>
            <a:rPr lang="vi-VN" b="1">
              <a:latin typeface="Calibri" panose="020F0502020204030204" pitchFamily="34" charset="0"/>
              <a:cs typeface="Calibri" panose="020F0502020204030204" pitchFamily="34" charset="0"/>
            </a:rPr>
            <a:t>18% trẻ em trên thế giới</a:t>
          </a:r>
          <a:endParaRPr lang="en-US" b="1">
            <a:latin typeface="Calibri" panose="020F0502020204030204" pitchFamily="34" charset="0"/>
            <a:cs typeface="Calibri" panose="020F0502020204030204" pitchFamily="34" charset="0"/>
          </a:endParaRPr>
        </a:p>
      </dgm:t>
    </dgm:pt>
    <dgm:pt modelId="{6607D840-095E-4E2A-BD3C-5056CBFB77BB}" type="parTrans" cxnId="{3FFBA2D3-C5D8-4F98-BEA5-8AEAC1D6AC5E}">
      <dgm:prSet/>
      <dgm:spPr/>
      <dgm:t>
        <a:bodyPr/>
        <a:lstStyle/>
        <a:p>
          <a:endParaRPr lang="en-US" b="1">
            <a:latin typeface="Calibri" panose="020F0502020204030204" pitchFamily="34" charset="0"/>
            <a:cs typeface="Calibri" panose="020F0502020204030204" pitchFamily="34" charset="0"/>
          </a:endParaRPr>
        </a:p>
      </dgm:t>
    </dgm:pt>
    <dgm:pt modelId="{8ED564E0-AAB7-4234-8664-F6B2397A7282}" type="sibTrans" cxnId="{3FFBA2D3-C5D8-4F98-BEA5-8AEAC1D6AC5E}">
      <dgm:prSet/>
      <dgm:spPr>
        <a:blipFill rotWithShape="1">
          <a:blip xmlns:r="http://schemas.openxmlformats.org/officeDocument/2006/relationships" r:embed="rId3"/>
          <a:srcRect/>
          <a:stretch>
            <a:fillRect/>
          </a:stretch>
        </a:blipFill>
      </dgm:spPr>
      <dgm:t>
        <a:bodyPr/>
        <a:lstStyle/>
        <a:p>
          <a:endParaRPr lang="en-US" b="1">
            <a:latin typeface="Calibri" panose="020F0502020204030204" pitchFamily="34" charset="0"/>
            <a:cs typeface="Calibri" panose="020F0502020204030204" pitchFamily="34" charset="0"/>
          </a:endParaRPr>
        </a:p>
      </dgm:t>
    </dgm:pt>
    <dgm:pt modelId="{07F74BE4-C614-49A1-8800-4D37B6E86DAD}" type="pres">
      <dgm:prSet presAssocID="{6FD8350B-1EE9-46FF-A21A-61DA480F3D41}" presName="Name0" presStyleCnt="0">
        <dgm:presLayoutVars>
          <dgm:chMax val="7"/>
          <dgm:chPref val="7"/>
          <dgm:dir/>
        </dgm:presLayoutVars>
      </dgm:prSet>
      <dgm:spPr/>
    </dgm:pt>
    <dgm:pt modelId="{3EB8C23D-69B2-4E96-A10A-080B9EE17E6A}" type="pres">
      <dgm:prSet presAssocID="{6FD8350B-1EE9-46FF-A21A-61DA480F3D41}" presName="dot1" presStyleLbl="alignNode1" presStyleIdx="0" presStyleCnt="12"/>
      <dgm:spPr/>
    </dgm:pt>
    <dgm:pt modelId="{C633C08D-72E8-403B-94B4-7B54324459C5}" type="pres">
      <dgm:prSet presAssocID="{6FD8350B-1EE9-46FF-A21A-61DA480F3D41}" presName="dot2" presStyleLbl="alignNode1" presStyleIdx="1" presStyleCnt="12"/>
      <dgm:spPr/>
    </dgm:pt>
    <dgm:pt modelId="{0F3793F2-6369-4C3D-A30B-311A9EF273EC}" type="pres">
      <dgm:prSet presAssocID="{6FD8350B-1EE9-46FF-A21A-61DA480F3D41}" presName="dot3" presStyleLbl="alignNode1" presStyleIdx="2" presStyleCnt="12"/>
      <dgm:spPr/>
    </dgm:pt>
    <dgm:pt modelId="{1E2B18A0-9A00-4C24-A79F-E61C654730E6}" type="pres">
      <dgm:prSet presAssocID="{6FD8350B-1EE9-46FF-A21A-61DA480F3D41}" presName="dot4" presStyleLbl="alignNode1" presStyleIdx="3" presStyleCnt="12"/>
      <dgm:spPr/>
    </dgm:pt>
    <dgm:pt modelId="{B6036AC6-9216-496A-8B45-5494D5686F94}" type="pres">
      <dgm:prSet presAssocID="{6FD8350B-1EE9-46FF-A21A-61DA480F3D41}" presName="dot5" presStyleLbl="alignNode1" presStyleIdx="4" presStyleCnt="12"/>
      <dgm:spPr/>
    </dgm:pt>
    <dgm:pt modelId="{D3963D9A-A339-400B-9CC4-D1E0002A3460}" type="pres">
      <dgm:prSet presAssocID="{6FD8350B-1EE9-46FF-A21A-61DA480F3D41}" presName="dotArrow1" presStyleLbl="alignNode1" presStyleIdx="5" presStyleCnt="12"/>
      <dgm:spPr/>
    </dgm:pt>
    <dgm:pt modelId="{9B913F70-9ADF-484B-A17E-994A02046791}" type="pres">
      <dgm:prSet presAssocID="{6FD8350B-1EE9-46FF-A21A-61DA480F3D41}" presName="dotArrow2" presStyleLbl="alignNode1" presStyleIdx="6" presStyleCnt="12"/>
      <dgm:spPr/>
    </dgm:pt>
    <dgm:pt modelId="{B213428C-B687-44E1-812C-8CBD90D1421B}" type="pres">
      <dgm:prSet presAssocID="{6FD8350B-1EE9-46FF-A21A-61DA480F3D41}" presName="dotArrow3" presStyleLbl="alignNode1" presStyleIdx="7" presStyleCnt="12"/>
      <dgm:spPr/>
    </dgm:pt>
    <dgm:pt modelId="{1DDF3BD8-B3A6-45FC-9080-2F9F7571524D}" type="pres">
      <dgm:prSet presAssocID="{6FD8350B-1EE9-46FF-A21A-61DA480F3D41}" presName="dotArrow4" presStyleLbl="alignNode1" presStyleIdx="8" presStyleCnt="12"/>
      <dgm:spPr/>
    </dgm:pt>
    <dgm:pt modelId="{299F2D53-7596-4614-AD7C-E5999310CC23}" type="pres">
      <dgm:prSet presAssocID="{6FD8350B-1EE9-46FF-A21A-61DA480F3D41}" presName="dotArrow5" presStyleLbl="alignNode1" presStyleIdx="9" presStyleCnt="12"/>
      <dgm:spPr/>
    </dgm:pt>
    <dgm:pt modelId="{218FF77B-5630-475A-B2F8-0B84FE125CE7}" type="pres">
      <dgm:prSet presAssocID="{6FD8350B-1EE9-46FF-A21A-61DA480F3D41}" presName="dotArrow6" presStyleLbl="alignNode1" presStyleIdx="10" presStyleCnt="12"/>
      <dgm:spPr/>
    </dgm:pt>
    <dgm:pt modelId="{B3E8DF4B-12FB-4CA9-9842-CDC699BD7404}" type="pres">
      <dgm:prSet presAssocID="{6FD8350B-1EE9-46FF-A21A-61DA480F3D41}" presName="dotArrow7" presStyleLbl="alignNode1" presStyleIdx="11" presStyleCnt="12"/>
      <dgm:spPr/>
    </dgm:pt>
    <dgm:pt modelId="{3D9E50E1-19FD-4597-82D7-0C42C7E4985A}" type="pres">
      <dgm:prSet presAssocID="{798BC6CB-58D9-4E35-A8BC-BA7EB566EA3B}" presName="parTx1" presStyleLbl="node1" presStyleIdx="0" presStyleCnt="3"/>
      <dgm:spPr/>
    </dgm:pt>
    <dgm:pt modelId="{1F3787DD-481E-49CA-BA5C-84E3C36CC29B}" type="pres">
      <dgm:prSet presAssocID="{CC211CD0-B623-4E7F-8D1E-0DECC114FF72}" presName="picture1" presStyleCnt="0"/>
      <dgm:spPr/>
    </dgm:pt>
    <dgm:pt modelId="{2FB8B762-D822-438A-ACB4-91D09C0DBF23}" type="pres">
      <dgm:prSet presAssocID="{CC211CD0-B623-4E7F-8D1E-0DECC114FF72}" presName="imageRepeatNode" presStyleLbl="fgImgPlace1" presStyleIdx="0" presStyleCnt="3"/>
      <dgm:spPr/>
    </dgm:pt>
    <dgm:pt modelId="{3A026616-DA36-41D4-A803-5C1CBF903320}" type="pres">
      <dgm:prSet presAssocID="{CE3B364B-A759-4576-B43B-710FC26AB0D9}" presName="parTx2" presStyleLbl="node1" presStyleIdx="1" presStyleCnt="3" custLinFactNeighborX="948" custLinFactNeighborY="5518"/>
      <dgm:spPr/>
    </dgm:pt>
    <dgm:pt modelId="{BE8B1BB1-9187-46B5-AE66-9483E1ABC5C9}" type="pres">
      <dgm:prSet presAssocID="{48958605-9C85-4774-8837-410531713E92}" presName="picture2" presStyleCnt="0"/>
      <dgm:spPr/>
    </dgm:pt>
    <dgm:pt modelId="{378E6A70-63D2-481E-8EC1-3E4C6650CCBD}" type="pres">
      <dgm:prSet presAssocID="{48958605-9C85-4774-8837-410531713E92}" presName="imageRepeatNode" presStyleLbl="fgImgPlace1" presStyleIdx="1" presStyleCnt="3"/>
      <dgm:spPr/>
    </dgm:pt>
    <dgm:pt modelId="{BA53054D-F108-426C-AE89-4F4C89D0940C}" type="pres">
      <dgm:prSet presAssocID="{F5F1C27C-B39F-46EC-8449-9C5F6C3713F7}" presName="parTx3" presStyleLbl="node1" presStyleIdx="2" presStyleCnt="3"/>
      <dgm:spPr/>
    </dgm:pt>
    <dgm:pt modelId="{864F28B6-4D31-4BD5-8B5E-4F81F669413D}" type="pres">
      <dgm:prSet presAssocID="{8ED564E0-AAB7-4234-8664-F6B2397A7282}" presName="picture3" presStyleCnt="0"/>
      <dgm:spPr/>
    </dgm:pt>
    <dgm:pt modelId="{BBAAD294-2AEF-4AB2-9679-43A1B6790EBF}" type="pres">
      <dgm:prSet presAssocID="{8ED564E0-AAB7-4234-8664-F6B2397A7282}" presName="imageRepeatNode" presStyleLbl="fgImgPlace1" presStyleIdx="2" presStyleCnt="3"/>
      <dgm:spPr/>
    </dgm:pt>
  </dgm:ptLst>
  <dgm:cxnLst>
    <dgm:cxn modelId="{E7153834-5DF5-4F2A-AFB5-F89D08F67869}" type="presOf" srcId="{F5F1C27C-B39F-46EC-8449-9C5F6C3713F7}" destId="{BA53054D-F108-426C-AE89-4F4C89D0940C}" srcOrd="0" destOrd="0" presId="urn:microsoft.com/office/officeart/2008/layout/AscendingPictureAccentProcess"/>
    <dgm:cxn modelId="{6397705C-D56D-4EAC-90EF-698EC984C2B6}" type="presOf" srcId="{48958605-9C85-4774-8837-410531713E92}" destId="{378E6A70-63D2-481E-8EC1-3E4C6650CCBD}" srcOrd="0" destOrd="0" presId="urn:microsoft.com/office/officeart/2008/layout/AscendingPictureAccentProcess"/>
    <dgm:cxn modelId="{B9B0FB43-AECF-4BE7-B439-3CA9CE50895C}" srcId="{6FD8350B-1EE9-46FF-A21A-61DA480F3D41}" destId="{798BC6CB-58D9-4E35-A8BC-BA7EB566EA3B}" srcOrd="0" destOrd="0" parTransId="{0EA4665C-58FA-4454-B33B-445C30A52454}" sibTransId="{CC211CD0-B623-4E7F-8D1E-0DECC114FF72}"/>
    <dgm:cxn modelId="{41D6ED6C-8EBB-4362-9C4E-B5B41D8F1A01}" type="presOf" srcId="{CE3B364B-A759-4576-B43B-710FC26AB0D9}" destId="{3A026616-DA36-41D4-A803-5C1CBF903320}" srcOrd="0" destOrd="0" presId="urn:microsoft.com/office/officeart/2008/layout/AscendingPictureAccentProcess"/>
    <dgm:cxn modelId="{61F9CE7F-8DB3-4464-BE3A-10252F70FC98}" type="presOf" srcId="{798BC6CB-58D9-4E35-A8BC-BA7EB566EA3B}" destId="{3D9E50E1-19FD-4597-82D7-0C42C7E4985A}" srcOrd="0" destOrd="0" presId="urn:microsoft.com/office/officeart/2008/layout/AscendingPictureAccentProcess"/>
    <dgm:cxn modelId="{F931929F-B38E-4B36-9665-F45FF27812C0}" type="presOf" srcId="{8ED564E0-AAB7-4234-8664-F6B2397A7282}" destId="{BBAAD294-2AEF-4AB2-9679-43A1B6790EBF}" srcOrd="0" destOrd="0" presId="urn:microsoft.com/office/officeart/2008/layout/AscendingPictureAccentProcess"/>
    <dgm:cxn modelId="{3FFBA2D3-C5D8-4F98-BEA5-8AEAC1D6AC5E}" srcId="{6FD8350B-1EE9-46FF-A21A-61DA480F3D41}" destId="{F5F1C27C-B39F-46EC-8449-9C5F6C3713F7}" srcOrd="2" destOrd="0" parTransId="{6607D840-095E-4E2A-BD3C-5056CBFB77BB}" sibTransId="{8ED564E0-AAB7-4234-8664-F6B2397A7282}"/>
    <dgm:cxn modelId="{6E1613D4-D240-4D6E-B1BF-0E435AB0B78E}" srcId="{6FD8350B-1EE9-46FF-A21A-61DA480F3D41}" destId="{CE3B364B-A759-4576-B43B-710FC26AB0D9}" srcOrd="1" destOrd="0" parTransId="{6B5E6C14-B16D-47D0-8937-B47528BA83E0}" sibTransId="{48958605-9C85-4774-8837-410531713E92}"/>
    <dgm:cxn modelId="{9670C0E0-E1D0-45CA-B6B9-7519EF8D8698}" type="presOf" srcId="{6FD8350B-1EE9-46FF-A21A-61DA480F3D41}" destId="{07F74BE4-C614-49A1-8800-4D37B6E86DAD}" srcOrd="0" destOrd="0" presId="urn:microsoft.com/office/officeart/2008/layout/AscendingPictureAccentProcess"/>
    <dgm:cxn modelId="{75AF68EB-F370-4AD7-9897-3B6C7FCD177C}" type="presOf" srcId="{CC211CD0-B623-4E7F-8D1E-0DECC114FF72}" destId="{2FB8B762-D822-438A-ACB4-91D09C0DBF23}" srcOrd="0" destOrd="0" presId="urn:microsoft.com/office/officeart/2008/layout/AscendingPictureAccentProcess"/>
    <dgm:cxn modelId="{346C15E5-70B3-4A5C-B79B-4C245045C70E}" type="presParOf" srcId="{07F74BE4-C614-49A1-8800-4D37B6E86DAD}" destId="{3EB8C23D-69B2-4E96-A10A-080B9EE17E6A}" srcOrd="0" destOrd="0" presId="urn:microsoft.com/office/officeart/2008/layout/AscendingPictureAccentProcess"/>
    <dgm:cxn modelId="{94D909A2-0BAD-4A52-A6AF-6D560463230A}" type="presParOf" srcId="{07F74BE4-C614-49A1-8800-4D37B6E86DAD}" destId="{C633C08D-72E8-403B-94B4-7B54324459C5}" srcOrd="1" destOrd="0" presId="urn:microsoft.com/office/officeart/2008/layout/AscendingPictureAccentProcess"/>
    <dgm:cxn modelId="{70C33394-A8F8-4813-9FE5-4291BE89D0EC}" type="presParOf" srcId="{07F74BE4-C614-49A1-8800-4D37B6E86DAD}" destId="{0F3793F2-6369-4C3D-A30B-311A9EF273EC}" srcOrd="2" destOrd="0" presId="urn:microsoft.com/office/officeart/2008/layout/AscendingPictureAccentProcess"/>
    <dgm:cxn modelId="{A339C6F4-D0D8-4510-8F3A-706B20A0A8D1}" type="presParOf" srcId="{07F74BE4-C614-49A1-8800-4D37B6E86DAD}" destId="{1E2B18A0-9A00-4C24-A79F-E61C654730E6}" srcOrd="3" destOrd="0" presId="urn:microsoft.com/office/officeart/2008/layout/AscendingPictureAccentProcess"/>
    <dgm:cxn modelId="{BD55D441-02F0-4B9D-98CB-3CEC36819E97}" type="presParOf" srcId="{07F74BE4-C614-49A1-8800-4D37B6E86DAD}" destId="{B6036AC6-9216-496A-8B45-5494D5686F94}" srcOrd="4" destOrd="0" presId="urn:microsoft.com/office/officeart/2008/layout/AscendingPictureAccentProcess"/>
    <dgm:cxn modelId="{38B11706-70B0-49FB-817D-F5A9161F3782}" type="presParOf" srcId="{07F74BE4-C614-49A1-8800-4D37B6E86DAD}" destId="{D3963D9A-A339-400B-9CC4-D1E0002A3460}" srcOrd="5" destOrd="0" presId="urn:microsoft.com/office/officeart/2008/layout/AscendingPictureAccentProcess"/>
    <dgm:cxn modelId="{950B9C0B-188F-4813-BFBB-492B79EA9A8E}" type="presParOf" srcId="{07F74BE4-C614-49A1-8800-4D37B6E86DAD}" destId="{9B913F70-9ADF-484B-A17E-994A02046791}" srcOrd="6" destOrd="0" presId="urn:microsoft.com/office/officeart/2008/layout/AscendingPictureAccentProcess"/>
    <dgm:cxn modelId="{F92BDF32-27D9-4535-9362-F3AAE1D3D445}" type="presParOf" srcId="{07F74BE4-C614-49A1-8800-4D37B6E86DAD}" destId="{B213428C-B687-44E1-812C-8CBD90D1421B}" srcOrd="7" destOrd="0" presId="urn:microsoft.com/office/officeart/2008/layout/AscendingPictureAccentProcess"/>
    <dgm:cxn modelId="{58DEB56C-E357-4F2B-82CC-799BCC2DBD10}" type="presParOf" srcId="{07F74BE4-C614-49A1-8800-4D37B6E86DAD}" destId="{1DDF3BD8-B3A6-45FC-9080-2F9F7571524D}" srcOrd="8" destOrd="0" presId="urn:microsoft.com/office/officeart/2008/layout/AscendingPictureAccentProcess"/>
    <dgm:cxn modelId="{2CC73E01-71FE-456E-B0FE-36BC9EA586A6}" type="presParOf" srcId="{07F74BE4-C614-49A1-8800-4D37B6E86DAD}" destId="{299F2D53-7596-4614-AD7C-E5999310CC23}" srcOrd="9" destOrd="0" presId="urn:microsoft.com/office/officeart/2008/layout/AscendingPictureAccentProcess"/>
    <dgm:cxn modelId="{BEAA3D46-DB33-4B90-B6D0-6B8BEB5029D6}" type="presParOf" srcId="{07F74BE4-C614-49A1-8800-4D37B6E86DAD}" destId="{218FF77B-5630-475A-B2F8-0B84FE125CE7}" srcOrd="10" destOrd="0" presId="urn:microsoft.com/office/officeart/2008/layout/AscendingPictureAccentProcess"/>
    <dgm:cxn modelId="{56839F75-61ED-48C8-831F-F3B8A00E5EB5}" type="presParOf" srcId="{07F74BE4-C614-49A1-8800-4D37B6E86DAD}" destId="{B3E8DF4B-12FB-4CA9-9842-CDC699BD7404}" srcOrd="11" destOrd="0" presId="urn:microsoft.com/office/officeart/2008/layout/AscendingPictureAccentProcess"/>
    <dgm:cxn modelId="{8719C7CC-100B-458B-8997-B124421BE8CD}" type="presParOf" srcId="{07F74BE4-C614-49A1-8800-4D37B6E86DAD}" destId="{3D9E50E1-19FD-4597-82D7-0C42C7E4985A}" srcOrd="12" destOrd="0" presId="urn:microsoft.com/office/officeart/2008/layout/AscendingPictureAccentProcess"/>
    <dgm:cxn modelId="{6A0A9BAB-AAFD-4BF2-A5A4-8AC5E8C26ED7}" type="presParOf" srcId="{07F74BE4-C614-49A1-8800-4D37B6E86DAD}" destId="{1F3787DD-481E-49CA-BA5C-84E3C36CC29B}" srcOrd="13" destOrd="0" presId="urn:microsoft.com/office/officeart/2008/layout/AscendingPictureAccentProcess"/>
    <dgm:cxn modelId="{B9BD7C7F-0F4F-4C18-AA7F-780C923B3AA7}" type="presParOf" srcId="{1F3787DD-481E-49CA-BA5C-84E3C36CC29B}" destId="{2FB8B762-D822-438A-ACB4-91D09C0DBF23}" srcOrd="0" destOrd="0" presId="urn:microsoft.com/office/officeart/2008/layout/AscendingPictureAccentProcess"/>
    <dgm:cxn modelId="{ED3A6F13-BB6E-4235-A3B2-98CCC5CAA78C}" type="presParOf" srcId="{07F74BE4-C614-49A1-8800-4D37B6E86DAD}" destId="{3A026616-DA36-41D4-A803-5C1CBF903320}" srcOrd="14" destOrd="0" presId="urn:microsoft.com/office/officeart/2008/layout/AscendingPictureAccentProcess"/>
    <dgm:cxn modelId="{628723CF-9DB3-4AB8-AF9D-066E884E8109}" type="presParOf" srcId="{07F74BE4-C614-49A1-8800-4D37B6E86DAD}" destId="{BE8B1BB1-9187-46B5-AE66-9483E1ABC5C9}" srcOrd="15" destOrd="0" presId="urn:microsoft.com/office/officeart/2008/layout/AscendingPictureAccentProcess"/>
    <dgm:cxn modelId="{E007DEE1-5830-48E5-AC38-DFD7DC5AFC7F}" type="presParOf" srcId="{BE8B1BB1-9187-46B5-AE66-9483E1ABC5C9}" destId="{378E6A70-63D2-481E-8EC1-3E4C6650CCBD}" srcOrd="0" destOrd="0" presId="urn:microsoft.com/office/officeart/2008/layout/AscendingPictureAccentProcess"/>
    <dgm:cxn modelId="{A0B1DE85-D344-43D3-A35C-848048CEB176}" type="presParOf" srcId="{07F74BE4-C614-49A1-8800-4D37B6E86DAD}" destId="{BA53054D-F108-426C-AE89-4F4C89D0940C}" srcOrd="16" destOrd="0" presId="urn:microsoft.com/office/officeart/2008/layout/AscendingPictureAccentProcess"/>
    <dgm:cxn modelId="{CC3CCE8C-2075-4818-A872-5E442A8DB1B3}" type="presParOf" srcId="{07F74BE4-C614-49A1-8800-4D37B6E86DAD}" destId="{864F28B6-4D31-4BD5-8B5E-4F81F669413D}" srcOrd="17" destOrd="0" presId="urn:microsoft.com/office/officeart/2008/layout/AscendingPictureAccentProcess"/>
    <dgm:cxn modelId="{D8B3C5DC-8D85-4ACF-8A3C-88C1817E29CE}" type="presParOf" srcId="{864F28B6-4D31-4BD5-8B5E-4F81F669413D}" destId="{BBAAD294-2AEF-4AB2-9679-43A1B6790EBF}" srcOrd="0" destOrd="0" presId="urn:microsoft.com/office/officeart/2008/layout/AscendingPictureAccentProcess"/>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BB40A0-E2C0-4691-8824-18321DFCAD74}" type="doc">
      <dgm:prSet loTypeId="urn:microsoft.com/office/officeart/2005/8/layout/cycle6" loCatId="cycle" qsTypeId="urn:microsoft.com/office/officeart/2005/8/quickstyle/simple1" qsCatId="simple" csTypeId="urn:microsoft.com/office/officeart/2005/8/colors/colorful1" csCatId="colorful" phldr="1"/>
      <dgm:spPr/>
      <dgm:t>
        <a:bodyPr/>
        <a:lstStyle/>
        <a:p>
          <a:endParaRPr lang="en-US"/>
        </a:p>
      </dgm:t>
    </dgm:pt>
    <dgm:pt modelId="{4ED36086-0C23-4DD6-9050-28C4ADB26242}">
      <dgm:prSet phldrT="[Text]"/>
      <dgm:spPr/>
      <dgm:t>
        <a:bodyPr/>
        <a:lstStyle/>
        <a:p>
          <a:r>
            <a:rPr lang="vi-VN" b="1">
              <a:latin typeface="Calibri" panose="020F0502020204030204" pitchFamily="34" charset="0"/>
              <a:cs typeface="Calibri" panose="020F0502020204030204" pitchFamily="34" charset="0"/>
            </a:rPr>
            <a:t>Giảm canxi huyết thanh</a:t>
          </a:r>
          <a:endParaRPr lang="en-US" b="1">
            <a:latin typeface="Calibri" panose="020F0502020204030204" pitchFamily="34" charset="0"/>
            <a:cs typeface="Calibri" panose="020F0502020204030204" pitchFamily="34" charset="0"/>
          </a:endParaRPr>
        </a:p>
      </dgm:t>
    </dgm:pt>
    <dgm:pt modelId="{BC0FA7BB-11AB-4D8D-AB4B-FE0450026B86}" type="parTrans" cxnId="{F0846FC3-D60F-4FD3-B4DF-ABBE8C254E7F}">
      <dgm:prSet/>
      <dgm:spPr/>
      <dgm:t>
        <a:bodyPr/>
        <a:lstStyle/>
        <a:p>
          <a:endParaRPr lang="en-US" b="1">
            <a:latin typeface="Calibri" panose="020F0502020204030204" pitchFamily="34" charset="0"/>
            <a:cs typeface="Calibri" panose="020F0502020204030204" pitchFamily="34" charset="0"/>
          </a:endParaRPr>
        </a:p>
      </dgm:t>
    </dgm:pt>
    <dgm:pt modelId="{FAE2AA9D-4717-449B-9B40-28BBF4E448D7}" type="sibTrans" cxnId="{F0846FC3-D60F-4FD3-B4DF-ABBE8C254E7F}">
      <dgm:prSet/>
      <dgm:spPr/>
      <dgm:t>
        <a:bodyPr/>
        <a:lstStyle/>
        <a:p>
          <a:endParaRPr lang="en-US" b="1">
            <a:latin typeface="Calibri" panose="020F0502020204030204" pitchFamily="34" charset="0"/>
            <a:cs typeface="Calibri" panose="020F0502020204030204" pitchFamily="34" charset="0"/>
          </a:endParaRPr>
        </a:p>
      </dgm:t>
    </dgm:pt>
    <dgm:pt modelId="{9C44BDEA-A347-4F74-86D2-D8D70D6F3EDA}">
      <dgm:prSet phldrT="[Text]"/>
      <dgm:spPr/>
      <dgm:t>
        <a:bodyPr/>
        <a:lstStyle/>
        <a:p>
          <a:r>
            <a:rPr lang="vi-VN" b="1">
              <a:latin typeface="Calibri" panose="020F0502020204030204" pitchFamily="34" charset="0"/>
              <a:cs typeface="Calibri" panose="020F0502020204030204" pitchFamily="34" charset="0"/>
            </a:rPr>
            <a:t>Giảm magie huyết thanh</a:t>
          </a:r>
          <a:endParaRPr lang="en-US" b="1">
            <a:latin typeface="Calibri" panose="020F0502020204030204" pitchFamily="34" charset="0"/>
            <a:cs typeface="Calibri" panose="020F0502020204030204" pitchFamily="34" charset="0"/>
          </a:endParaRPr>
        </a:p>
      </dgm:t>
    </dgm:pt>
    <dgm:pt modelId="{24518369-9E2F-4EE7-A2AF-EABDAC7D6077}" type="parTrans" cxnId="{945F4102-1971-4B0C-8998-6BBD6F1C052F}">
      <dgm:prSet/>
      <dgm:spPr/>
      <dgm:t>
        <a:bodyPr/>
        <a:lstStyle/>
        <a:p>
          <a:endParaRPr lang="en-US" b="1">
            <a:latin typeface="Calibri" panose="020F0502020204030204" pitchFamily="34" charset="0"/>
            <a:cs typeface="Calibri" panose="020F0502020204030204" pitchFamily="34" charset="0"/>
          </a:endParaRPr>
        </a:p>
      </dgm:t>
    </dgm:pt>
    <dgm:pt modelId="{F0FF6E8D-499E-4873-AB35-05BD353E4E00}" type="sibTrans" cxnId="{945F4102-1971-4B0C-8998-6BBD6F1C052F}">
      <dgm:prSet/>
      <dgm:spPr/>
      <dgm:t>
        <a:bodyPr/>
        <a:lstStyle/>
        <a:p>
          <a:endParaRPr lang="en-US" b="1">
            <a:latin typeface="Calibri" panose="020F0502020204030204" pitchFamily="34" charset="0"/>
            <a:cs typeface="Calibri" panose="020F0502020204030204" pitchFamily="34" charset="0"/>
          </a:endParaRPr>
        </a:p>
      </dgm:t>
    </dgm:pt>
    <dgm:pt modelId="{80F632A5-B484-4CB7-AF03-CD8C0BEE8A6F}">
      <dgm:prSet phldrT="[Text]"/>
      <dgm:spPr/>
      <dgm:t>
        <a:bodyPr/>
        <a:lstStyle/>
        <a:p>
          <a:r>
            <a:rPr lang="vi-VN" b="1">
              <a:latin typeface="Calibri" panose="020F0502020204030204" pitchFamily="34" charset="0"/>
              <a:cs typeface="Calibri" panose="020F0502020204030204" pitchFamily="34" charset="0"/>
            </a:rPr>
            <a:t>Cân nặng sơ sinh lớn</a:t>
          </a:r>
          <a:endParaRPr lang="en-US" b="1">
            <a:latin typeface="Calibri" panose="020F0502020204030204" pitchFamily="34" charset="0"/>
            <a:cs typeface="Calibri" panose="020F0502020204030204" pitchFamily="34" charset="0"/>
          </a:endParaRPr>
        </a:p>
      </dgm:t>
    </dgm:pt>
    <dgm:pt modelId="{9AE006DD-C86D-4226-A8B8-13621210965D}" type="parTrans" cxnId="{8FE9C2C9-DA3F-4A1C-8AC0-F8B85ECFD348}">
      <dgm:prSet/>
      <dgm:spPr/>
      <dgm:t>
        <a:bodyPr/>
        <a:lstStyle/>
        <a:p>
          <a:endParaRPr lang="en-US" b="1">
            <a:latin typeface="Calibri" panose="020F0502020204030204" pitchFamily="34" charset="0"/>
            <a:cs typeface="Calibri" panose="020F0502020204030204" pitchFamily="34" charset="0"/>
          </a:endParaRPr>
        </a:p>
      </dgm:t>
    </dgm:pt>
    <dgm:pt modelId="{1E4132B1-E488-42B8-91D0-F297D0256A2E}" type="sibTrans" cxnId="{8FE9C2C9-DA3F-4A1C-8AC0-F8B85ECFD348}">
      <dgm:prSet/>
      <dgm:spPr/>
      <dgm:t>
        <a:bodyPr/>
        <a:lstStyle/>
        <a:p>
          <a:endParaRPr lang="en-US" b="1">
            <a:latin typeface="Calibri" panose="020F0502020204030204" pitchFamily="34" charset="0"/>
            <a:cs typeface="Calibri" panose="020F0502020204030204" pitchFamily="34" charset="0"/>
          </a:endParaRPr>
        </a:p>
      </dgm:t>
    </dgm:pt>
    <dgm:pt modelId="{CF2F03DA-942C-4BC8-89C1-6883C5E50EB6}">
      <dgm:prSet phldrT="[Text]"/>
      <dgm:spPr/>
      <dgm:t>
        <a:bodyPr/>
        <a:lstStyle/>
        <a:p>
          <a:r>
            <a:rPr lang="vi-VN" b="1">
              <a:latin typeface="Calibri" panose="020F0502020204030204" pitchFamily="34" charset="0"/>
              <a:cs typeface="Calibri" panose="020F0502020204030204" pitchFamily="34" charset="0"/>
            </a:rPr>
            <a:t>Hạ đường huyết ngay sau khi sinh</a:t>
          </a:r>
          <a:endParaRPr lang="en-US" b="1">
            <a:latin typeface="Calibri" panose="020F0502020204030204" pitchFamily="34" charset="0"/>
            <a:cs typeface="Calibri" panose="020F0502020204030204" pitchFamily="34" charset="0"/>
          </a:endParaRPr>
        </a:p>
      </dgm:t>
    </dgm:pt>
    <dgm:pt modelId="{32A5952C-DECA-4FF3-B400-AB2417D07FC7}" type="parTrans" cxnId="{58A5D30C-422D-4149-8B8D-4CD0C8722680}">
      <dgm:prSet/>
      <dgm:spPr/>
      <dgm:t>
        <a:bodyPr/>
        <a:lstStyle/>
        <a:p>
          <a:endParaRPr lang="en-US" b="1">
            <a:latin typeface="Calibri" panose="020F0502020204030204" pitchFamily="34" charset="0"/>
            <a:cs typeface="Calibri" panose="020F0502020204030204" pitchFamily="34" charset="0"/>
          </a:endParaRPr>
        </a:p>
      </dgm:t>
    </dgm:pt>
    <dgm:pt modelId="{218BF21D-7689-44AE-889D-EC68698761A2}" type="sibTrans" cxnId="{58A5D30C-422D-4149-8B8D-4CD0C8722680}">
      <dgm:prSet/>
      <dgm:spPr/>
      <dgm:t>
        <a:bodyPr/>
        <a:lstStyle/>
        <a:p>
          <a:endParaRPr lang="en-US" b="1">
            <a:latin typeface="Calibri" panose="020F0502020204030204" pitchFamily="34" charset="0"/>
            <a:cs typeface="Calibri" panose="020F0502020204030204" pitchFamily="34" charset="0"/>
          </a:endParaRPr>
        </a:p>
      </dgm:t>
    </dgm:pt>
    <dgm:pt modelId="{758E63D6-1B30-432A-8D89-73972B14E46B}" type="pres">
      <dgm:prSet presAssocID="{98BB40A0-E2C0-4691-8824-18321DFCAD74}" presName="cycle" presStyleCnt="0">
        <dgm:presLayoutVars>
          <dgm:dir/>
          <dgm:resizeHandles val="exact"/>
        </dgm:presLayoutVars>
      </dgm:prSet>
      <dgm:spPr/>
    </dgm:pt>
    <dgm:pt modelId="{024CA6D5-A2A1-4F50-AAE5-95393CD9544B}" type="pres">
      <dgm:prSet presAssocID="{4ED36086-0C23-4DD6-9050-28C4ADB26242}" presName="node" presStyleLbl="node1" presStyleIdx="0" presStyleCnt="4">
        <dgm:presLayoutVars>
          <dgm:bulletEnabled val="1"/>
        </dgm:presLayoutVars>
      </dgm:prSet>
      <dgm:spPr/>
    </dgm:pt>
    <dgm:pt modelId="{E47D6B8B-0A99-4831-BBA1-210CF67D1A81}" type="pres">
      <dgm:prSet presAssocID="{4ED36086-0C23-4DD6-9050-28C4ADB26242}" presName="spNode" presStyleCnt="0"/>
      <dgm:spPr/>
    </dgm:pt>
    <dgm:pt modelId="{B85E54D1-50B9-4663-BD0A-79FB817D1E33}" type="pres">
      <dgm:prSet presAssocID="{FAE2AA9D-4717-449B-9B40-28BBF4E448D7}" presName="sibTrans" presStyleLbl="sibTrans1D1" presStyleIdx="0" presStyleCnt="4"/>
      <dgm:spPr/>
    </dgm:pt>
    <dgm:pt modelId="{F3015C6C-6D4C-47D9-A2FB-63FF3635DC8A}" type="pres">
      <dgm:prSet presAssocID="{9C44BDEA-A347-4F74-86D2-D8D70D6F3EDA}" presName="node" presStyleLbl="node1" presStyleIdx="1" presStyleCnt="4">
        <dgm:presLayoutVars>
          <dgm:bulletEnabled val="1"/>
        </dgm:presLayoutVars>
      </dgm:prSet>
      <dgm:spPr/>
    </dgm:pt>
    <dgm:pt modelId="{754C9A6A-8A0E-4CDE-A42B-BE6CF701EC56}" type="pres">
      <dgm:prSet presAssocID="{9C44BDEA-A347-4F74-86D2-D8D70D6F3EDA}" presName="spNode" presStyleCnt="0"/>
      <dgm:spPr/>
    </dgm:pt>
    <dgm:pt modelId="{A1D092EC-4CF5-4BBC-829E-A2AEFA635DCB}" type="pres">
      <dgm:prSet presAssocID="{F0FF6E8D-499E-4873-AB35-05BD353E4E00}" presName="sibTrans" presStyleLbl="sibTrans1D1" presStyleIdx="1" presStyleCnt="4"/>
      <dgm:spPr/>
    </dgm:pt>
    <dgm:pt modelId="{9A104EEF-51EE-45E3-BBAC-F6FA6AEF5123}" type="pres">
      <dgm:prSet presAssocID="{80F632A5-B484-4CB7-AF03-CD8C0BEE8A6F}" presName="node" presStyleLbl="node1" presStyleIdx="2" presStyleCnt="4">
        <dgm:presLayoutVars>
          <dgm:bulletEnabled val="1"/>
        </dgm:presLayoutVars>
      </dgm:prSet>
      <dgm:spPr/>
    </dgm:pt>
    <dgm:pt modelId="{A948FB3F-355F-48AA-804A-984681258C50}" type="pres">
      <dgm:prSet presAssocID="{80F632A5-B484-4CB7-AF03-CD8C0BEE8A6F}" presName="spNode" presStyleCnt="0"/>
      <dgm:spPr/>
    </dgm:pt>
    <dgm:pt modelId="{3A909613-72CC-4635-8397-2269F75806E3}" type="pres">
      <dgm:prSet presAssocID="{1E4132B1-E488-42B8-91D0-F297D0256A2E}" presName="sibTrans" presStyleLbl="sibTrans1D1" presStyleIdx="2" presStyleCnt="4"/>
      <dgm:spPr/>
    </dgm:pt>
    <dgm:pt modelId="{B74FD7AD-9281-4F4A-AFBB-470FCFF66117}" type="pres">
      <dgm:prSet presAssocID="{CF2F03DA-942C-4BC8-89C1-6883C5E50EB6}" presName="node" presStyleLbl="node1" presStyleIdx="3" presStyleCnt="4">
        <dgm:presLayoutVars>
          <dgm:bulletEnabled val="1"/>
        </dgm:presLayoutVars>
      </dgm:prSet>
      <dgm:spPr/>
    </dgm:pt>
    <dgm:pt modelId="{8F76112F-6A76-4A5D-9CCE-5BA70C9C2303}" type="pres">
      <dgm:prSet presAssocID="{CF2F03DA-942C-4BC8-89C1-6883C5E50EB6}" presName="spNode" presStyleCnt="0"/>
      <dgm:spPr/>
    </dgm:pt>
    <dgm:pt modelId="{ECF04D2E-F2E7-49DA-853F-696C4C208FE2}" type="pres">
      <dgm:prSet presAssocID="{218BF21D-7689-44AE-889D-EC68698761A2}" presName="sibTrans" presStyleLbl="sibTrans1D1" presStyleIdx="3" presStyleCnt="4"/>
      <dgm:spPr/>
    </dgm:pt>
  </dgm:ptLst>
  <dgm:cxnLst>
    <dgm:cxn modelId="{945F4102-1971-4B0C-8998-6BBD6F1C052F}" srcId="{98BB40A0-E2C0-4691-8824-18321DFCAD74}" destId="{9C44BDEA-A347-4F74-86D2-D8D70D6F3EDA}" srcOrd="1" destOrd="0" parTransId="{24518369-9E2F-4EE7-A2AF-EABDAC7D6077}" sibTransId="{F0FF6E8D-499E-4873-AB35-05BD353E4E00}"/>
    <dgm:cxn modelId="{58A5D30C-422D-4149-8B8D-4CD0C8722680}" srcId="{98BB40A0-E2C0-4691-8824-18321DFCAD74}" destId="{CF2F03DA-942C-4BC8-89C1-6883C5E50EB6}" srcOrd="3" destOrd="0" parTransId="{32A5952C-DECA-4FF3-B400-AB2417D07FC7}" sibTransId="{218BF21D-7689-44AE-889D-EC68698761A2}"/>
    <dgm:cxn modelId="{C5847A10-8FC5-44C7-86BF-A49662B9C1B2}" type="presOf" srcId="{F0FF6E8D-499E-4873-AB35-05BD353E4E00}" destId="{A1D092EC-4CF5-4BBC-829E-A2AEFA635DCB}" srcOrd="0" destOrd="0" presId="urn:microsoft.com/office/officeart/2005/8/layout/cycle6"/>
    <dgm:cxn modelId="{3EB40C15-2C0C-4582-9233-B36A923090B4}" type="presOf" srcId="{80F632A5-B484-4CB7-AF03-CD8C0BEE8A6F}" destId="{9A104EEF-51EE-45E3-BBAC-F6FA6AEF5123}" srcOrd="0" destOrd="0" presId="urn:microsoft.com/office/officeart/2005/8/layout/cycle6"/>
    <dgm:cxn modelId="{F654E068-10EF-4B74-862E-361D4ED5058A}" type="presOf" srcId="{218BF21D-7689-44AE-889D-EC68698761A2}" destId="{ECF04D2E-F2E7-49DA-853F-696C4C208FE2}" srcOrd="0" destOrd="0" presId="urn:microsoft.com/office/officeart/2005/8/layout/cycle6"/>
    <dgm:cxn modelId="{0F7B55A3-7143-4E77-9461-FA0CDA9933D1}" type="presOf" srcId="{98BB40A0-E2C0-4691-8824-18321DFCAD74}" destId="{758E63D6-1B30-432A-8D89-73972B14E46B}" srcOrd="0" destOrd="0" presId="urn:microsoft.com/office/officeart/2005/8/layout/cycle6"/>
    <dgm:cxn modelId="{F0846FC3-D60F-4FD3-B4DF-ABBE8C254E7F}" srcId="{98BB40A0-E2C0-4691-8824-18321DFCAD74}" destId="{4ED36086-0C23-4DD6-9050-28C4ADB26242}" srcOrd="0" destOrd="0" parTransId="{BC0FA7BB-11AB-4D8D-AB4B-FE0450026B86}" sibTransId="{FAE2AA9D-4717-449B-9B40-28BBF4E448D7}"/>
    <dgm:cxn modelId="{8FE9C2C9-DA3F-4A1C-8AC0-F8B85ECFD348}" srcId="{98BB40A0-E2C0-4691-8824-18321DFCAD74}" destId="{80F632A5-B484-4CB7-AF03-CD8C0BEE8A6F}" srcOrd="2" destOrd="0" parTransId="{9AE006DD-C86D-4226-A8B8-13621210965D}" sibTransId="{1E4132B1-E488-42B8-91D0-F297D0256A2E}"/>
    <dgm:cxn modelId="{FBB7F4D9-2628-4503-BFB7-8BCC0A79D396}" type="presOf" srcId="{CF2F03DA-942C-4BC8-89C1-6883C5E50EB6}" destId="{B74FD7AD-9281-4F4A-AFBB-470FCFF66117}" srcOrd="0" destOrd="0" presId="urn:microsoft.com/office/officeart/2005/8/layout/cycle6"/>
    <dgm:cxn modelId="{B70D80E7-3F61-4BAB-94B3-D877D1D4C14A}" type="presOf" srcId="{9C44BDEA-A347-4F74-86D2-D8D70D6F3EDA}" destId="{F3015C6C-6D4C-47D9-A2FB-63FF3635DC8A}" srcOrd="0" destOrd="0" presId="urn:microsoft.com/office/officeart/2005/8/layout/cycle6"/>
    <dgm:cxn modelId="{01C56AED-DCB0-4AF8-9FA0-7726A73A9BCA}" type="presOf" srcId="{FAE2AA9D-4717-449B-9B40-28BBF4E448D7}" destId="{B85E54D1-50B9-4663-BD0A-79FB817D1E33}" srcOrd="0" destOrd="0" presId="urn:microsoft.com/office/officeart/2005/8/layout/cycle6"/>
    <dgm:cxn modelId="{026AEEF6-E7E5-46B8-925B-68F1E18A69E8}" type="presOf" srcId="{1E4132B1-E488-42B8-91D0-F297D0256A2E}" destId="{3A909613-72CC-4635-8397-2269F75806E3}" srcOrd="0" destOrd="0" presId="urn:microsoft.com/office/officeart/2005/8/layout/cycle6"/>
    <dgm:cxn modelId="{47515AF8-ADE3-48E3-B7C2-9624DFF07AA5}" type="presOf" srcId="{4ED36086-0C23-4DD6-9050-28C4ADB26242}" destId="{024CA6D5-A2A1-4F50-AAE5-95393CD9544B}" srcOrd="0" destOrd="0" presId="urn:microsoft.com/office/officeart/2005/8/layout/cycle6"/>
    <dgm:cxn modelId="{244327B0-2C4C-4AF6-86DF-ED989EDB9B81}" type="presParOf" srcId="{758E63D6-1B30-432A-8D89-73972B14E46B}" destId="{024CA6D5-A2A1-4F50-AAE5-95393CD9544B}" srcOrd="0" destOrd="0" presId="urn:microsoft.com/office/officeart/2005/8/layout/cycle6"/>
    <dgm:cxn modelId="{B595BB96-81C1-45D0-AA90-14B6DEED4E25}" type="presParOf" srcId="{758E63D6-1B30-432A-8D89-73972B14E46B}" destId="{E47D6B8B-0A99-4831-BBA1-210CF67D1A81}" srcOrd="1" destOrd="0" presId="urn:microsoft.com/office/officeart/2005/8/layout/cycle6"/>
    <dgm:cxn modelId="{9E37DB61-69CE-4938-9160-AABEEF6720CA}" type="presParOf" srcId="{758E63D6-1B30-432A-8D89-73972B14E46B}" destId="{B85E54D1-50B9-4663-BD0A-79FB817D1E33}" srcOrd="2" destOrd="0" presId="urn:microsoft.com/office/officeart/2005/8/layout/cycle6"/>
    <dgm:cxn modelId="{82AE1E79-121D-4277-9740-80BA912E37F8}" type="presParOf" srcId="{758E63D6-1B30-432A-8D89-73972B14E46B}" destId="{F3015C6C-6D4C-47D9-A2FB-63FF3635DC8A}" srcOrd="3" destOrd="0" presId="urn:microsoft.com/office/officeart/2005/8/layout/cycle6"/>
    <dgm:cxn modelId="{31788D11-8531-4788-825E-CB1C2FEAF4BA}" type="presParOf" srcId="{758E63D6-1B30-432A-8D89-73972B14E46B}" destId="{754C9A6A-8A0E-4CDE-A42B-BE6CF701EC56}" srcOrd="4" destOrd="0" presId="urn:microsoft.com/office/officeart/2005/8/layout/cycle6"/>
    <dgm:cxn modelId="{2BFF808E-38C6-496F-8437-4236CE0C7DE4}" type="presParOf" srcId="{758E63D6-1B30-432A-8D89-73972B14E46B}" destId="{A1D092EC-4CF5-4BBC-829E-A2AEFA635DCB}" srcOrd="5" destOrd="0" presId="urn:microsoft.com/office/officeart/2005/8/layout/cycle6"/>
    <dgm:cxn modelId="{E32368C3-17DC-42ED-8990-2BBA58115771}" type="presParOf" srcId="{758E63D6-1B30-432A-8D89-73972B14E46B}" destId="{9A104EEF-51EE-45E3-BBAC-F6FA6AEF5123}" srcOrd="6" destOrd="0" presId="urn:microsoft.com/office/officeart/2005/8/layout/cycle6"/>
    <dgm:cxn modelId="{7D3D582F-2176-40EC-B158-BF307E345C10}" type="presParOf" srcId="{758E63D6-1B30-432A-8D89-73972B14E46B}" destId="{A948FB3F-355F-48AA-804A-984681258C50}" srcOrd="7" destOrd="0" presId="urn:microsoft.com/office/officeart/2005/8/layout/cycle6"/>
    <dgm:cxn modelId="{F4AB2CAB-5A36-484F-A4C2-6514826C4347}" type="presParOf" srcId="{758E63D6-1B30-432A-8D89-73972B14E46B}" destId="{3A909613-72CC-4635-8397-2269F75806E3}" srcOrd="8" destOrd="0" presId="urn:microsoft.com/office/officeart/2005/8/layout/cycle6"/>
    <dgm:cxn modelId="{1A12BCDC-7554-4CA5-845A-EB290DF3038C}" type="presParOf" srcId="{758E63D6-1B30-432A-8D89-73972B14E46B}" destId="{B74FD7AD-9281-4F4A-AFBB-470FCFF66117}" srcOrd="9" destOrd="0" presId="urn:microsoft.com/office/officeart/2005/8/layout/cycle6"/>
    <dgm:cxn modelId="{FAF8C34E-4A3B-417D-9B14-6A93A8AF5870}" type="presParOf" srcId="{758E63D6-1B30-432A-8D89-73972B14E46B}" destId="{8F76112F-6A76-4A5D-9CCE-5BA70C9C2303}" srcOrd="10" destOrd="0" presId="urn:microsoft.com/office/officeart/2005/8/layout/cycle6"/>
    <dgm:cxn modelId="{3C6F0627-3A91-4F68-BAC0-027B2C8794FF}" type="presParOf" srcId="{758E63D6-1B30-432A-8D89-73972B14E46B}" destId="{ECF04D2E-F2E7-49DA-853F-696C4C208FE2}" srcOrd="11" destOrd="0" presId="urn:microsoft.com/office/officeart/2005/8/layout/cycle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4E38BF-CE87-45BE-A693-64AE9C313D22}"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US"/>
        </a:p>
      </dgm:t>
    </dgm:pt>
    <dgm:pt modelId="{E412A91C-C505-45EB-B47E-696F0CC33912}">
      <dgm:prSet phldrT="[Text]"/>
      <dgm:spPr/>
      <dgm:t>
        <a:bodyPr/>
        <a:lstStyle/>
        <a:p>
          <a:r>
            <a:rPr lang="en-US" b="1"/>
            <a:t>Khía cạnh đạo đức của nghiên cứu</a:t>
          </a:r>
        </a:p>
      </dgm:t>
    </dgm:pt>
    <dgm:pt modelId="{E8728298-1C8C-43B5-BD38-37673DE7E516}" type="parTrans" cxnId="{52D23FCE-17BF-4D69-AB21-737A41E0004A}">
      <dgm:prSet/>
      <dgm:spPr/>
      <dgm:t>
        <a:bodyPr/>
        <a:lstStyle/>
        <a:p>
          <a:endParaRPr lang="en-US" b="1"/>
        </a:p>
      </dgm:t>
    </dgm:pt>
    <dgm:pt modelId="{2B6AC7F8-2AFC-4884-9112-EC4516AFC241}" type="sibTrans" cxnId="{52D23FCE-17BF-4D69-AB21-737A41E0004A}">
      <dgm:prSet/>
      <dgm:spPr/>
      <dgm:t>
        <a:bodyPr/>
        <a:lstStyle/>
        <a:p>
          <a:endParaRPr lang="en-US" b="1"/>
        </a:p>
      </dgm:t>
    </dgm:pt>
    <dgm:pt modelId="{57B4C58B-95DD-49EB-8302-248563E45162}">
      <dgm:prSet phldrT="[Text]"/>
      <dgm:spPr/>
      <dgm:t>
        <a:bodyPr/>
        <a:lstStyle/>
        <a:p>
          <a:r>
            <a:rPr lang="en-US" b="1"/>
            <a:t>Bảo vệ đối tượng nghiên cứu</a:t>
          </a:r>
        </a:p>
      </dgm:t>
    </dgm:pt>
    <dgm:pt modelId="{B712BC00-AAAE-4F1D-ADD1-AD112C61A631}" type="parTrans" cxnId="{D645FF54-8254-40BC-AB36-3404EA3DDC21}">
      <dgm:prSet/>
      <dgm:spPr/>
      <dgm:t>
        <a:bodyPr/>
        <a:lstStyle/>
        <a:p>
          <a:endParaRPr lang="en-US" b="1"/>
        </a:p>
      </dgm:t>
    </dgm:pt>
    <dgm:pt modelId="{73979D2C-6BC1-40C5-9561-5BE51B792075}" type="sibTrans" cxnId="{D645FF54-8254-40BC-AB36-3404EA3DDC21}">
      <dgm:prSet/>
      <dgm:spPr/>
      <dgm:t>
        <a:bodyPr/>
        <a:lstStyle/>
        <a:p>
          <a:endParaRPr lang="en-US" b="1"/>
        </a:p>
      </dgm:t>
    </dgm:pt>
    <dgm:pt modelId="{09D3CDE9-392F-40C9-BCDA-374A60A49F27}">
      <dgm:prSet phldrT="[Text]"/>
      <dgm:spPr/>
      <dgm:t>
        <a:bodyPr/>
        <a:lstStyle/>
        <a:p>
          <a:r>
            <a:rPr lang="en-US" b="1"/>
            <a:t>Quyền lợi và nghĩa vụ của đối tượng nghiên cứu</a:t>
          </a:r>
        </a:p>
      </dgm:t>
    </dgm:pt>
    <dgm:pt modelId="{F63EC738-4E77-4BE8-93BE-C0046BF262C8}" type="parTrans" cxnId="{898250BE-A019-4734-90ED-6EB7E11EBF1B}">
      <dgm:prSet/>
      <dgm:spPr/>
      <dgm:t>
        <a:bodyPr/>
        <a:lstStyle/>
        <a:p>
          <a:endParaRPr lang="en-US" b="1"/>
        </a:p>
      </dgm:t>
    </dgm:pt>
    <dgm:pt modelId="{09E9FBAE-7C8B-4996-BB7E-43A0E7BD21ED}" type="sibTrans" cxnId="{898250BE-A019-4734-90ED-6EB7E11EBF1B}">
      <dgm:prSet/>
      <dgm:spPr/>
      <dgm:t>
        <a:bodyPr/>
        <a:lstStyle/>
        <a:p>
          <a:endParaRPr lang="en-US" b="1"/>
        </a:p>
      </dgm:t>
    </dgm:pt>
    <dgm:pt modelId="{1958B053-ED62-492E-814D-DFDE7A31515C}" type="pres">
      <dgm:prSet presAssocID="{C34E38BF-CE87-45BE-A693-64AE9C313D22}" presName="Name0" presStyleCnt="0">
        <dgm:presLayoutVars>
          <dgm:chMax val="7"/>
          <dgm:chPref val="7"/>
          <dgm:dir/>
        </dgm:presLayoutVars>
      </dgm:prSet>
      <dgm:spPr/>
    </dgm:pt>
    <dgm:pt modelId="{6C5FC98E-2AA2-49C7-B951-ADFAB74164CC}" type="pres">
      <dgm:prSet presAssocID="{C34E38BF-CE87-45BE-A693-64AE9C313D22}" presName="Name1" presStyleCnt="0"/>
      <dgm:spPr/>
    </dgm:pt>
    <dgm:pt modelId="{DE52D518-6E5B-4482-A984-270C19725BDF}" type="pres">
      <dgm:prSet presAssocID="{C34E38BF-CE87-45BE-A693-64AE9C313D22}" presName="cycle" presStyleCnt="0"/>
      <dgm:spPr/>
    </dgm:pt>
    <dgm:pt modelId="{DA9AB799-4234-475D-8F59-9969BA6B6270}" type="pres">
      <dgm:prSet presAssocID="{C34E38BF-CE87-45BE-A693-64AE9C313D22}" presName="srcNode" presStyleLbl="node1" presStyleIdx="0" presStyleCnt="3"/>
      <dgm:spPr/>
    </dgm:pt>
    <dgm:pt modelId="{DA26CF37-72F9-4390-9237-E392EAC5A4EF}" type="pres">
      <dgm:prSet presAssocID="{C34E38BF-CE87-45BE-A693-64AE9C313D22}" presName="conn" presStyleLbl="parChTrans1D2" presStyleIdx="0" presStyleCnt="1"/>
      <dgm:spPr/>
    </dgm:pt>
    <dgm:pt modelId="{F71FCBB4-EA3F-4CAF-B096-C073E75EE6AB}" type="pres">
      <dgm:prSet presAssocID="{C34E38BF-CE87-45BE-A693-64AE9C313D22}" presName="extraNode" presStyleLbl="node1" presStyleIdx="0" presStyleCnt="3"/>
      <dgm:spPr/>
    </dgm:pt>
    <dgm:pt modelId="{4EA32864-B54C-448E-A500-0D83E573A5E5}" type="pres">
      <dgm:prSet presAssocID="{C34E38BF-CE87-45BE-A693-64AE9C313D22}" presName="dstNode" presStyleLbl="node1" presStyleIdx="0" presStyleCnt="3"/>
      <dgm:spPr/>
    </dgm:pt>
    <dgm:pt modelId="{9BF486ED-7943-4DF0-9DFC-B531FCDF8ABD}" type="pres">
      <dgm:prSet presAssocID="{E412A91C-C505-45EB-B47E-696F0CC33912}" presName="text_1" presStyleLbl="node1" presStyleIdx="0" presStyleCnt="3" custLinFactNeighborX="63" custLinFactNeighborY="3897">
        <dgm:presLayoutVars>
          <dgm:bulletEnabled val="1"/>
        </dgm:presLayoutVars>
      </dgm:prSet>
      <dgm:spPr/>
    </dgm:pt>
    <dgm:pt modelId="{D8FB9396-211A-4910-BD60-51D1B97ADFDA}" type="pres">
      <dgm:prSet presAssocID="{E412A91C-C505-45EB-B47E-696F0CC33912}" presName="accent_1" presStyleCnt="0"/>
      <dgm:spPr/>
    </dgm:pt>
    <dgm:pt modelId="{3C187575-3B04-4160-9531-FE3C9CD2AB9E}" type="pres">
      <dgm:prSet presAssocID="{E412A91C-C505-45EB-B47E-696F0CC33912}" presName="accentRepeatNode" presStyleLbl="solidFgAcc1" presStyleIdx="0" presStyleCnt="3"/>
      <dgm:spPr/>
    </dgm:pt>
    <dgm:pt modelId="{E67C794E-670E-45CF-A6F4-68D25C1095FC}" type="pres">
      <dgm:prSet presAssocID="{57B4C58B-95DD-49EB-8302-248563E45162}" presName="text_2" presStyleLbl="node1" presStyleIdx="1" presStyleCnt="3">
        <dgm:presLayoutVars>
          <dgm:bulletEnabled val="1"/>
        </dgm:presLayoutVars>
      </dgm:prSet>
      <dgm:spPr/>
    </dgm:pt>
    <dgm:pt modelId="{4C0374C3-7A0C-4160-98C4-CC4629FE4265}" type="pres">
      <dgm:prSet presAssocID="{57B4C58B-95DD-49EB-8302-248563E45162}" presName="accent_2" presStyleCnt="0"/>
      <dgm:spPr/>
    </dgm:pt>
    <dgm:pt modelId="{D56F948C-DB97-4E70-9F2E-C2D294C90510}" type="pres">
      <dgm:prSet presAssocID="{57B4C58B-95DD-49EB-8302-248563E45162}" presName="accentRepeatNode" presStyleLbl="solidFgAcc1" presStyleIdx="1" presStyleCnt="3"/>
      <dgm:spPr/>
    </dgm:pt>
    <dgm:pt modelId="{B0075BE3-BC9B-4157-B1DB-3350A1D3E7C3}" type="pres">
      <dgm:prSet presAssocID="{09D3CDE9-392F-40C9-BCDA-374A60A49F27}" presName="text_3" presStyleLbl="node1" presStyleIdx="2" presStyleCnt="3">
        <dgm:presLayoutVars>
          <dgm:bulletEnabled val="1"/>
        </dgm:presLayoutVars>
      </dgm:prSet>
      <dgm:spPr/>
    </dgm:pt>
    <dgm:pt modelId="{6E639DD4-B453-41DD-A8F4-E07CE0BCBC4A}" type="pres">
      <dgm:prSet presAssocID="{09D3CDE9-392F-40C9-BCDA-374A60A49F27}" presName="accent_3" presStyleCnt="0"/>
      <dgm:spPr/>
    </dgm:pt>
    <dgm:pt modelId="{DA0982B1-7163-4303-BA1E-3AE4928AFEC5}" type="pres">
      <dgm:prSet presAssocID="{09D3CDE9-392F-40C9-BCDA-374A60A49F27}" presName="accentRepeatNode" presStyleLbl="solidFgAcc1" presStyleIdx="2" presStyleCnt="3"/>
      <dgm:spPr/>
    </dgm:pt>
  </dgm:ptLst>
  <dgm:cxnLst>
    <dgm:cxn modelId="{BCE4501C-F009-439B-9265-6D1386140159}" type="presOf" srcId="{57B4C58B-95DD-49EB-8302-248563E45162}" destId="{E67C794E-670E-45CF-A6F4-68D25C1095FC}" srcOrd="0" destOrd="0" presId="urn:microsoft.com/office/officeart/2008/layout/VerticalCurvedList"/>
    <dgm:cxn modelId="{1EA28862-EAF9-48F5-8622-5C0EE6CEA67B}" type="presOf" srcId="{C34E38BF-CE87-45BE-A693-64AE9C313D22}" destId="{1958B053-ED62-492E-814D-DFDE7A31515C}" srcOrd="0" destOrd="0" presId="urn:microsoft.com/office/officeart/2008/layout/VerticalCurvedList"/>
    <dgm:cxn modelId="{D645FF54-8254-40BC-AB36-3404EA3DDC21}" srcId="{C34E38BF-CE87-45BE-A693-64AE9C313D22}" destId="{57B4C58B-95DD-49EB-8302-248563E45162}" srcOrd="1" destOrd="0" parTransId="{B712BC00-AAAE-4F1D-ADD1-AD112C61A631}" sibTransId="{73979D2C-6BC1-40C5-9561-5BE51B792075}"/>
    <dgm:cxn modelId="{5DC47E56-09B6-42D6-A634-62987379AE65}" type="presOf" srcId="{2B6AC7F8-2AFC-4884-9112-EC4516AFC241}" destId="{DA26CF37-72F9-4390-9237-E392EAC5A4EF}" srcOrd="0" destOrd="0" presId="urn:microsoft.com/office/officeart/2008/layout/VerticalCurvedList"/>
    <dgm:cxn modelId="{4AF2E378-99E2-4809-A89B-42D190D0F1D8}" type="presOf" srcId="{09D3CDE9-392F-40C9-BCDA-374A60A49F27}" destId="{B0075BE3-BC9B-4157-B1DB-3350A1D3E7C3}" srcOrd="0" destOrd="0" presId="urn:microsoft.com/office/officeart/2008/layout/VerticalCurvedList"/>
    <dgm:cxn modelId="{898250BE-A019-4734-90ED-6EB7E11EBF1B}" srcId="{C34E38BF-CE87-45BE-A693-64AE9C313D22}" destId="{09D3CDE9-392F-40C9-BCDA-374A60A49F27}" srcOrd="2" destOrd="0" parTransId="{F63EC738-4E77-4BE8-93BE-C0046BF262C8}" sibTransId="{09E9FBAE-7C8B-4996-BB7E-43A0E7BD21ED}"/>
    <dgm:cxn modelId="{47A0F7CB-2669-4E3D-96F3-806494388DDF}" type="presOf" srcId="{E412A91C-C505-45EB-B47E-696F0CC33912}" destId="{9BF486ED-7943-4DF0-9DFC-B531FCDF8ABD}" srcOrd="0" destOrd="0" presId="urn:microsoft.com/office/officeart/2008/layout/VerticalCurvedList"/>
    <dgm:cxn modelId="{52D23FCE-17BF-4D69-AB21-737A41E0004A}" srcId="{C34E38BF-CE87-45BE-A693-64AE9C313D22}" destId="{E412A91C-C505-45EB-B47E-696F0CC33912}" srcOrd="0" destOrd="0" parTransId="{E8728298-1C8C-43B5-BD38-37673DE7E516}" sibTransId="{2B6AC7F8-2AFC-4884-9112-EC4516AFC241}"/>
    <dgm:cxn modelId="{294E12B3-4FE9-4229-A642-B23F5E646DD6}" type="presParOf" srcId="{1958B053-ED62-492E-814D-DFDE7A31515C}" destId="{6C5FC98E-2AA2-49C7-B951-ADFAB74164CC}" srcOrd="0" destOrd="0" presId="urn:microsoft.com/office/officeart/2008/layout/VerticalCurvedList"/>
    <dgm:cxn modelId="{8B6FBF7F-044E-4CA2-93EA-3B24E5C21B2C}" type="presParOf" srcId="{6C5FC98E-2AA2-49C7-B951-ADFAB74164CC}" destId="{DE52D518-6E5B-4482-A984-270C19725BDF}" srcOrd="0" destOrd="0" presId="urn:microsoft.com/office/officeart/2008/layout/VerticalCurvedList"/>
    <dgm:cxn modelId="{285B66B5-C6F1-4930-AF2F-16BBDA0726DA}" type="presParOf" srcId="{DE52D518-6E5B-4482-A984-270C19725BDF}" destId="{DA9AB799-4234-475D-8F59-9969BA6B6270}" srcOrd="0" destOrd="0" presId="urn:microsoft.com/office/officeart/2008/layout/VerticalCurvedList"/>
    <dgm:cxn modelId="{0EEF9545-0B3A-4C76-99D1-3C982C5EE690}" type="presParOf" srcId="{DE52D518-6E5B-4482-A984-270C19725BDF}" destId="{DA26CF37-72F9-4390-9237-E392EAC5A4EF}" srcOrd="1" destOrd="0" presId="urn:microsoft.com/office/officeart/2008/layout/VerticalCurvedList"/>
    <dgm:cxn modelId="{BEDC4829-6969-460C-9CBC-981E1BF3BA79}" type="presParOf" srcId="{DE52D518-6E5B-4482-A984-270C19725BDF}" destId="{F71FCBB4-EA3F-4CAF-B096-C073E75EE6AB}" srcOrd="2" destOrd="0" presId="urn:microsoft.com/office/officeart/2008/layout/VerticalCurvedList"/>
    <dgm:cxn modelId="{8756FB15-487F-4748-8D84-126FEEB7011E}" type="presParOf" srcId="{DE52D518-6E5B-4482-A984-270C19725BDF}" destId="{4EA32864-B54C-448E-A500-0D83E573A5E5}" srcOrd="3" destOrd="0" presId="urn:microsoft.com/office/officeart/2008/layout/VerticalCurvedList"/>
    <dgm:cxn modelId="{6D637A60-E2C9-4369-98ED-B6E461210312}" type="presParOf" srcId="{6C5FC98E-2AA2-49C7-B951-ADFAB74164CC}" destId="{9BF486ED-7943-4DF0-9DFC-B531FCDF8ABD}" srcOrd="1" destOrd="0" presId="urn:microsoft.com/office/officeart/2008/layout/VerticalCurvedList"/>
    <dgm:cxn modelId="{A015BC5F-C87D-41FD-ABE5-3CAA2D0FF060}" type="presParOf" srcId="{6C5FC98E-2AA2-49C7-B951-ADFAB74164CC}" destId="{D8FB9396-211A-4910-BD60-51D1B97ADFDA}" srcOrd="2" destOrd="0" presId="urn:microsoft.com/office/officeart/2008/layout/VerticalCurvedList"/>
    <dgm:cxn modelId="{7E39C78F-4257-460F-ACD4-BD041859193B}" type="presParOf" srcId="{D8FB9396-211A-4910-BD60-51D1B97ADFDA}" destId="{3C187575-3B04-4160-9531-FE3C9CD2AB9E}" srcOrd="0" destOrd="0" presId="urn:microsoft.com/office/officeart/2008/layout/VerticalCurvedList"/>
    <dgm:cxn modelId="{8E578FA5-857E-4AC7-A7CD-56F8413AAE6D}" type="presParOf" srcId="{6C5FC98E-2AA2-49C7-B951-ADFAB74164CC}" destId="{E67C794E-670E-45CF-A6F4-68D25C1095FC}" srcOrd="3" destOrd="0" presId="urn:microsoft.com/office/officeart/2008/layout/VerticalCurvedList"/>
    <dgm:cxn modelId="{72CC3493-F714-4330-A4E1-D1CC3B781A14}" type="presParOf" srcId="{6C5FC98E-2AA2-49C7-B951-ADFAB74164CC}" destId="{4C0374C3-7A0C-4160-98C4-CC4629FE4265}" srcOrd="4" destOrd="0" presId="urn:microsoft.com/office/officeart/2008/layout/VerticalCurvedList"/>
    <dgm:cxn modelId="{69C1E960-7564-47D6-934B-CE5F9A48FD56}" type="presParOf" srcId="{4C0374C3-7A0C-4160-98C4-CC4629FE4265}" destId="{D56F948C-DB97-4E70-9F2E-C2D294C90510}" srcOrd="0" destOrd="0" presId="urn:microsoft.com/office/officeart/2008/layout/VerticalCurvedList"/>
    <dgm:cxn modelId="{BCAE3E20-EDB8-4F31-A011-653E3B554D42}" type="presParOf" srcId="{6C5FC98E-2AA2-49C7-B951-ADFAB74164CC}" destId="{B0075BE3-BC9B-4157-B1DB-3350A1D3E7C3}" srcOrd="5" destOrd="0" presId="urn:microsoft.com/office/officeart/2008/layout/VerticalCurvedList"/>
    <dgm:cxn modelId="{31CCB55B-0AEC-4851-B1C3-E091F5A67E03}" type="presParOf" srcId="{6C5FC98E-2AA2-49C7-B951-ADFAB74164CC}" destId="{6E639DD4-B453-41DD-A8F4-E07CE0BCBC4A}" srcOrd="6" destOrd="0" presId="urn:microsoft.com/office/officeart/2008/layout/VerticalCurvedList"/>
    <dgm:cxn modelId="{52AB2CA2-EF82-4C0B-9A1B-76CF51F782D6}" type="presParOf" srcId="{6E639DD4-B453-41DD-A8F4-E07CE0BCBC4A}" destId="{DA0982B1-7163-4303-BA1E-3AE4928AFEC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6CF37-72F9-4390-9237-E392EAC5A4EF}">
      <dsp:nvSpPr>
        <dsp:cNvPr id="0" name=""/>
        <dsp:cNvSpPr/>
      </dsp:nvSpPr>
      <dsp:spPr>
        <a:xfrm>
          <a:off x="-3836394" y="-589180"/>
          <a:ext cx="4572436" cy="4572436"/>
        </a:xfrm>
        <a:prstGeom prst="blockArc">
          <a:avLst>
            <a:gd name="adj1" fmla="val 18900000"/>
            <a:gd name="adj2" fmla="val 2700000"/>
            <a:gd name="adj3" fmla="val 472"/>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F486ED-7943-4DF0-9DFC-B531FCDF8ABD}">
      <dsp:nvSpPr>
        <dsp:cNvPr id="0" name=""/>
        <dsp:cNvSpPr/>
      </dsp:nvSpPr>
      <dsp:spPr>
        <a:xfrm>
          <a:off x="385762" y="260936"/>
          <a:ext cx="8408831" cy="52214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a:t>Đặt vấn đề và mục tiêu NC</a:t>
          </a:r>
        </a:p>
      </dsp:txBody>
      <dsp:txXfrm>
        <a:off x="385762" y="260936"/>
        <a:ext cx="8408831" cy="522144"/>
      </dsp:txXfrm>
    </dsp:sp>
    <dsp:sp modelId="{3C187575-3B04-4160-9531-FE3C9CD2AB9E}">
      <dsp:nvSpPr>
        <dsp:cNvPr id="0" name=""/>
        <dsp:cNvSpPr/>
      </dsp:nvSpPr>
      <dsp:spPr>
        <a:xfrm>
          <a:off x="59422" y="195668"/>
          <a:ext cx="652680" cy="652680"/>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7C794E-670E-45CF-A6F4-68D25C1095FC}">
      <dsp:nvSpPr>
        <dsp:cNvPr id="0" name=""/>
        <dsp:cNvSpPr/>
      </dsp:nvSpPr>
      <dsp:spPr>
        <a:xfrm>
          <a:off x="685120" y="1044288"/>
          <a:ext cx="8109473" cy="522144"/>
        </a:xfrm>
        <a:prstGeom prst="rect">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a:t>Tổng quan tài liệu</a:t>
          </a:r>
        </a:p>
      </dsp:txBody>
      <dsp:txXfrm>
        <a:off x="685120" y="1044288"/>
        <a:ext cx="8109473" cy="522144"/>
      </dsp:txXfrm>
    </dsp:sp>
    <dsp:sp modelId="{D56F948C-DB97-4E70-9F2E-C2D294C90510}">
      <dsp:nvSpPr>
        <dsp:cNvPr id="0" name=""/>
        <dsp:cNvSpPr/>
      </dsp:nvSpPr>
      <dsp:spPr>
        <a:xfrm>
          <a:off x="358779" y="979020"/>
          <a:ext cx="652680" cy="652680"/>
        </a:xfrm>
        <a:prstGeom prst="ellipse">
          <a:avLst/>
        </a:prstGeom>
        <a:solidFill>
          <a:schemeClr val="lt1">
            <a:hueOff val="0"/>
            <a:satOff val="0"/>
            <a:lumOff val="0"/>
            <a:alphaOff val="0"/>
          </a:schemeClr>
        </a:solidFill>
        <a:ln w="25400" cap="flat" cmpd="sng" algn="ctr">
          <a:solidFill>
            <a:schemeClr val="accent3">
              <a:hueOff val="3750088"/>
              <a:satOff val="-5627"/>
              <a:lumOff val="-915"/>
              <a:alphaOff val="0"/>
            </a:schemeClr>
          </a:solidFill>
          <a:prstDash val="solid"/>
        </a:ln>
        <a:effectLst/>
      </dsp:spPr>
      <dsp:style>
        <a:lnRef idx="2">
          <a:scrgbClr r="0" g="0" b="0"/>
        </a:lnRef>
        <a:fillRef idx="1">
          <a:scrgbClr r="0" g="0" b="0"/>
        </a:fillRef>
        <a:effectRef idx="0">
          <a:scrgbClr r="0" g="0" b="0"/>
        </a:effectRef>
        <a:fontRef idx="minor"/>
      </dsp:style>
    </dsp:sp>
    <dsp:sp modelId="{B0075BE3-BC9B-4157-B1DB-3350A1D3E7C3}">
      <dsp:nvSpPr>
        <dsp:cNvPr id="0" name=""/>
        <dsp:cNvSpPr/>
      </dsp:nvSpPr>
      <dsp:spPr>
        <a:xfrm>
          <a:off x="685120" y="1827641"/>
          <a:ext cx="8109473" cy="522144"/>
        </a:xfrm>
        <a:prstGeom prst="rect">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a:t>Phương pháp nghiên cứu</a:t>
          </a:r>
        </a:p>
      </dsp:txBody>
      <dsp:txXfrm>
        <a:off x="685120" y="1827641"/>
        <a:ext cx="8109473" cy="522144"/>
      </dsp:txXfrm>
    </dsp:sp>
    <dsp:sp modelId="{DA0982B1-7163-4303-BA1E-3AE4928AFEC5}">
      <dsp:nvSpPr>
        <dsp:cNvPr id="0" name=""/>
        <dsp:cNvSpPr/>
      </dsp:nvSpPr>
      <dsp:spPr>
        <a:xfrm>
          <a:off x="358779" y="1762373"/>
          <a:ext cx="652680" cy="652680"/>
        </a:xfrm>
        <a:prstGeom prst="ellipse">
          <a:avLst/>
        </a:prstGeom>
        <a:solidFill>
          <a:schemeClr val="lt1">
            <a:hueOff val="0"/>
            <a:satOff val="0"/>
            <a:lumOff val="0"/>
            <a:alphaOff val="0"/>
          </a:schemeClr>
        </a:solidFill>
        <a:ln w="25400" cap="flat" cmpd="sng" algn="ctr">
          <a:solidFill>
            <a:schemeClr val="accent3">
              <a:hueOff val="7500176"/>
              <a:satOff val="-11253"/>
              <a:lumOff val="-1830"/>
              <a:alphaOff val="0"/>
            </a:schemeClr>
          </a:solidFill>
          <a:prstDash val="solid"/>
        </a:ln>
        <a:effectLst/>
      </dsp:spPr>
      <dsp:style>
        <a:lnRef idx="2">
          <a:scrgbClr r="0" g="0" b="0"/>
        </a:lnRef>
        <a:fillRef idx="1">
          <a:scrgbClr r="0" g="0" b="0"/>
        </a:fillRef>
        <a:effectRef idx="0">
          <a:scrgbClr r="0" g="0" b="0"/>
        </a:effectRef>
        <a:fontRef idx="minor"/>
      </dsp:style>
    </dsp:sp>
    <dsp:sp modelId="{34AA284F-207B-49B1-8FEE-8E4EE3811697}">
      <dsp:nvSpPr>
        <dsp:cNvPr id="0" name=""/>
        <dsp:cNvSpPr/>
      </dsp:nvSpPr>
      <dsp:spPr>
        <a:xfrm>
          <a:off x="385762" y="2610994"/>
          <a:ext cx="8408831" cy="522144"/>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4452"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1" kern="1200"/>
            <a:t>Dự kiến kết quả</a:t>
          </a:r>
        </a:p>
      </dsp:txBody>
      <dsp:txXfrm>
        <a:off x="385762" y="2610994"/>
        <a:ext cx="8408831" cy="522144"/>
      </dsp:txXfrm>
    </dsp:sp>
    <dsp:sp modelId="{B509B8C7-EF64-47DC-8271-28347BCFDE50}">
      <dsp:nvSpPr>
        <dsp:cNvPr id="0" name=""/>
        <dsp:cNvSpPr/>
      </dsp:nvSpPr>
      <dsp:spPr>
        <a:xfrm>
          <a:off x="59422" y="2545725"/>
          <a:ext cx="652680" cy="652680"/>
        </a:xfrm>
        <a:prstGeom prst="ellipse">
          <a:avLst/>
        </a:prstGeom>
        <a:solidFill>
          <a:schemeClr val="lt1">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42BEB-862F-4981-9659-136E624E673D}">
      <dsp:nvSpPr>
        <dsp:cNvPr id="0" name=""/>
        <dsp:cNvSpPr/>
      </dsp:nvSpPr>
      <dsp:spPr>
        <a:xfrm>
          <a:off x="1920875" y="904875"/>
          <a:ext cx="2254249" cy="2254249"/>
        </a:xfrm>
        <a:prstGeom prst="ellipse">
          <a:avLst/>
        </a:prstGeom>
        <a:blipFill rotWithShape="0">
          <a:blip xmlns:r="http://schemas.openxmlformats.org/officeDocument/2006/relationships" r:embed="rId1">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2251002" y="1235002"/>
        <a:ext cx="1593995" cy="1593995"/>
      </dsp:txXfrm>
    </dsp:sp>
    <dsp:sp modelId="{34BB041F-9614-4596-B62C-CC3493C2BA50}">
      <dsp:nvSpPr>
        <dsp:cNvPr id="0" name=""/>
        <dsp:cNvSpPr/>
      </dsp:nvSpPr>
      <dsp:spPr>
        <a:xfrm>
          <a:off x="2484437" y="402"/>
          <a:ext cx="1127124" cy="1127124"/>
        </a:xfrm>
        <a:prstGeom prst="ellipse">
          <a:avLst/>
        </a:prstGeom>
        <a:solidFill>
          <a:schemeClr val="accent3">
            <a:alpha val="50000"/>
            <a:hueOff val="1875044"/>
            <a:satOff val="-2813"/>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Amylose</a:t>
          </a:r>
        </a:p>
      </dsp:txBody>
      <dsp:txXfrm>
        <a:off x="2649500" y="165465"/>
        <a:ext cx="796998" cy="796998"/>
      </dsp:txXfrm>
    </dsp:sp>
    <dsp:sp modelId="{4115A88E-EE29-4491-8923-580BBF4F1BC2}">
      <dsp:nvSpPr>
        <dsp:cNvPr id="0" name=""/>
        <dsp:cNvSpPr/>
      </dsp:nvSpPr>
      <dsp:spPr>
        <a:xfrm>
          <a:off x="3755793" y="734419"/>
          <a:ext cx="1127124" cy="1127124"/>
        </a:xfrm>
        <a:prstGeom prst="ellipse">
          <a:avLst/>
        </a:prstGeom>
        <a:solidFill>
          <a:schemeClr val="accent3">
            <a:alpha val="50000"/>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Amylopectin</a:t>
          </a:r>
        </a:p>
      </dsp:txBody>
      <dsp:txXfrm>
        <a:off x="3920856" y="899482"/>
        <a:ext cx="796998" cy="796998"/>
      </dsp:txXfrm>
    </dsp:sp>
    <dsp:sp modelId="{6519DF94-7D5F-49A1-9E99-3F04A35EDD36}">
      <dsp:nvSpPr>
        <dsp:cNvPr id="0" name=""/>
        <dsp:cNvSpPr/>
      </dsp:nvSpPr>
      <dsp:spPr>
        <a:xfrm>
          <a:off x="3755793" y="2202455"/>
          <a:ext cx="1127124" cy="1127124"/>
        </a:xfrm>
        <a:prstGeom prst="ellipse">
          <a:avLst/>
        </a:prstGeom>
        <a:solidFill>
          <a:schemeClr val="accent3">
            <a:alpha val="50000"/>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a:t>Hồ </a:t>
          </a:r>
          <a:r>
            <a:rPr lang="en-US" sz="1100" kern="1200" err="1"/>
            <a:t>hóa</a:t>
          </a:r>
          <a:endParaRPr lang="en-US" sz="1100" kern="1200"/>
        </a:p>
      </dsp:txBody>
      <dsp:txXfrm>
        <a:off x="3920856" y="2367518"/>
        <a:ext cx="796998" cy="796998"/>
      </dsp:txXfrm>
    </dsp:sp>
    <dsp:sp modelId="{0E15D6E9-94A7-4F37-9FDA-94D8C7DB35C4}">
      <dsp:nvSpPr>
        <dsp:cNvPr id="0" name=""/>
        <dsp:cNvSpPr/>
      </dsp:nvSpPr>
      <dsp:spPr>
        <a:xfrm>
          <a:off x="2484437" y="2936472"/>
          <a:ext cx="1127124" cy="1127124"/>
        </a:xfrm>
        <a:prstGeom prst="ellipse">
          <a:avLst/>
        </a:prstGeom>
        <a:solidFill>
          <a:schemeClr val="accent3">
            <a:alpha val="50000"/>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err="1"/>
            <a:t>Sự</a:t>
          </a:r>
          <a:r>
            <a:rPr lang="en-US" sz="1100" kern="1200"/>
            <a:t> </a:t>
          </a:r>
          <a:r>
            <a:rPr lang="en-US" sz="1100" kern="1200" err="1"/>
            <a:t>thoái</a:t>
          </a:r>
          <a:r>
            <a:rPr lang="en-US" sz="1100" kern="1200"/>
            <a:t> </a:t>
          </a:r>
          <a:r>
            <a:rPr lang="en-US" sz="1100" kern="1200" err="1"/>
            <a:t>hóa</a:t>
          </a:r>
          <a:r>
            <a:rPr lang="en-US" sz="1100" kern="1200"/>
            <a:t> </a:t>
          </a:r>
          <a:r>
            <a:rPr lang="en-US" sz="1100" kern="1200" err="1"/>
            <a:t>tinh</a:t>
          </a:r>
          <a:r>
            <a:rPr lang="en-US" sz="1100" kern="1200"/>
            <a:t> </a:t>
          </a:r>
          <a:r>
            <a:rPr lang="en-US" sz="1100" kern="1200" err="1"/>
            <a:t>bột</a:t>
          </a:r>
          <a:endParaRPr lang="en-US" sz="1100" kern="1200"/>
        </a:p>
      </dsp:txBody>
      <dsp:txXfrm>
        <a:off x="2649500" y="3101535"/>
        <a:ext cx="796998" cy="796998"/>
      </dsp:txXfrm>
    </dsp:sp>
    <dsp:sp modelId="{C8FAA27B-EC62-42F8-A697-84EE6E19BDDA}">
      <dsp:nvSpPr>
        <dsp:cNvPr id="0" name=""/>
        <dsp:cNvSpPr/>
      </dsp:nvSpPr>
      <dsp:spPr>
        <a:xfrm>
          <a:off x="1213081" y="2202455"/>
          <a:ext cx="1127124" cy="1127124"/>
        </a:xfrm>
        <a:prstGeom prst="ellipse">
          <a:avLst/>
        </a:prstGeom>
        <a:solidFill>
          <a:schemeClr val="accent3">
            <a:alpha val="50000"/>
            <a:hueOff val="9375220"/>
            <a:satOff val="-14067"/>
            <a:lumOff val="-22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vi-VN" sz="1100" kern="1200"/>
            <a:t>Loại đường có trong thực phẩm</a:t>
          </a:r>
          <a:endParaRPr lang="en-US" sz="1100" kern="1200"/>
        </a:p>
      </dsp:txBody>
      <dsp:txXfrm>
        <a:off x="1378144" y="2367518"/>
        <a:ext cx="796998" cy="796998"/>
      </dsp:txXfrm>
    </dsp:sp>
    <dsp:sp modelId="{988B25A3-DA9A-4541-825C-540D3166B44C}">
      <dsp:nvSpPr>
        <dsp:cNvPr id="0" name=""/>
        <dsp:cNvSpPr/>
      </dsp:nvSpPr>
      <dsp:spPr>
        <a:xfrm>
          <a:off x="1213081" y="734419"/>
          <a:ext cx="1127124" cy="1127124"/>
        </a:xfrm>
        <a:prstGeom prst="ellipse">
          <a:avLst/>
        </a:prstGeom>
        <a:solidFill>
          <a:schemeClr val="accent3">
            <a:alpha val="50000"/>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err="1"/>
            <a:t>Các</a:t>
          </a:r>
          <a:r>
            <a:rPr lang="en-US" sz="1100" kern="1200"/>
            <a:t> </a:t>
          </a:r>
          <a:r>
            <a:rPr lang="en-US" sz="1100" kern="1200" err="1"/>
            <a:t>yếu</a:t>
          </a:r>
          <a:r>
            <a:rPr lang="en-US" sz="1100" kern="1200"/>
            <a:t> </a:t>
          </a:r>
          <a:r>
            <a:rPr lang="en-US" sz="1100" kern="1200" err="1"/>
            <a:t>tố</a:t>
          </a:r>
          <a:r>
            <a:rPr lang="en-US" sz="1100" kern="1200"/>
            <a:t> </a:t>
          </a:r>
          <a:r>
            <a:rPr lang="en-US" sz="1100" kern="1200" err="1"/>
            <a:t>khác</a:t>
          </a:r>
          <a:endParaRPr lang="en-US" sz="1100" kern="1200"/>
        </a:p>
      </dsp:txBody>
      <dsp:txXfrm>
        <a:off x="1378144" y="899482"/>
        <a:ext cx="796998" cy="7969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8C23D-69B2-4E96-A10A-080B9EE17E6A}">
      <dsp:nvSpPr>
        <dsp:cNvPr id="0" name=""/>
        <dsp:cNvSpPr/>
      </dsp:nvSpPr>
      <dsp:spPr>
        <a:xfrm>
          <a:off x="934247" y="1851730"/>
          <a:ext cx="59064" cy="59064"/>
        </a:xfrm>
        <a:prstGeom prst="ellips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33C08D-72E8-403B-94B4-7B54324459C5}">
      <dsp:nvSpPr>
        <dsp:cNvPr id="0" name=""/>
        <dsp:cNvSpPr/>
      </dsp:nvSpPr>
      <dsp:spPr>
        <a:xfrm>
          <a:off x="822911" y="1905326"/>
          <a:ext cx="59064" cy="59064"/>
        </a:xfrm>
        <a:prstGeom prst="ellipse">
          <a:avLst/>
        </a:prstGeom>
        <a:solidFill>
          <a:schemeClr val="accent4">
            <a:hueOff val="-405888"/>
            <a:satOff val="2445"/>
            <a:lumOff val="196"/>
            <a:alphaOff val="0"/>
          </a:schemeClr>
        </a:solidFill>
        <a:ln w="25400" cap="flat" cmpd="sng" algn="ctr">
          <a:solidFill>
            <a:schemeClr val="accent4">
              <a:hueOff val="-405888"/>
              <a:satOff val="2445"/>
              <a:lumOff val="19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3793F2-6369-4C3D-A30B-311A9EF273EC}">
      <dsp:nvSpPr>
        <dsp:cNvPr id="0" name=""/>
        <dsp:cNvSpPr/>
      </dsp:nvSpPr>
      <dsp:spPr>
        <a:xfrm>
          <a:off x="706259" y="1947661"/>
          <a:ext cx="59064" cy="59064"/>
        </a:xfrm>
        <a:prstGeom prst="ellipse">
          <a:avLst/>
        </a:prstGeom>
        <a:solidFill>
          <a:schemeClr val="accent4">
            <a:hueOff val="-811776"/>
            <a:satOff val="4891"/>
            <a:lumOff val="392"/>
            <a:alphaOff val="0"/>
          </a:schemeClr>
        </a:solidFill>
        <a:ln w="25400" cap="flat" cmpd="sng" algn="ctr">
          <a:solidFill>
            <a:schemeClr val="accent4">
              <a:hueOff val="-811776"/>
              <a:satOff val="4891"/>
              <a:lumOff val="3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2B18A0-9A00-4C24-A79F-E61C654730E6}">
      <dsp:nvSpPr>
        <dsp:cNvPr id="0" name=""/>
        <dsp:cNvSpPr/>
      </dsp:nvSpPr>
      <dsp:spPr>
        <a:xfrm>
          <a:off x="1468777" y="1231308"/>
          <a:ext cx="59064" cy="59064"/>
        </a:xfrm>
        <a:prstGeom prst="ellipse">
          <a:avLst/>
        </a:prstGeom>
        <a:solidFill>
          <a:schemeClr val="accent4">
            <a:hueOff val="-1217664"/>
            <a:satOff val="7336"/>
            <a:lumOff val="588"/>
            <a:alphaOff val="0"/>
          </a:schemeClr>
        </a:solidFill>
        <a:ln w="25400" cap="flat" cmpd="sng" algn="ctr">
          <a:solidFill>
            <a:schemeClr val="accent4">
              <a:hueOff val="-1217664"/>
              <a:satOff val="7336"/>
              <a:lumOff val="5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036AC6-9216-496A-8B45-5494D5686F94}">
      <dsp:nvSpPr>
        <dsp:cNvPr id="0" name=""/>
        <dsp:cNvSpPr/>
      </dsp:nvSpPr>
      <dsp:spPr>
        <a:xfrm>
          <a:off x="1423889" y="1340377"/>
          <a:ext cx="59064" cy="59064"/>
        </a:xfrm>
        <a:prstGeom prst="ellipse">
          <a:avLst/>
        </a:prstGeom>
        <a:solidFill>
          <a:schemeClr val="accent4">
            <a:hueOff val="-1623553"/>
            <a:satOff val="9781"/>
            <a:lumOff val="784"/>
            <a:alphaOff val="0"/>
          </a:schemeClr>
        </a:solidFill>
        <a:ln w="25400" cap="flat" cmpd="sng" algn="ctr">
          <a:solidFill>
            <a:schemeClr val="accent4">
              <a:hueOff val="-1623553"/>
              <a:satOff val="9781"/>
              <a:lumOff val="78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963D9A-A339-400B-9CC4-D1E0002A3460}">
      <dsp:nvSpPr>
        <dsp:cNvPr id="0" name=""/>
        <dsp:cNvSpPr/>
      </dsp:nvSpPr>
      <dsp:spPr>
        <a:xfrm>
          <a:off x="1391994" y="410266"/>
          <a:ext cx="59064" cy="59064"/>
        </a:xfrm>
        <a:prstGeom prst="ellipse">
          <a:avLst/>
        </a:prstGeom>
        <a:solidFill>
          <a:schemeClr val="accent4">
            <a:hueOff val="-2029441"/>
            <a:satOff val="12227"/>
            <a:lumOff val="980"/>
            <a:alphaOff val="0"/>
          </a:schemeClr>
        </a:solidFill>
        <a:ln w="25400" cap="flat" cmpd="sng" algn="ctr">
          <a:solidFill>
            <a:schemeClr val="accent4">
              <a:hueOff val="-2029441"/>
              <a:satOff val="12227"/>
              <a:lumOff val="9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913F70-9ADF-484B-A17E-994A02046791}">
      <dsp:nvSpPr>
        <dsp:cNvPr id="0" name=""/>
        <dsp:cNvSpPr/>
      </dsp:nvSpPr>
      <dsp:spPr>
        <a:xfrm>
          <a:off x="1474093" y="358129"/>
          <a:ext cx="59064" cy="59064"/>
        </a:xfrm>
        <a:prstGeom prst="ellipse">
          <a:avLst/>
        </a:prstGeom>
        <a:solidFill>
          <a:schemeClr val="accent4">
            <a:hueOff val="-2435329"/>
            <a:satOff val="14672"/>
            <a:lumOff val="1176"/>
            <a:alphaOff val="0"/>
          </a:schemeClr>
        </a:solidFill>
        <a:ln w="25400" cap="flat" cmpd="sng" algn="ctr">
          <a:solidFill>
            <a:schemeClr val="accent4">
              <a:hueOff val="-2435329"/>
              <a:satOff val="14672"/>
              <a:lumOff val="117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13428C-B687-44E1-812C-8CBD90D1421B}">
      <dsp:nvSpPr>
        <dsp:cNvPr id="0" name=""/>
        <dsp:cNvSpPr/>
      </dsp:nvSpPr>
      <dsp:spPr>
        <a:xfrm>
          <a:off x="1556192" y="305993"/>
          <a:ext cx="59064" cy="59064"/>
        </a:xfrm>
        <a:prstGeom prst="ellipse">
          <a:avLst/>
        </a:prstGeom>
        <a:solidFill>
          <a:schemeClr val="accent4">
            <a:hueOff val="-2841217"/>
            <a:satOff val="17118"/>
            <a:lumOff val="1372"/>
            <a:alphaOff val="0"/>
          </a:schemeClr>
        </a:solidFill>
        <a:ln w="25400" cap="flat" cmpd="sng" algn="ctr">
          <a:solidFill>
            <a:schemeClr val="accent4">
              <a:hueOff val="-2841217"/>
              <a:satOff val="17118"/>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DF3BD8-B3A6-45FC-9080-2F9F7571524D}">
      <dsp:nvSpPr>
        <dsp:cNvPr id="0" name=""/>
        <dsp:cNvSpPr/>
      </dsp:nvSpPr>
      <dsp:spPr>
        <a:xfrm>
          <a:off x="1638292" y="358129"/>
          <a:ext cx="59064" cy="59064"/>
        </a:xfrm>
        <a:prstGeom prst="ellipse">
          <a:avLst/>
        </a:prstGeom>
        <a:solidFill>
          <a:schemeClr val="accent4">
            <a:hueOff val="-3247105"/>
            <a:satOff val="19563"/>
            <a:lumOff val="1568"/>
            <a:alphaOff val="0"/>
          </a:schemeClr>
        </a:solidFill>
        <a:ln w="25400" cap="flat" cmpd="sng" algn="ctr">
          <a:solidFill>
            <a:schemeClr val="accent4">
              <a:hueOff val="-3247105"/>
              <a:satOff val="19563"/>
              <a:lumOff val="156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9F2D53-7596-4614-AD7C-E5999310CC23}">
      <dsp:nvSpPr>
        <dsp:cNvPr id="0" name=""/>
        <dsp:cNvSpPr/>
      </dsp:nvSpPr>
      <dsp:spPr>
        <a:xfrm>
          <a:off x="1720391" y="410266"/>
          <a:ext cx="59064" cy="59064"/>
        </a:xfrm>
        <a:prstGeom prst="ellipse">
          <a:avLst/>
        </a:prstGeom>
        <a:solidFill>
          <a:schemeClr val="accent4">
            <a:hueOff val="-3652993"/>
            <a:satOff val="22008"/>
            <a:lumOff val="1764"/>
            <a:alphaOff val="0"/>
          </a:schemeClr>
        </a:solidFill>
        <a:ln w="25400" cap="flat" cmpd="sng" algn="ctr">
          <a:solidFill>
            <a:schemeClr val="accent4">
              <a:hueOff val="-3652993"/>
              <a:satOff val="22008"/>
              <a:lumOff val="176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8FF77B-5630-475A-B2F8-0B84FE125CE7}">
      <dsp:nvSpPr>
        <dsp:cNvPr id="0" name=""/>
        <dsp:cNvSpPr/>
      </dsp:nvSpPr>
      <dsp:spPr>
        <a:xfrm>
          <a:off x="1556192" y="415896"/>
          <a:ext cx="59064" cy="59064"/>
        </a:xfrm>
        <a:prstGeom prst="ellipse">
          <a:avLst/>
        </a:prstGeom>
        <a:solidFill>
          <a:schemeClr val="accent4">
            <a:hueOff val="-4058882"/>
            <a:satOff val="24454"/>
            <a:lumOff val="1960"/>
            <a:alphaOff val="0"/>
          </a:schemeClr>
        </a:solidFill>
        <a:ln w="25400" cap="flat" cmpd="sng" algn="ctr">
          <a:solidFill>
            <a:schemeClr val="accent4">
              <a:hueOff val="-4058882"/>
              <a:satOff val="24454"/>
              <a:lumOff val="196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E8DF4B-12FB-4CA9-9842-CDC699BD7404}">
      <dsp:nvSpPr>
        <dsp:cNvPr id="0" name=""/>
        <dsp:cNvSpPr/>
      </dsp:nvSpPr>
      <dsp:spPr>
        <a:xfrm>
          <a:off x="1556192" y="526008"/>
          <a:ext cx="59064" cy="59064"/>
        </a:xfrm>
        <a:prstGeom prst="ellipse">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9E50E1-19FD-4597-82D7-0C42C7E4985A}">
      <dsp:nvSpPr>
        <dsp:cNvPr id="0" name=""/>
        <dsp:cNvSpPr/>
      </dsp:nvSpPr>
      <dsp:spPr>
        <a:xfrm>
          <a:off x="418321" y="2073332"/>
          <a:ext cx="1274013" cy="34159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9666" tIns="30480" rIns="30480" bIns="30480" numCol="1" spcCol="1270" anchor="ctr" anchorCtr="0">
          <a:noAutofit/>
        </a:bodyPr>
        <a:lstStyle/>
        <a:p>
          <a:pPr marL="0" lvl="0" indent="0" algn="l" defTabSz="355600">
            <a:lnSpc>
              <a:spcPct val="90000"/>
            </a:lnSpc>
            <a:spcBef>
              <a:spcPct val="0"/>
            </a:spcBef>
            <a:spcAft>
              <a:spcPct val="35000"/>
            </a:spcAft>
            <a:buNone/>
          </a:pPr>
          <a:r>
            <a:rPr lang="vi-VN" sz="800" b="1" kern="1200">
              <a:latin typeface="Calibri" panose="020F0502020204030204" pitchFamily="34" charset="0"/>
              <a:cs typeface="Calibri" panose="020F0502020204030204" pitchFamily="34" charset="0"/>
            </a:rPr>
            <a:t>20 triệ</a:t>
          </a:r>
          <a:r>
            <a:rPr lang="en-US" sz="800" b="1" kern="1200">
              <a:latin typeface="Calibri" panose="020F0502020204030204" pitchFamily="34" charset="0"/>
              <a:cs typeface="Calibri" panose="020F0502020204030204" pitchFamily="34" charset="0"/>
            </a:rPr>
            <a:t>u </a:t>
          </a:r>
          <a:r>
            <a:rPr lang="vi-VN" sz="800" b="1" kern="1200">
              <a:latin typeface="Calibri" panose="020F0502020204030204" pitchFamily="34" charset="0"/>
              <a:cs typeface="Calibri" panose="020F0502020204030204" pitchFamily="34" charset="0"/>
            </a:rPr>
            <a:t>trẻ</a:t>
          </a:r>
          <a:endParaRPr lang="en-US" sz="800" b="1" kern="1200">
            <a:latin typeface="Calibri" panose="020F0502020204030204" pitchFamily="34" charset="0"/>
            <a:cs typeface="Calibri" panose="020F0502020204030204" pitchFamily="34" charset="0"/>
          </a:endParaRPr>
        </a:p>
      </dsp:txBody>
      <dsp:txXfrm>
        <a:off x="434996" y="2090007"/>
        <a:ext cx="1240663" cy="308246"/>
      </dsp:txXfrm>
    </dsp:sp>
    <dsp:sp modelId="{2FB8B762-D822-438A-ACB4-91D09C0DBF23}">
      <dsp:nvSpPr>
        <dsp:cNvPr id="0" name=""/>
        <dsp:cNvSpPr/>
      </dsp:nvSpPr>
      <dsp:spPr>
        <a:xfrm>
          <a:off x="65118" y="1738408"/>
          <a:ext cx="590641" cy="590599"/>
        </a:xfrm>
        <a:prstGeom prst="ellipse">
          <a:avLst/>
        </a:prstGeom>
        <a:blipFill rotWithShape="1">
          <a:blip xmlns:r="http://schemas.openxmlformats.org/officeDocument/2006/relationships" r:embed="rId1"/>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026616-DA36-41D4-A803-5C1CBF903320}">
      <dsp:nvSpPr>
        <dsp:cNvPr id="0" name=""/>
        <dsp:cNvSpPr/>
      </dsp:nvSpPr>
      <dsp:spPr>
        <a:xfrm>
          <a:off x="1249914" y="1648606"/>
          <a:ext cx="1274013" cy="341596"/>
        </a:xfrm>
        <a:prstGeom prst="round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9666" tIns="30480" rIns="30480" bIns="30480" numCol="1" spcCol="1270" anchor="ctr" anchorCtr="0">
          <a:noAutofit/>
        </a:bodyPr>
        <a:lstStyle/>
        <a:p>
          <a:pPr marL="0" lvl="0" indent="0" algn="l" defTabSz="355600">
            <a:lnSpc>
              <a:spcPct val="90000"/>
            </a:lnSpc>
            <a:spcBef>
              <a:spcPct val="0"/>
            </a:spcBef>
            <a:spcAft>
              <a:spcPct val="35000"/>
            </a:spcAft>
            <a:buNone/>
          </a:pPr>
          <a:r>
            <a:rPr lang="vi-VN" sz="800" b="1" kern="1200">
              <a:latin typeface="Calibri" panose="020F0502020204030204" pitchFamily="34" charset="0"/>
              <a:cs typeface="Calibri" panose="020F0502020204030204" pitchFamily="34" charset="0"/>
            </a:rPr>
            <a:t>18.3% trẻ em trên thế giới</a:t>
          </a:r>
          <a:endParaRPr lang="en-US" sz="800" b="1" kern="1200">
            <a:latin typeface="Calibri" panose="020F0502020204030204" pitchFamily="34" charset="0"/>
            <a:cs typeface="Calibri" panose="020F0502020204030204" pitchFamily="34" charset="0"/>
          </a:endParaRPr>
        </a:p>
      </dsp:txBody>
      <dsp:txXfrm>
        <a:off x="1266589" y="1665281"/>
        <a:ext cx="1240663" cy="308246"/>
      </dsp:txXfrm>
    </dsp:sp>
    <dsp:sp modelId="{378E6A70-63D2-481E-8EC1-3E4C6650CCBD}">
      <dsp:nvSpPr>
        <dsp:cNvPr id="0" name=""/>
        <dsp:cNvSpPr/>
      </dsp:nvSpPr>
      <dsp:spPr>
        <a:xfrm>
          <a:off x="884633" y="1294833"/>
          <a:ext cx="590641" cy="590599"/>
        </a:xfrm>
        <a:prstGeom prst="ellipse">
          <a:avLst/>
        </a:prstGeom>
        <a:blipFill rotWithShape="1">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53054D-F108-426C-AE89-4F4C89D0940C}">
      <dsp:nvSpPr>
        <dsp:cNvPr id="0" name=""/>
        <dsp:cNvSpPr/>
      </dsp:nvSpPr>
      <dsp:spPr>
        <a:xfrm>
          <a:off x="1614075" y="956990"/>
          <a:ext cx="1274013" cy="341596"/>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9666" tIns="30480" rIns="30480" bIns="30480" numCol="1" spcCol="1270" anchor="ctr" anchorCtr="0">
          <a:noAutofit/>
        </a:bodyPr>
        <a:lstStyle/>
        <a:p>
          <a:pPr marL="0" lvl="0" indent="0" algn="l" defTabSz="355600">
            <a:lnSpc>
              <a:spcPct val="90000"/>
            </a:lnSpc>
            <a:spcBef>
              <a:spcPct val="0"/>
            </a:spcBef>
            <a:spcAft>
              <a:spcPct val="35000"/>
            </a:spcAft>
            <a:buNone/>
          </a:pPr>
          <a:r>
            <a:rPr lang="vi-VN" sz="800" b="1" kern="1200">
              <a:latin typeface="Calibri" panose="020F0502020204030204" pitchFamily="34" charset="0"/>
              <a:cs typeface="Calibri" panose="020F0502020204030204" pitchFamily="34" charset="0"/>
            </a:rPr>
            <a:t>18% trẻ em trên thế giới</a:t>
          </a:r>
          <a:endParaRPr lang="en-US" sz="800" b="1" kern="1200">
            <a:latin typeface="Calibri" panose="020F0502020204030204" pitchFamily="34" charset="0"/>
            <a:cs typeface="Calibri" panose="020F0502020204030204" pitchFamily="34" charset="0"/>
          </a:endParaRPr>
        </a:p>
      </dsp:txBody>
      <dsp:txXfrm>
        <a:off x="1630750" y="973665"/>
        <a:ext cx="1240663" cy="308246"/>
      </dsp:txXfrm>
    </dsp:sp>
    <dsp:sp modelId="{BBAAD294-2AEF-4AB2-9679-43A1B6790EBF}">
      <dsp:nvSpPr>
        <dsp:cNvPr id="0" name=""/>
        <dsp:cNvSpPr/>
      </dsp:nvSpPr>
      <dsp:spPr>
        <a:xfrm>
          <a:off x="1260872" y="622066"/>
          <a:ext cx="590641" cy="590599"/>
        </a:xfrm>
        <a:prstGeom prst="ellipse">
          <a:avLst/>
        </a:prstGeom>
        <a:blipFill rotWithShape="1">
          <a:blip xmlns:r="http://schemas.openxmlformats.org/officeDocument/2006/relationships" r:embed="rId3"/>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4CA6D5-A2A1-4F50-AAE5-95393CD9544B}">
      <dsp:nvSpPr>
        <dsp:cNvPr id="0" name=""/>
        <dsp:cNvSpPr/>
      </dsp:nvSpPr>
      <dsp:spPr>
        <a:xfrm>
          <a:off x="1406627" y="731"/>
          <a:ext cx="1190599" cy="77388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latin typeface="Calibri" panose="020F0502020204030204" pitchFamily="34" charset="0"/>
              <a:cs typeface="Calibri" panose="020F0502020204030204" pitchFamily="34" charset="0"/>
            </a:rPr>
            <a:t>Giảm canxi huyết thanh</a:t>
          </a:r>
          <a:endParaRPr lang="en-US" sz="1400" b="1" kern="1200">
            <a:latin typeface="Calibri" panose="020F0502020204030204" pitchFamily="34" charset="0"/>
            <a:cs typeface="Calibri" panose="020F0502020204030204" pitchFamily="34" charset="0"/>
          </a:endParaRPr>
        </a:p>
      </dsp:txBody>
      <dsp:txXfrm>
        <a:off x="1444405" y="38509"/>
        <a:ext cx="1115043" cy="698333"/>
      </dsp:txXfrm>
    </dsp:sp>
    <dsp:sp modelId="{B85E54D1-50B9-4663-BD0A-79FB817D1E33}">
      <dsp:nvSpPr>
        <dsp:cNvPr id="0" name=""/>
        <dsp:cNvSpPr/>
      </dsp:nvSpPr>
      <dsp:spPr>
        <a:xfrm>
          <a:off x="724150" y="387676"/>
          <a:ext cx="2555552" cy="2555552"/>
        </a:xfrm>
        <a:custGeom>
          <a:avLst/>
          <a:gdLst/>
          <a:ahLst/>
          <a:cxnLst/>
          <a:rect l="0" t="0" r="0" b="0"/>
          <a:pathLst>
            <a:path>
              <a:moveTo>
                <a:pt x="1881640" y="151694"/>
              </a:moveTo>
              <a:arcTo wR="1277776" hR="1277776" stAng="17892151" swAng="2624109"/>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3015C6C-6D4C-47D9-A2FB-63FF3635DC8A}">
      <dsp:nvSpPr>
        <dsp:cNvPr id="0" name=""/>
        <dsp:cNvSpPr/>
      </dsp:nvSpPr>
      <dsp:spPr>
        <a:xfrm>
          <a:off x="2684403" y="1278507"/>
          <a:ext cx="1190599" cy="773889"/>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latin typeface="Calibri" panose="020F0502020204030204" pitchFamily="34" charset="0"/>
              <a:cs typeface="Calibri" panose="020F0502020204030204" pitchFamily="34" charset="0"/>
            </a:rPr>
            <a:t>Giảm magie huyết thanh</a:t>
          </a:r>
          <a:endParaRPr lang="en-US" sz="1400" b="1" kern="1200">
            <a:latin typeface="Calibri" panose="020F0502020204030204" pitchFamily="34" charset="0"/>
            <a:cs typeface="Calibri" panose="020F0502020204030204" pitchFamily="34" charset="0"/>
          </a:endParaRPr>
        </a:p>
      </dsp:txBody>
      <dsp:txXfrm>
        <a:off x="2722181" y="1316285"/>
        <a:ext cx="1115043" cy="698333"/>
      </dsp:txXfrm>
    </dsp:sp>
    <dsp:sp modelId="{A1D092EC-4CF5-4BBC-829E-A2AEFA635DCB}">
      <dsp:nvSpPr>
        <dsp:cNvPr id="0" name=""/>
        <dsp:cNvSpPr/>
      </dsp:nvSpPr>
      <dsp:spPr>
        <a:xfrm>
          <a:off x="724150" y="387676"/>
          <a:ext cx="2555552" cy="2555552"/>
        </a:xfrm>
        <a:custGeom>
          <a:avLst/>
          <a:gdLst/>
          <a:ahLst/>
          <a:cxnLst/>
          <a:rect l="0" t="0" r="0" b="0"/>
          <a:pathLst>
            <a:path>
              <a:moveTo>
                <a:pt x="2492583" y="1673952"/>
              </a:moveTo>
              <a:arcTo wR="1277776" hR="1277776" stAng="1083740" swAng="2624109"/>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A104EEF-51EE-45E3-BBAC-F6FA6AEF5123}">
      <dsp:nvSpPr>
        <dsp:cNvPr id="0" name=""/>
        <dsp:cNvSpPr/>
      </dsp:nvSpPr>
      <dsp:spPr>
        <a:xfrm>
          <a:off x="1406627" y="2556284"/>
          <a:ext cx="1190599" cy="773889"/>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latin typeface="Calibri" panose="020F0502020204030204" pitchFamily="34" charset="0"/>
              <a:cs typeface="Calibri" panose="020F0502020204030204" pitchFamily="34" charset="0"/>
            </a:rPr>
            <a:t>Cân nặng sơ sinh lớn</a:t>
          </a:r>
          <a:endParaRPr lang="en-US" sz="1400" b="1" kern="1200">
            <a:latin typeface="Calibri" panose="020F0502020204030204" pitchFamily="34" charset="0"/>
            <a:cs typeface="Calibri" panose="020F0502020204030204" pitchFamily="34" charset="0"/>
          </a:endParaRPr>
        </a:p>
      </dsp:txBody>
      <dsp:txXfrm>
        <a:off x="1444405" y="2594062"/>
        <a:ext cx="1115043" cy="698333"/>
      </dsp:txXfrm>
    </dsp:sp>
    <dsp:sp modelId="{3A909613-72CC-4635-8397-2269F75806E3}">
      <dsp:nvSpPr>
        <dsp:cNvPr id="0" name=""/>
        <dsp:cNvSpPr/>
      </dsp:nvSpPr>
      <dsp:spPr>
        <a:xfrm>
          <a:off x="724150" y="387676"/>
          <a:ext cx="2555552" cy="2555552"/>
        </a:xfrm>
        <a:custGeom>
          <a:avLst/>
          <a:gdLst/>
          <a:ahLst/>
          <a:cxnLst/>
          <a:rect l="0" t="0" r="0" b="0"/>
          <a:pathLst>
            <a:path>
              <a:moveTo>
                <a:pt x="673912" y="2403858"/>
              </a:moveTo>
              <a:arcTo wR="1277776" hR="1277776" stAng="7092151" swAng="2624109"/>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74FD7AD-9281-4F4A-AFBB-470FCFF66117}">
      <dsp:nvSpPr>
        <dsp:cNvPr id="0" name=""/>
        <dsp:cNvSpPr/>
      </dsp:nvSpPr>
      <dsp:spPr>
        <a:xfrm>
          <a:off x="128851" y="1278507"/>
          <a:ext cx="1190599" cy="77388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latin typeface="Calibri" panose="020F0502020204030204" pitchFamily="34" charset="0"/>
              <a:cs typeface="Calibri" panose="020F0502020204030204" pitchFamily="34" charset="0"/>
            </a:rPr>
            <a:t>Hạ đường huyết ngay sau khi sinh</a:t>
          </a:r>
          <a:endParaRPr lang="en-US" sz="1400" b="1" kern="1200">
            <a:latin typeface="Calibri" panose="020F0502020204030204" pitchFamily="34" charset="0"/>
            <a:cs typeface="Calibri" panose="020F0502020204030204" pitchFamily="34" charset="0"/>
          </a:endParaRPr>
        </a:p>
      </dsp:txBody>
      <dsp:txXfrm>
        <a:off x="166629" y="1316285"/>
        <a:ext cx="1115043" cy="698333"/>
      </dsp:txXfrm>
    </dsp:sp>
    <dsp:sp modelId="{ECF04D2E-F2E7-49DA-853F-696C4C208FE2}">
      <dsp:nvSpPr>
        <dsp:cNvPr id="0" name=""/>
        <dsp:cNvSpPr/>
      </dsp:nvSpPr>
      <dsp:spPr>
        <a:xfrm>
          <a:off x="724150" y="387676"/>
          <a:ext cx="2555552" cy="2555552"/>
        </a:xfrm>
        <a:custGeom>
          <a:avLst/>
          <a:gdLst/>
          <a:ahLst/>
          <a:cxnLst/>
          <a:rect l="0" t="0" r="0" b="0"/>
          <a:pathLst>
            <a:path>
              <a:moveTo>
                <a:pt x="62969" y="881599"/>
              </a:moveTo>
              <a:arcTo wR="1277776" hR="1277776" stAng="11883740" swAng="2624109"/>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6CF37-72F9-4390-9237-E392EAC5A4EF}">
      <dsp:nvSpPr>
        <dsp:cNvPr id="0" name=""/>
        <dsp:cNvSpPr/>
      </dsp:nvSpPr>
      <dsp:spPr>
        <a:xfrm>
          <a:off x="-3836394" y="-589180"/>
          <a:ext cx="4572436" cy="4572436"/>
        </a:xfrm>
        <a:prstGeom prst="blockArc">
          <a:avLst>
            <a:gd name="adj1" fmla="val 18900000"/>
            <a:gd name="adj2" fmla="val 2700000"/>
            <a:gd name="adj3" fmla="val 472"/>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F486ED-7943-4DF0-9DFC-B531FCDF8ABD}">
      <dsp:nvSpPr>
        <dsp:cNvPr id="0" name=""/>
        <dsp:cNvSpPr/>
      </dsp:nvSpPr>
      <dsp:spPr>
        <a:xfrm>
          <a:off x="478572" y="365860"/>
          <a:ext cx="8321264" cy="67881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8809" tIns="76200" rIns="76200" bIns="76200" numCol="1" spcCol="1270" anchor="ctr" anchorCtr="0">
          <a:noAutofit/>
        </a:bodyPr>
        <a:lstStyle/>
        <a:p>
          <a:pPr marL="0" lvl="0" indent="0" algn="l" defTabSz="1333500">
            <a:lnSpc>
              <a:spcPct val="90000"/>
            </a:lnSpc>
            <a:spcBef>
              <a:spcPct val="0"/>
            </a:spcBef>
            <a:spcAft>
              <a:spcPct val="35000"/>
            </a:spcAft>
            <a:buNone/>
          </a:pPr>
          <a:r>
            <a:rPr lang="en-US" sz="3000" b="1" kern="1200"/>
            <a:t>Khía cạnh đạo đức của nghiên cứu</a:t>
          </a:r>
        </a:p>
      </dsp:txBody>
      <dsp:txXfrm>
        <a:off x="478572" y="365860"/>
        <a:ext cx="8321264" cy="678815"/>
      </dsp:txXfrm>
    </dsp:sp>
    <dsp:sp modelId="{3C187575-3B04-4160-9531-FE3C9CD2AB9E}">
      <dsp:nvSpPr>
        <dsp:cNvPr id="0" name=""/>
        <dsp:cNvSpPr/>
      </dsp:nvSpPr>
      <dsp:spPr>
        <a:xfrm>
          <a:off x="49070" y="254555"/>
          <a:ext cx="848518" cy="848518"/>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7C794E-670E-45CF-A6F4-68D25C1095FC}">
      <dsp:nvSpPr>
        <dsp:cNvPr id="0" name=""/>
        <dsp:cNvSpPr/>
      </dsp:nvSpPr>
      <dsp:spPr>
        <a:xfrm>
          <a:off x="720079" y="1357630"/>
          <a:ext cx="8074514" cy="678815"/>
        </a:xfrm>
        <a:prstGeom prst="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8809" tIns="76200" rIns="76200" bIns="76200" numCol="1" spcCol="1270" anchor="ctr" anchorCtr="0">
          <a:noAutofit/>
        </a:bodyPr>
        <a:lstStyle/>
        <a:p>
          <a:pPr marL="0" lvl="0" indent="0" algn="l" defTabSz="1333500">
            <a:lnSpc>
              <a:spcPct val="90000"/>
            </a:lnSpc>
            <a:spcBef>
              <a:spcPct val="0"/>
            </a:spcBef>
            <a:spcAft>
              <a:spcPct val="35000"/>
            </a:spcAft>
            <a:buNone/>
          </a:pPr>
          <a:r>
            <a:rPr lang="en-US" sz="3000" b="1" kern="1200"/>
            <a:t>Bảo vệ đối tượng nghiên cứu</a:t>
          </a:r>
        </a:p>
      </dsp:txBody>
      <dsp:txXfrm>
        <a:off x="720079" y="1357630"/>
        <a:ext cx="8074514" cy="678815"/>
      </dsp:txXfrm>
    </dsp:sp>
    <dsp:sp modelId="{D56F948C-DB97-4E70-9F2E-C2D294C90510}">
      <dsp:nvSpPr>
        <dsp:cNvPr id="0" name=""/>
        <dsp:cNvSpPr/>
      </dsp:nvSpPr>
      <dsp:spPr>
        <a:xfrm>
          <a:off x="295819" y="1272778"/>
          <a:ext cx="848518" cy="848518"/>
        </a:xfrm>
        <a:prstGeom prst="ellipse">
          <a:avLst/>
        </a:prstGeom>
        <a:solidFill>
          <a:schemeClr val="lt1">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sp>
    <dsp:sp modelId="{B0075BE3-BC9B-4157-B1DB-3350A1D3E7C3}">
      <dsp:nvSpPr>
        <dsp:cNvPr id="0" name=""/>
        <dsp:cNvSpPr/>
      </dsp:nvSpPr>
      <dsp:spPr>
        <a:xfrm>
          <a:off x="473330" y="2375852"/>
          <a:ext cx="8321264" cy="678815"/>
        </a:xfrm>
        <a:prstGeom prst="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8809" tIns="76200" rIns="76200" bIns="76200" numCol="1" spcCol="1270" anchor="ctr" anchorCtr="0">
          <a:noAutofit/>
        </a:bodyPr>
        <a:lstStyle/>
        <a:p>
          <a:pPr marL="0" lvl="0" indent="0" algn="l" defTabSz="1333500">
            <a:lnSpc>
              <a:spcPct val="90000"/>
            </a:lnSpc>
            <a:spcBef>
              <a:spcPct val="0"/>
            </a:spcBef>
            <a:spcAft>
              <a:spcPct val="35000"/>
            </a:spcAft>
            <a:buNone/>
          </a:pPr>
          <a:r>
            <a:rPr lang="en-US" sz="3000" b="1" kern="1200"/>
            <a:t>Quyền lợi và nghĩa vụ của đối tượng nghiên cứu</a:t>
          </a:r>
        </a:p>
      </dsp:txBody>
      <dsp:txXfrm>
        <a:off x="473330" y="2375852"/>
        <a:ext cx="8321264" cy="678815"/>
      </dsp:txXfrm>
    </dsp:sp>
    <dsp:sp modelId="{DA0982B1-7163-4303-BA1E-3AE4928AFEC5}">
      <dsp:nvSpPr>
        <dsp:cNvPr id="0" name=""/>
        <dsp:cNvSpPr/>
      </dsp:nvSpPr>
      <dsp:spPr>
        <a:xfrm>
          <a:off x="49070" y="2291000"/>
          <a:ext cx="848518" cy="848518"/>
        </a:xfrm>
        <a:prstGeom prst="ellipse">
          <a:avLst/>
        </a:prstGeom>
        <a:solidFill>
          <a:schemeClr val="lt1">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CC7782-BE6C-4A90-BD91-2CADAE66DCA1}" type="datetimeFigureOut">
              <a:rPr lang="en-US" smtClean="0"/>
              <a:t>11/10/2021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42E6B4-5828-4C02-A0CF-17C06995BA4F}" type="slidenum">
              <a:rPr lang="en-US" smtClean="0"/>
              <a:t>‹#›</a:t>
            </a:fld>
            <a:endParaRPr lang="en-US"/>
          </a:p>
        </p:txBody>
      </p:sp>
    </p:spTree>
    <p:extLst>
      <p:ext uri="{BB962C8B-B14F-4D97-AF65-F5344CB8AC3E}">
        <p14:creationId xmlns:p14="http://schemas.microsoft.com/office/powerpoint/2010/main" val="4277031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1</a:t>
            </a:fld>
            <a:endParaRPr lang="en-US"/>
          </a:p>
        </p:txBody>
      </p:sp>
    </p:spTree>
    <p:extLst>
      <p:ext uri="{BB962C8B-B14F-4D97-AF65-F5344CB8AC3E}">
        <p14:creationId xmlns:p14="http://schemas.microsoft.com/office/powerpoint/2010/main" val="1762335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Chỉ </a:t>
            </a:r>
            <a:r>
              <a:rPr lang="en-US" err="1"/>
              <a:t>số</a:t>
            </a:r>
            <a:r>
              <a:rPr lang="en-US"/>
              <a:t> </a:t>
            </a:r>
            <a:r>
              <a:rPr lang="en-US" err="1"/>
              <a:t>đường</a:t>
            </a:r>
            <a:r>
              <a:rPr lang="en-US"/>
              <a:t> </a:t>
            </a:r>
            <a:r>
              <a:rPr lang="en-US" err="1"/>
              <a:t>huyết</a:t>
            </a:r>
            <a:r>
              <a:rPr lang="en-US"/>
              <a:t> </a:t>
            </a:r>
            <a:r>
              <a:rPr lang="en-US" err="1"/>
              <a:t>là</a:t>
            </a:r>
            <a:r>
              <a:rPr lang="en-US"/>
              <a:t> </a:t>
            </a:r>
            <a:r>
              <a:rPr lang="en-US" err="1"/>
              <a:t>một</a:t>
            </a:r>
            <a:r>
              <a:rPr lang="en-US"/>
              <a:t> </a:t>
            </a:r>
            <a:r>
              <a:rPr lang="en-US" err="1"/>
              <a:t>phương</a:t>
            </a:r>
            <a:r>
              <a:rPr lang="en-US"/>
              <a:t> </a:t>
            </a:r>
            <a:r>
              <a:rPr lang="en-US" err="1"/>
              <a:t>tiện</a:t>
            </a:r>
            <a:r>
              <a:rPr lang="en-US"/>
              <a:t> </a:t>
            </a:r>
            <a:r>
              <a:rPr lang="en-US" err="1"/>
              <a:t>để</a:t>
            </a:r>
            <a:r>
              <a:rPr lang="en-US"/>
              <a:t> </a:t>
            </a:r>
            <a:r>
              <a:rPr lang="en-US" err="1"/>
              <a:t>phân</a:t>
            </a:r>
            <a:r>
              <a:rPr lang="en-US"/>
              <a:t> </a:t>
            </a:r>
            <a:r>
              <a:rPr lang="en-US" err="1"/>
              <a:t>loại</a:t>
            </a:r>
            <a:r>
              <a:rPr lang="en-US"/>
              <a:t> </a:t>
            </a:r>
            <a:r>
              <a:rPr lang="en-US" err="1"/>
              <a:t>các</a:t>
            </a:r>
            <a:r>
              <a:rPr lang="en-US"/>
              <a:t> </a:t>
            </a:r>
            <a:r>
              <a:rPr lang="en-US" err="1"/>
              <a:t>nguồn</a:t>
            </a:r>
            <a:r>
              <a:rPr lang="en-US"/>
              <a:t> </a:t>
            </a:r>
            <a:r>
              <a:rPr lang="en-US" err="1"/>
              <a:t>thực</a:t>
            </a:r>
            <a:r>
              <a:rPr lang="en-US"/>
              <a:t> </a:t>
            </a:r>
            <a:r>
              <a:rPr lang="en-US" err="1"/>
              <a:t>phẩm</a:t>
            </a:r>
            <a:r>
              <a:rPr lang="en-US"/>
              <a:t> </a:t>
            </a:r>
            <a:r>
              <a:rPr lang="en-US" err="1"/>
              <a:t>giàu</a:t>
            </a:r>
            <a:r>
              <a:rPr lang="en-US"/>
              <a:t> carbohydrate </a:t>
            </a:r>
            <a:r>
              <a:rPr lang="en-US" err="1"/>
              <a:t>và</a:t>
            </a:r>
            <a:r>
              <a:rPr lang="en-US"/>
              <a:t> </a:t>
            </a:r>
            <a:r>
              <a:rPr lang="en-US" err="1"/>
              <a:t>những</a:t>
            </a:r>
            <a:r>
              <a:rPr lang="en-US"/>
              <a:t> </a:t>
            </a:r>
            <a:r>
              <a:rPr lang="en-US" err="1"/>
              <a:t>thực</a:t>
            </a:r>
            <a:r>
              <a:rPr lang="en-US"/>
              <a:t> </a:t>
            </a:r>
            <a:r>
              <a:rPr lang="en-US" err="1"/>
              <a:t>phẩm</a:t>
            </a:r>
            <a:r>
              <a:rPr lang="en-US"/>
              <a:t> </a:t>
            </a:r>
            <a:r>
              <a:rPr lang="en-US" err="1"/>
              <a:t>giàu</a:t>
            </a:r>
            <a:r>
              <a:rPr lang="en-US"/>
              <a:t> carbohydrate </a:t>
            </a:r>
            <a:r>
              <a:rPr lang="en-US" err="1"/>
              <a:t>trong</a:t>
            </a:r>
            <a:r>
              <a:rPr lang="en-US"/>
              <a:t> </a:t>
            </a:r>
            <a:r>
              <a:rPr lang="en-US" err="1"/>
              <a:t>chế</a:t>
            </a:r>
            <a:r>
              <a:rPr lang="en-US"/>
              <a:t> </a:t>
            </a:r>
            <a:r>
              <a:rPr lang="en-US" err="1"/>
              <a:t>độ</a:t>
            </a:r>
            <a:r>
              <a:rPr lang="en-US"/>
              <a:t> </a:t>
            </a:r>
            <a:r>
              <a:rPr lang="en-US" err="1"/>
              <a:t>ăn</a:t>
            </a:r>
            <a:r>
              <a:rPr lang="en-US"/>
              <a:t> </a:t>
            </a:r>
            <a:r>
              <a:rPr lang="en-US" err="1"/>
              <a:t>hàng</a:t>
            </a:r>
            <a:r>
              <a:rPr lang="en-US"/>
              <a:t> </a:t>
            </a:r>
            <a:r>
              <a:rPr lang="en-US" err="1"/>
              <a:t>ngày</a:t>
            </a:r>
            <a:r>
              <a:rPr lang="en-US"/>
              <a:t>, </a:t>
            </a:r>
            <a:r>
              <a:rPr lang="en-US" err="1"/>
              <a:t>dựa</a:t>
            </a:r>
            <a:r>
              <a:rPr lang="en-US"/>
              <a:t> </a:t>
            </a:r>
            <a:r>
              <a:rPr lang="en-US" err="1"/>
              <a:t>trên</a:t>
            </a:r>
            <a:r>
              <a:rPr lang="en-US"/>
              <a:t> </a:t>
            </a:r>
            <a:r>
              <a:rPr lang="en-US" err="1"/>
              <a:t>tác</a:t>
            </a:r>
            <a:r>
              <a:rPr lang="en-US"/>
              <a:t> </a:t>
            </a:r>
            <a:r>
              <a:rPr lang="en-US" err="1"/>
              <a:t>động</a:t>
            </a:r>
            <a:r>
              <a:rPr lang="en-US"/>
              <a:t> </a:t>
            </a:r>
            <a:r>
              <a:rPr lang="en-US" err="1"/>
              <a:t>của</a:t>
            </a:r>
            <a:r>
              <a:rPr lang="en-US"/>
              <a:t> </a:t>
            </a:r>
            <a:r>
              <a:rPr lang="en-US" err="1"/>
              <a:t>chúng</a:t>
            </a:r>
            <a:r>
              <a:rPr lang="en-US"/>
              <a:t> </a:t>
            </a:r>
            <a:r>
              <a:rPr lang="en-US" err="1"/>
              <a:t>đối</a:t>
            </a:r>
            <a:r>
              <a:rPr lang="en-US"/>
              <a:t> </a:t>
            </a:r>
            <a:r>
              <a:rPr lang="en-US" err="1"/>
              <a:t>với</a:t>
            </a:r>
            <a:r>
              <a:rPr lang="en-US"/>
              <a:t> </a:t>
            </a:r>
            <a:r>
              <a:rPr lang="en-US" err="1"/>
              <a:t>mức</a:t>
            </a:r>
            <a:r>
              <a:rPr lang="en-US"/>
              <a:t> </a:t>
            </a:r>
            <a:r>
              <a:rPr lang="en-US" err="1"/>
              <a:t>đường</a:t>
            </a:r>
            <a:r>
              <a:rPr lang="en-US"/>
              <a:t> </a:t>
            </a:r>
            <a:r>
              <a:rPr lang="en-US" err="1"/>
              <a:t>huyết</a:t>
            </a:r>
            <a:r>
              <a:rPr lang="en-US"/>
              <a:t> </a:t>
            </a:r>
            <a:r>
              <a:rPr lang="en-US" err="1"/>
              <a:t>sau</a:t>
            </a:r>
            <a:r>
              <a:rPr lang="en-US"/>
              <a:t> </a:t>
            </a:r>
            <a:r>
              <a:rPr lang="en-US" err="1"/>
              <a:t>ăn</a:t>
            </a:r>
            <a:r>
              <a:rPr lang="en-US"/>
              <a:t>.</a:t>
            </a:r>
          </a:p>
          <a:p>
            <a:r>
              <a:rPr lang="en-US" err="1"/>
              <a:t>Thực</a:t>
            </a:r>
            <a:r>
              <a:rPr lang="en-US"/>
              <a:t> </a:t>
            </a:r>
            <a:r>
              <a:rPr lang="en-US" err="1"/>
              <a:t>phẩm</a:t>
            </a:r>
            <a:r>
              <a:rPr lang="en-US"/>
              <a:t> </a:t>
            </a:r>
            <a:r>
              <a:rPr lang="en-US" err="1"/>
              <a:t>được</a:t>
            </a:r>
            <a:r>
              <a:rPr lang="en-US"/>
              <a:t> </a:t>
            </a:r>
            <a:r>
              <a:rPr lang="en-US" err="1"/>
              <a:t>lựa</a:t>
            </a:r>
            <a:r>
              <a:rPr lang="en-US"/>
              <a:t> </a:t>
            </a:r>
            <a:r>
              <a:rPr lang="en-US" err="1"/>
              <a:t>chọn</a:t>
            </a:r>
            <a:r>
              <a:rPr lang="en-US"/>
              <a:t> </a:t>
            </a:r>
            <a:r>
              <a:rPr lang="en-US" err="1"/>
              <a:t>làm</a:t>
            </a:r>
            <a:r>
              <a:rPr lang="en-US"/>
              <a:t> </a:t>
            </a:r>
            <a:r>
              <a:rPr lang="en-US" err="1"/>
              <a:t>sản</a:t>
            </a:r>
            <a:r>
              <a:rPr lang="en-US"/>
              <a:t> </a:t>
            </a:r>
            <a:r>
              <a:rPr lang="en-US" err="1"/>
              <a:t>phẩm</a:t>
            </a:r>
            <a:r>
              <a:rPr lang="en-US"/>
              <a:t> </a:t>
            </a:r>
            <a:r>
              <a:rPr lang="en-US" err="1"/>
              <a:t>chứng</a:t>
            </a:r>
            <a:r>
              <a:rPr lang="en-US"/>
              <a:t> </a:t>
            </a:r>
            <a:r>
              <a:rPr lang="en-US" err="1"/>
              <a:t>có</a:t>
            </a:r>
            <a:r>
              <a:rPr lang="en-US"/>
              <a:t> </a:t>
            </a:r>
            <a:r>
              <a:rPr lang="en-US" err="1"/>
              <a:t>thể</a:t>
            </a:r>
            <a:r>
              <a:rPr lang="en-US"/>
              <a:t> </a:t>
            </a:r>
            <a:r>
              <a:rPr lang="en-US" err="1"/>
              <a:t>là</a:t>
            </a:r>
            <a:r>
              <a:rPr lang="en-US"/>
              <a:t> </a:t>
            </a:r>
            <a:r>
              <a:rPr lang="en-US" err="1"/>
              <a:t>đường</a:t>
            </a:r>
            <a:r>
              <a:rPr lang="en-US"/>
              <a:t> glucose </a:t>
            </a:r>
            <a:r>
              <a:rPr lang="en-US" err="1"/>
              <a:t>hoặc</a:t>
            </a:r>
            <a:r>
              <a:rPr lang="en-US"/>
              <a:t> bánh </a:t>
            </a:r>
            <a:r>
              <a:rPr lang="en-US" err="1"/>
              <a:t>mì</a:t>
            </a:r>
            <a:r>
              <a:rPr lang="en-US"/>
              <a:t> </a:t>
            </a:r>
            <a:r>
              <a:rPr lang="en-US" err="1"/>
              <a:t>trắng</a:t>
            </a:r>
            <a:r>
              <a:rPr lang="en-US"/>
              <a:t>. </a:t>
            </a:r>
            <a:r>
              <a:rPr lang="en-US" err="1"/>
              <a:t>Thực</a:t>
            </a:r>
            <a:r>
              <a:rPr lang="en-US"/>
              <a:t> </a:t>
            </a:r>
            <a:r>
              <a:rPr lang="en-US" err="1"/>
              <a:t>phẩm</a:t>
            </a:r>
            <a:r>
              <a:rPr lang="en-US"/>
              <a:t> </a:t>
            </a:r>
            <a:r>
              <a:rPr lang="en-US" err="1"/>
              <a:t>chứa</a:t>
            </a:r>
            <a:r>
              <a:rPr lang="en-US"/>
              <a:t> carbohydrate </a:t>
            </a:r>
            <a:r>
              <a:rPr lang="en-US" err="1"/>
              <a:t>sau</a:t>
            </a:r>
            <a:r>
              <a:rPr lang="en-US"/>
              <a:t> </a:t>
            </a:r>
            <a:r>
              <a:rPr lang="en-US" err="1"/>
              <a:t>đó</a:t>
            </a:r>
            <a:r>
              <a:rPr lang="en-US"/>
              <a:t> </a:t>
            </a:r>
            <a:r>
              <a:rPr lang="en-US" err="1"/>
              <a:t>được</a:t>
            </a:r>
            <a:r>
              <a:rPr lang="en-US"/>
              <a:t> so </a:t>
            </a:r>
            <a:r>
              <a:rPr lang="en-US" err="1"/>
              <a:t>sánh</a:t>
            </a:r>
            <a:r>
              <a:rPr lang="en-US"/>
              <a:t> </a:t>
            </a:r>
            <a:r>
              <a:rPr lang="en-US" err="1"/>
              <a:t>với</a:t>
            </a:r>
            <a:r>
              <a:rPr lang="en-US"/>
              <a:t> </a:t>
            </a:r>
            <a:r>
              <a:rPr lang="en-US" err="1"/>
              <a:t>thực</a:t>
            </a:r>
            <a:r>
              <a:rPr lang="en-US"/>
              <a:t> </a:t>
            </a:r>
            <a:r>
              <a:rPr lang="en-US" err="1"/>
              <a:t>phẩm</a:t>
            </a:r>
            <a:r>
              <a:rPr lang="en-US"/>
              <a:t> </a:t>
            </a:r>
            <a:r>
              <a:rPr lang="en-US" err="1"/>
              <a:t>chứng</a:t>
            </a:r>
            <a:r>
              <a:rPr lang="en-US"/>
              <a:t> </a:t>
            </a:r>
            <a:r>
              <a:rPr lang="en-US" err="1"/>
              <a:t>rồi</a:t>
            </a:r>
            <a:r>
              <a:rPr lang="en-US"/>
              <a:t> </a:t>
            </a:r>
            <a:r>
              <a:rPr lang="en-US" err="1"/>
              <a:t>từ</a:t>
            </a:r>
            <a:r>
              <a:rPr lang="en-US"/>
              <a:t> </a:t>
            </a:r>
            <a:r>
              <a:rPr lang="en-US" err="1"/>
              <a:t>đó</a:t>
            </a:r>
            <a:r>
              <a:rPr lang="en-US"/>
              <a:t> </a:t>
            </a:r>
            <a:r>
              <a:rPr lang="en-US" err="1"/>
              <a:t>tính</a:t>
            </a:r>
            <a:r>
              <a:rPr lang="en-US"/>
              <a:t> </a:t>
            </a:r>
            <a:r>
              <a:rPr lang="en-US" err="1"/>
              <a:t>toán</a:t>
            </a:r>
            <a:r>
              <a:rPr lang="en-US"/>
              <a:t> ra GI </a:t>
            </a:r>
            <a:r>
              <a:rPr lang="en-US" err="1"/>
              <a:t>của</a:t>
            </a:r>
            <a:r>
              <a:rPr lang="en-US"/>
              <a:t> </a:t>
            </a:r>
            <a:r>
              <a:rPr lang="en-US" err="1"/>
              <a:t>chúng</a:t>
            </a:r>
            <a:r>
              <a:rPr lang="en-US"/>
              <a:t>.</a:t>
            </a:r>
            <a:endParaRPr lang="vi-VN"/>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Calibri" panose="020F0502020204030204" pitchFamily="34" charset="0"/>
                <a:cs typeface="Calibri" panose="020F0502020204030204" pitchFamily="34" charset="0"/>
              </a:rPr>
              <a:t>GI </a:t>
            </a:r>
            <a:r>
              <a:rPr lang="vi-VN" sz="1200">
                <a:latin typeface="Calibri" panose="020F0502020204030204" pitchFamily="34" charset="0"/>
                <a:cs typeface="Calibri" panose="020F0502020204030204" pitchFamily="34" charset="0"/>
              </a:rPr>
              <a:t>của thực phẩm được biểu thị bằng phần trăm phản ứng đường huyết của sản phẩm thử nghiệm so với sản phẩm tiêu chuẩn [2]. </a:t>
            </a:r>
            <a:endParaRPr lang="en-US"/>
          </a:p>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4</a:t>
            </a:fld>
            <a:endParaRPr lang="en-US"/>
          </a:p>
        </p:txBody>
      </p:sp>
    </p:spTree>
    <p:extLst>
      <p:ext uri="{BB962C8B-B14F-4D97-AF65-F5344CB8AC3E}">
        <p14:creationId xmlns:p14="http://schemas.microsoft.com/office/powerpoint/2010/main" val="2750036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lnSpc>
                <a:spcPct val="120000"/>
              </a:lnSpc>
              <a:buNone/>
            </a:pPr>
            <a:r>
              <a:rPr lang="en-US" dirty="0">
                <a:latin typeface="+mj-lt"/>
              </a:rPr>
              <a:t>Các yếu tố ảnh hưởng đến GI của thực phẩm:</a:t>
            </a:r>
          </a:p>
          <a:p>
            <a:pPr>
              <a:lnSpc>
                <a:spcPct val="120000"/>
              </a:lnSpc>
              <a:buFontTx/>
              <a:buChar char="-"/>
            </a:pPr>
            <a:endParaRPr lang="en-US" dirty="0">
              <a:latin typeface="+mj-lt"/>
            </a:endParaRPr>
          </a:p>
          <a:p>
            <a:pPr>
              <a:lnSpc>
                <a:spcPct val="120000"/>
              </a:lnSpc>
              <a:buFontTx/>
              <a:buChar char="-"/>
            </a:pPr>
            <a:r>
              <a:rPr lang="en-US" dirty="0">
                <a:latin typeface="+mj-lt"/>
              </a:rPr>
              <a:t>Amylose: chiếm khoảng 20-30% cấu trúc tinh bột</a:t>
            </a:r>
          </a:p>
          <a:p>
            <a:pPr>
              <a:lnSpc>
                <a:spcPct val="120000"/>
              </a:lnSpc>
              <a:buFontTx/>
              <a:buChar char="-"/>
            </a:pPr>
            <a:endParaRPr lang="en-US" dirty="0">
              <a:latin typeface="+mj-lt"/>
            </a:endParaRPr>
          </a:p>
          <a:p>
            <a:pPr>
              <a:lnSpc>
                <a:spcPct val="120000"/>
              </a:lnSpc>
              <a:buFontTx/>
              <a:buChar char="-"/>
            </a:pPr>
            <a:r>
              <a:rPr lang="en-US" dirty="0">
                <a:latin typeface="+mj-lt"/>
              </a:rPr>
              <a:t>Amylopectin: chiếm khoảng 70% cấu trúc tinh bột. </a:t>
            </a:r>
            <a:r>
              <a:rPr lang="en-US" sz="1200" dirty="0">
                <a:latin typeface="Calibri" panose="020F0502020204030204" pitchFamily="34" charset="0"/>
                <a:cs typeface="Calibri" panose="020F0502020204030204" pitchFamily="34" charset="0"/>
              </a:rPr>
              <a:t>Các b</a:t>
            </a:r>
            <a:r>
              <a:rPr lang="vi-VN" sz="1200" dirty="0">
                <a:latin typeface="Calibri" panose="020F0502020204030204" pitchFamily="34" charset="0"/>
                <a:cs typeface="Calibri" panose="020F0502020204030204" pitchFamily="34" charset="0"/>
              </a:rPr>
              <a:t>ằng chứng cho thấy amylose làm chậm quá trình tiêu hóa và thời gian đáp ứng insulin, và làm cho chỉ số đường huyết thấp hơn. </a:t>
            </a:r>
            <a:endParaRPr lang="en-US" sz="1200" dirty="0">
              <a:latin typeface="Calibri" panose="020F0502020204030204" pitchFamily="34" charset="0"/>
              <a:cs typeface="Calibri" panose="020F0502020204030204" pitchFamily="34" charset="0"/>
            </a:endParaRPr>
          </a:p>
          <a:p>
            <a:pPr>
              <a:buFontTx/>
              <a:buChar char="-"/>
            </a:pPr>
            <a:endParaRPr lang="en-US" dirty="0">
              <a:latin typeface="+mj-lt"/>
            </a:endParaRPr>
          </a:p>
          <a:p>
            <a:pPr>
              <a:buFontTx/>
              <a:buChar char="-"/>
            </a:pPr>
            <a:r>
              <a:rPr lang="en-US" dirty="0">
                <a:latin typeface="+mj-lt"/>
              </a:rPr>
              <a:t>Hồ hóa: sự hồ hóa càng lớn thì tinh bột càng nhớt và GI của nó càng cao.</a:t>
            </a:r>
          </a:p>
          <a:p>
            <a:pPr>
              <a:buFontTx/>
              <a:buChar char="-"/>
            </a:pPr>
            <a:endParaRPr lang="en-US" sz="1200" dirty="0">
              <a:latin typeface="Calibri" panose="020F0502020204030204" pitchFamily="34" charset="0"/>
              <a:cs typeface="Calibri" panose="020F0502020204030204" pitchFamily="34" charset="0"/>
            </a:endParaRPr>
          </a:p>
          <a:p>
            <a:pPr>
              <a:buFontTx/>
              <a:buChar char="-"/>
            </a:pPr>
            <a:r>
              <a:rPr lang="en-US" sz="1200" dirty="0">
                <a:latin typeface="Calibri" panose="020F0502020204030204" pitchFamily="34" charset="0"/>
                <a:cs typeface="Calibri" panose="020F0502020204030204" pitchFamily="34" charset="0"/>
              </a:rPr>
              <a:t>Sự thoái hóa tinh bột: h</a:t>
            </a:r>
            <a:r>
              <a:rPr lang="vi-VN" sz="1200" dirty="0">
                <a:latin typeface="Calibri" panose="020F0502020204030204" pitchFamily="34" charset="0"/>
                <a:cs typeface="Calibri" panose="020F0502020204030204" pitchFamily="34" charset="0"/>
              </a:rPr>
              <a:t>àm lượng amylose của tinh bột càng cao thì hiệu quả của quá trình thoái hóa càng lớn và khả năng chống tiêu hóa của tinh bột càng cao do liên kết hydro mạnh hơn dẫn đến GI của tinh bột thấp hơn.</a:t>
            </a:r>
            <a:endParaRPr lang="en-US" sz="1200" dirty="0">
              <a:latin typeface="Calibri" panose="020F0502020204030204" pitchFamily="34" charset="0"/>
              <a:cs typeface="Calibri" panose="020F0502020204030204" pitchFamily="34" charset="0"/>
            </a:endParaRPr>
          </a:p>
          <a:p>
            <a:pPr>
              <a:buFontTx/>
              <a:buChar char="-"/>
            </a:pPr>
            <a:endParaRPr lang="en-US" dirty="0">
              <a:latin typeface="+mj-lt"/>
            </a:endParaRPr>
          </a:p>
          <a:p>
            <a:pPr>
              <a:buFontTx/>
              <a:buChar char="-"/>
            </a:pPr>
            <a:r>
              <a:rPr lang="en-US" dirty="0">
                <a:latin typeface="+mj-lt"/>
              </a:rPr>
              <a:t>Đường: GI bị ảnh hưởng bởi thành phần của đường trong thực phẩm.</a:t>
            </a:r>
          </a:p>
          <a:p>
            <a:pPr algn="just">
              <a:lnSpc>
                <a:spcPct val="150000"/>
              </a:lnSpc>
              <a:spcAft>
                <a:spcPts val="600"/>
              </a:spcAft>
            </a:pPr>
            <a:endParaRPr lang="en-US" sz="1200" dirty="0">
              <a:latin typeface="Calibri" panose="020F0502020204030204" pitchFamily="34" charset="0"/>
              <a:cs typeface="Calibri" panose="020F0502020204030204" pitchFamily="34" charset="0"/>
            </a:endParaRPr>
          </a:p>
          <a:p>
            <a:pPr algn="just">
              <a:lnSpc>
                <a:spcPct val="150000"/>
              </a:lnSpc>
              <a:spcAft>
                <a:spcPts val="600"/>
              </a:spcAft>
            </a:pPr>
            <a:r>
              <a:rPr lang="en-US" sz="1200" dirty="0">
                <a:latin typeface="Calibri" panose="020F0502020204030204" pitchFamily="34" charset="0"/>
                <a:cs typeface="Calibri" panose="020F0502020204030204" pitchFamily="34" charset="0"/>
              </a:rPr>
              <a:t>-Phản ứng insulin: m</a:t>
            </a:r>
            <a:r>
              <a:rPr lang="vi-VN" sz="1200" dirty="0">
                <a:latin typeface="Calibri" panose="020F0502020204030204" pitchFamily="34" charset="0"/>
                <a:cs typeface="Calibri" panose="020F0502020204030204" pitchFamily="34" charset="0"/>
              </a:rPr>
              <a:t>ức insulin tăng cao dẫn đến tăng tổng hợp glycogen hoặc tạo glycogen; và tiết insulin không đầy đủ có thể dẫn đến chuyển hóa không đúng cách của carbohydrate, protein và chất béo, dẫn đến tăng đường huyết.</a:t>
            </a:r>
            <a:endParaRPr lang="en-US" sz="1200" dirty="0">
              <a:latin typeface="Calibri" panose="020F0502020204030204" pitchFamily="34" charset="0"/>
              <a:cs typeface="Calibri" panose="020F0502020204030204" pitchFamily="34" charset="0"/>
            </a:endParaRPr>
          </a:p>
          <a:p>
            <a:pPr>
              <a:spcBef>
                <a:spcPts val="600"/>
              </a:spcBef>
              <a:buFontTx/>
              <a:buNone/>
            </a:pPr>
            <a:endParaRPr lang="en-US" dirty="0">
              <a:latin typeface="+mj-lt"/>
            </a:endParaRPr>
          </a:p>
          <a:p>
            <a:pPr>
              <a:spcBef>
                <a:spcPts val="600"/>
              </a:spcBef>
              <a:buFontTx/>
              <a:buNone/>
            </a:pPr>
            <a:r>
              <a:rPr lang="en-US" dirty="0">
                <a:latin typeface="+mj-lt"/>
              </a:rPr>
              <a:t>1. Hàm lượng đạm: thực phẩm giàu Protein làm tăng tiết insulin</a:t>
            </a:r>
          </a:p>
          <a:p>
            <a:pPr>
              <a:spcBef>
                <a:spcPts val="600"/>
              </a:spcBef>
              <a:buFontTx/>
              <a:buNone/>
            </a:pPr>
            <a:r>
              <a:rPr lang="en-US" dirty="0">
                <a:latin typeface="+mj-lt"/>
              </a:rPr>
              <a:t>2. Kỹ thuật chế biến: tác động đến hồ hóa, thoái hóa hay hình thành tinh bột kháng,…</a:t>
            </a:r>
          </a:p>
          <a:p>
            <a:pPr>
              <a:spcBef>
                <a:spcPts val="600"/>
              </a:spcBef>
              <a:buFontTx/>
              <a:buNone/>
            </a:pPr>
            <a:r>
              <a:rPr lang="en-US" dirty="0">
                <a:latin typeface="+mj-lt"/>
              </a:rPr>
              <a:t>3. Sự đa dạng về giống hay môi trường nuôi trồng</a:t>
            </a:r>
          </a:p>
          <a:p>
            <a:pPr>
              <a:spcBef>
                <a:spcPts val="600"/>
              </a:spcBef>
              <a:buFontTx/>
              <a:buNone/>
            </a:pPr>
            <a:r>
              <a:rPr lang="en-US" dirty="0">
                <a:latin typeface="+mj-lt"/>
              </a:rPr>
              <a:t>4. Kích thước hạt: thực phẩm giàu tinh bột có hạt được </a:t>
            </a:r>
            <a:r>
              <a:rPr lang="en-US" dirty="0" err="1">
                <a:latin typeface="+mj-lt"/>
              </a:rPr>
              <a:t>được</a:t>
            </a:r>
            <a:r>
              <a:rPr lang="en-US" dirty="0">
                <a:latin typeface="+mj-lt"/>
              </a:rPr>
              <a:t> nghiền mịn giúp dễ thủy phân, làm tăng GI</a:t>
            </a:r>
          </a:p>
          <a:p>
            <a:pPr>
              <a:spcBef>
                <a:spcPts val="600"/>
              </a:spcBef>
              <a:buFontTx/>
              <a:buNone/>
            </a:pPr>
            <a:r>
              <a:rPr lang="en-US" dirty="0">
                <a:latin typeface="+mj-lt"/>
              </a:rPr>
              <a:t>4. Chất béo: làm tăng thời gian thức ăn rời dạ dày – ruột, làm chậm tốc độ tiêu hóa carbohydrate, mang lại chỉ số GI thấp</a:t>
            </a:r>
          </a:p>
          <a:p>
            <a:pPr>
              <a:spcBef>
                <a:spcPts val="600"/>
              </a:spcBef>
              <a:buFontTx/>
              <a:buNone/>
            </a:pPr>
            <a:r>
              <a:rPr lang="en-US" dirty="0">
                <a:latin typeface="+mj-lt"/>
              </a:rPr>
              <a:t>5. Tính </a:t>
            </a:r>
            <a:r>
              <a:rPr lang="en-US" dirty="0" err="1">
                <a:latin typeface="+mj-lt"/>
              </a:rPr>
              <a:t>axit</a:t>
            </a:r>
            <a:r>
              <a:rPr lang="en-US" dirty="0">
                <a:latin typeface="+mj-lt"/>
              </a:rPr>
              <a:t>: </a:t>
            </a:r>
            <a:r>
              <a:rPr lang="en-US" dirty="0" err="1">
                <a:latin typeface="+mj-lt"/>
              </a:rPr>
              <a:t>axit</a:t>
            </a:r>
            <a:r>
              <a:rPr lang="en-US" dirty="0">
                <a:latin typeface="+mj-lt"/>
              </a:rPr>
              <a:t> trong thực phẩm làm chậm quá trình làm rỗng dạ dày, làm tốc độ tiêu hóa carbohydrate và làm giảm GI và glucose trong máu</a:t>
            </a:r>
          </a:p>
          <a:p>
            <a:endParaRPr lang="en-US" dirty="0"/>
          </a:p>
        </p:txBody>
      </p:sp>
      <p:sp>
        <p:nvSpPr>
          <p:cNvPr id="4" name="Slide Number Placeholder 3"/>
          <p:cNvSpPr>
            <a:spLocks noGrp="1"/>
          </p:cNvSpPr>
          <p:nvPr>
            <p:ph type="sldNum" sz="quarter" idx="10"/>
          </p:nvPr>
        </p:nvSpPr>
        <p:spPr/>
        <p:txBody>
          <a:bodyPr/>
          <a:lstStyle/>
          <a:p>
            <a:fld id="{7D42E6B4-5828-4C02-A0CF-17C06995BA4F}" type="slidenum">
              <a:rPr lang="en-US" smtClean="0"/>
              <a:t>5</a:t>
            </a:fld>
            <a:endParaRPr lang="en-US"/>
          </a:p>
        </p:txBody>
      </p:sp>
    </p:spTree>
    <p:extLst>
      <p:ext uri="{BB962C8B-B14F-4D97-AF65-F5344CB8AC3E}">
        <p14:creationId xmlns:p14="http://schemas.microsoft.com/office/powerpoint/2010/main" val="43207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sz="1800">
                <a:solidFill>
                  <a:srgbClr val="000000"/>
                </a:solidFill>
                <a:effectLst/>
                <a:latin typeface="Times New Roman" panose="02020603050405020304" pitchFamily="18" charset="0"/>
                <a:ea typeface="MS Mincho" panose="02020609040205080304" pitchFamily="49" charset="-128"/>
              </a:rPr>
              <a:t>Theo thống kê của Hiệp hội tiểu đường quốc tế, năm 2019, toàn thế giới có khoảng 463 triệu người trưởng thành bị tiểu đường, tương đương với cứ 11 người thì sẽ có 1 người bị tiểu đường. Và theo dự báo, số người tiểu đường sẽ tiếp tục tăng lên trong 25 năm tới. Có khoảng 20 triệu trẻ em sinh ra chịu ảnh hưởng của tình trạng tăng đường huyết trong thai kỳ, tương đương với tỷ lệ cứ 6 trẻ sinh ra sẽ có 1 trẻ bị ảnh hưởng. Trong số đó, 84% số trẻ chịu ảnh hưởng của tình trạng tiểu đường thai kỳ. Số lượng trẻ bị ảnh hưởng bởi tình trạng tăng đường huyết trong thai kỳ dự đoán sẽ là 18.3% vào năm 2030 và 18% vào năm 2045. </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6</a:t>
            </a:fld>
            <a:endParaRPr lang="en-US"/>
          </a:p>
        </p:txBody>
      </p:sp>
    </p:spTree>
    <p:extLst>
      <p:ext uri="{BB962C8B-B14F-4D97-AF65-F5344CB8AC3E}">
        <p14:creationId xmlns:p14="http://schemas.microsoft.com/office/powerpoint/2010/main" val="4134611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800">
                <a:solidFill>
                  <a:srgbClr val="000000"/>
                </a:solidFill>
                <a:effectLst/>
                <a:latin typeface="Times New Roman" panose="02020603050405020304" pitchFamily="18" charset="0"/>
                <a:ea typeface="MS Mincho" panose="02020609040205080304" pitchFamily="49" charset="-128"/>
              </a:rPr>
              <a:t>T</a:t>
            </a:r>
            <a:r>
              <a:rPr lang="vi-VN" sz="1800">
                <a:solidFill>
                  <a:srgbClr val="000000"/>
                </a:solidFill>
                <a:effectLst/>
                <a:latin typeface="Times New Roman" panose="02020603050405020304" pitchFamily="18" charset="0"/>
                <a:ea typeface="MS Mincho" panose="02020609040205080304" pitchFamily="49" charset="-128"/>
              </a:rPr>
              <a:t>ình trạng tiểu đường thai kỳ đang ngày càng nhận được nhiều sự quan tâm hơn của cộng đồng, đặc biệt là của phụ nữ đang và có dự định mang thai. Trẻ em sinh ra từ bà mẹ bị tiểu đường thai kỳ thường sẽ nhạy cảm hơn với các tình trạng mất cân bằng các hợp chất trong cơ thể, ví dụ như giảm canxi huyết thanh, giảm magie huyết thanh, nhưng phổ biến nhất, trẻ sẽ thường có cân nặng sơ sinh lớn hơn các trẻ khác và sẽ bị hạ đường huyết ngay sau khi sinh.</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7</a:t>
            </a:fld>
            <a:endParaRPr lang="en-US"/>
          </a:p>
        </p:txBody>
      </p:sp>
    </p:spTree>
    <p:extLst>
      <p:ext uri="{BB962C8B-B14F-4D97-AF65-F5344CB8AC3E}">
        <p14:creationId xmlns:p14="http://schemas.microsoft.com/office/powerpoint/2010/main" val="1914710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sz="1800">
                <a:solidFill>
                  <a:srgbClr val="000000"/>
                </a:solidFill>
                <a:effectLst/>
                <a:latin typeface="Times New Roman" panose="02020603050405020304" pitchFamily="18" charset="0"/>
                <a:ea typeface="MS Mincho" panose="02020609040205080304" pitchFamily="49" charset="-128"/>
              </a:rPr>
              <a:t>Tiểu đường thai kỳ hoàn toàn có thể kiểm soát được thông qua chế độ luyện tập, chế độ ăn phù hợp với các sản phẩm có chỉ số đường huyết thấp, sử dụng thuốc hoặc các sản phẩm bổ sung để giúp làm giảm lượng glucose máu.</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8</a:t>
            </a:fld>
            <a:endParaRPr lang="en-US"/>
          </a:p>
        </p:txBody>
      </p:sp>
    </p:spTree>
    <p:extLst>
      <p:ext uri="{BB962C8B-B14F-4D97-AF65-F5344CB8AC3E}">
        <p14:creationId xmlns:p14="http://schemas.microsoft.com/office/powerpoint/2010/main" val="3251160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effectLst/>
                <a:latin typeface="Times New Roman" panose="02020603050405020304" pitchFamily="18" charset="0"/>
                <a:ea typeface="MS Mincho" panose="02020609040205080304" pitchFamily="49" charset="-128"/>
              </a:rPr>
              <a:t>V</a:t>
            </a:r>
            <a:r>
              <a:rPr lang="vi-VN" sz="1200">
                <a:solidFill>
                  <a:srgbClr val="000000"/>
                </a:solidFill>
                <a:effectLst/>
                <a:latin typeface="Times New Roman" panose="02020603050405020304" pitchFamily="18" charset="0"/>
                <a:ea typeface="MS Mincho" panose="02020609040205080304" pitchFamily="49" charset="-128"/>
              </a:rPr>
              <a:t>iệc phát triển và thử nghiệm các sản phẩm có chỉ số đường huyết thấp, phù hợp với người bệnh tiểu đường, đặc biệt là phụ nữ mang thai bị tiểu đường, góp phần kiểm soát bệnh tốt hơn trở nên vô cùng quan trọng</a:t>
            </a:r>
            <a:r>
              <a:rPr lang="en-US" sz="1200">
                <a:solidFill>
                  <a:srgbClr val="000000"/>
                </a:solidFill>
                <a:effectLst/>
                <a:latin typeface="Times New Roman" panose="02020603050405020304" pitchFamily="18" charset="0"/>
                <a:ea typeface="MS Mincho" panose="02020609040205080304" pitchFamily="49" charset="-128"/>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a:solidFill>
                  <a:srgbClr val="000000"/>
                </a:solidFill>
                <a:effectLst/>
                <a:latin typeface="Times New Roman" panose="02020603050405020304" pitchFamily="18" charset="0"/>
                <a:ea typeface="MS Mincho" panose="02020609040205080304" pitchFamily="49" charset="-128"/>
              </a:rPr>
              <a:t>Sản phẩm sữa Anmum Materna của tập đoàn Fonterra là một sản phẩm sữa được sử dụng phổ biến trong thai kỳ nhằm bổ sung các chất dinh dưỡng cần thiết và quan trọng cho phụ nữ mang thai. Anmum là dòng sản phẩm sữa công thức được bổ sung các vitamin và khoáng chất quan trọng cho phụ nữ mang thai</a:t>
            </a:r>
            <a:r>
              <a:rPr lang="en-US" sz="1200">
                <a:solidFill>
                  <a:srgbClr val="000000"/>
                </a:solidFill>
                <a:effectLst/>
                <a:latin typeface="Times New Roman" panose="02020603050405020304" pitchFamily="18" charset="0"/>
                <a:ea typeface="MS Mincho" panose="02020609040205080304" pitchFamily="49" charset="-128"/>
              </a:rPr>
              <a:t>. </a:t>
            </a:r>
            <a:r>
              <a:rPr lang="vi-VN" sz="1200">
                <a:solidFill>
                  <a:srgbClr val="000000"/>
                </a:solidFill>
                <a:effectLst/>
                <a:latin typeface="Times New Roman" panose="02020603050405020304" pitchFamily="18" charset="0"/>
                <a:ea typeface="MS Mincho" panose="02020609040205080304" pitchFamily="49" charset="-128"/>
              </a:rPr>
              <a:t>Tuy nhiên, các dòng sản phẩm của Anmum Materna hiện nay chưa được đo lường và đánh giá chỉ số GI. Do vậy, nhiều phụ nữ mang thai, đặc biệt là phụ nữ mang thai có nguy cơ hoặc đã bị tiểu đường thai kỳ còn e ngại khi sử dụng. Vì vậy, việc xác định chỉ số đường huyết (GI) của sản phảm sữa Anmum là cần thiết, để từ đó có thể đưa ra được những khuyến nghị về việc sử dụng sản phẩm này dành cho đối tượng phụ nữ mang thai nói chung và phụ nữ mang thai bị tiểu đường thai kỳ nói riêng.</a:t>
            </a:r>
            <a:r>
              <a:rPr lang="en-US" sz="1200">
                <a:solidFill>
                  <a:srgbClr val="000000"/>
                </a:solidFill>
                <a:effectLst/>
                <a:latin typeface="Times New Roman" panose="02020603050405020304" pitchFamily="18" charset="0"/>
                <a:ea typeface="MS Mincho" panose="02020609040205080304" pitchFamily="49" charset="-128"/>
              </a:rPr>
              <a:t> </a:t>
            </a:r>
          </a:p>
        </p:txBody>
      </p:sp>
      <p:sp>
        <p:nvSpPr>
          <p:cNvPr id="4" name="Slide Number Placeholder 3"/>
          <p:cNvSpPr>
            <a:spLocks noGrp="1"/>
          </p:cNvSpPr>
          <p:nvPr>
            <p:ph type="sldNum" sz="quarter" idx="5"/>
          </p:nvPr>
        </p:nvSpPr>
        <p:spPr/>
        <p:txBody>
          <a:bodyPr/>
          <a:lstStyle/>
          <a:p>
            <a:fld id="{7D42E6B4-5828-4C02-A0CF-17C06995BA4F}" type="slidenum">
              <a:rPr lang="en-US" smtClean="0"/>
              <a:t>9</a:t>
            </a:fld>
            <a:endParaRPr lang="en-US"/>
          </a:p>
        </p:txBody>
      </p:sp>
    </p:spTree>
    <p:extLst>
      <p:ext uri="{BB962C8B-B14F-4D97-AF65-F5344CB8AC3E}">
        <p14:creationId xmlns:p14="http://schemas.microsoft.com/office/powerpoint/2010/main" val="3832600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7D42E6B4-5828-4C02-A0CF-17C06995BA4F}" type="slidenum">
              <a:rPr lang="en-US" smtClean="0"/>
              <a:t>11</a:t>
            </a:fld>
            <a:endParaRPr lang="en-US"/>
          </a:p>
        </p:txBody>
      </p:sp>
    </p:spTree>
    <p:extLst>
      <p:ext uri="{BB962C8B-B14F-4D97-AF65-F5344CB8AC3E}">
        <p14:creationId xmlns:p14="http://schemas.microsoft.com/office/powerpoint/2010/main" val="3544266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12</a:t>
            </a:fld>
            <a:endParaRPr lang="en-US"/>
          </a:p>
        </p:txBody>
      </p:sp>
    </p:spTree>
    <p:extLst>
      <p:ext uri="{BB962C8B-B14F-4D97-AF65-F5344CB8AC3E}">
        <p14:creationId xmlns:p14="http://schemas.microsoft.com/office/powerpoint/2010/main" val="1831032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13</a:t>
            </a:fld>
            <a:endParaRPr lang="en-US"/>
          </a:p>
        </p:txBody>
      </p:sp>
    </p:spTree>
    <p:extLst>
      <p:ext uri="{BB962C8B-B14F-4D97-AF65-F5344CB8AC3E}">
        <p14:creationId xmlns:p14="http://schemas.microsoft.com/office/powerpoint/2010/main" val="1726947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2E6B4-5828-4C02-A0CF-17C06995BA4F}" type="slidenum">
              <a:rPr lang="en-US" smtClean="0"/>
              <a:t>14</a:t>
            </a:fld>
            <a:endParaRPr lang="en-US"/>
          </a:p>
        </p:txBody>
      </p:sp>
    </p:spTree>
    <p:extLst>
      <p:ext uri="{BB962C8B-B14F-4D97-AF65-F5344CB8AC3E}">
        <p14:creationId xmlns:p14="http://schemas.microsoft.com/office/powerpoint/2010/main" val="2815764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2E6B4-5828-4C02-A0CF-17C06995BA4F}" type="slidenum">
              <a:rPr lang="en-US" smtClean="0"/>
              <a:t>15</a:t>
            </a:fld>
            <a:endParaRPr lang="en-US"/>
          </a:p>
        </p:txBody>
      </p:sp>
    </p:spTree>
    <p:extLst>
      <p:ext uri="{BB962C8B-B14F-4D97-AF65-F5344CB8AC3E}">
        <p14:creationId xmlns:p14="http://schemas.microsoft.com/office/powerpoint/2010/main" val="3888467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2E6B4-5828-4C02-A0CF-17C06995BA4F}" type="slidenum">
              <a:rPr lang="en-US" smtClean="0"/>
              <a:t>16</a:t>
            </a:fld>
            <a:endParaRPr lang="en-US"/>
          </a:p>
        </p:txBody>
      </p:sp>
    </p:spTree>
    <p:extLst>
      <p:ext uri="{BB962C8B-B14F-4D97-AF65-F5344CB8AC3E}">
        <p14:creationId xmlns:p14="http://schemas.microsoft.com/office/powerpoint/2010/main" val="1668967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17</a:t>
            </a:fld>
            <a:endParaRPr lang="en-US"/>
          </a:p>
        </p:txBody>
      </p:sp>
    </p:spTree>
    <p:extLst>
      <p:ext uri="{BB962C8B-B14F-4D97-AF65-F5344CB8AC3E}">
        <p14:creationId xmlns:p14="http://schemas.microsoft.com/office/powerpoint/2010/main" val="2076053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18</a:t>
            </a:fld>
            <a:endParaRPr lang="en-US"/>
          </a:p>
        </p:txBody>
      </p:sp>
    </p:spTree>
    <p:extLst>
      <p:ext uri="{BB962C8B-B14F-4D97-AF65-F5344CB8AC3E}">
        <p14:creationId xmlns:p14="http://schemas.microsoft.com/office/powerpoint/2010/main" val="3594073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vi-VN" sz="1800">
                <a:solidFill>
                  <a:srgbClr val="000000"/>
                </a:solidFill>
                <a:effectLst/>
                <a:highlight>
                  <a:srgbClr val="FFFFFF"/>
                </a:highlight>
                <a:latin typeface="Times New Roman" panose="02020603050405020304" pitchFamily="18" charset="0"/>
                <a:ea typeface="MS Mincho" panose="02020609040205080304" pitchFamily="49" charset="-128"/>
              </a:rPr>
              <a:t>Khi xác định GI của một thực phẩm, diện tích dưới đường cong (AUC) của thực phẩm đối chứng được sử dụng làm mẫu số để đưa vào tính toán. Độ chính xác sẽ được cải thiện nếu các phép đo trên thực phẩm thử nghiệm và thực phẩm đối chứng được thực hiện nhiều lần.</a:t>
            </a:r>
            <a:endParaRPr lang="en-US" sz="1800">
              <a:solidFill>
                <a:srgbClr val="000000"/>
              </a:solidFill>
              <a:effectLst/>
              <a:highlight>
                <a:srgbClr val="FFFFFF"/>
              </a:highlight>
              <a:latin typeface="Times New Roman" panose="02020603050405020304" pitchFamily="18" charset="0"/>
              <a:ea typeface="MS Mincho" panose="02020609040205080304" pitchFamily="49"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solidFill>
                <a:srgbClr val="000000"/>
              </a:solidFill>
              <a:effectLst/>
              <a:highlight>
                <a:srgbClr val="FFFFFF"/>
              </a:highlight>
              <a:latin typeface="Times New Roman" panose="02020603050405020304" pitchFamily="18" charset="0"/>
              <a:ea typeface="MS Mincho" panose="02020609040205080304" pitchFamily="49"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a:solidFill>
                  <a:srgbClr val="000000"/>
                </a:solidFill>
                <a:effectLst/>
                <a:highlight>
                  <a:srgbClr val="FFFFFF"/>
                </a:highlight>
                <a:latin typeface="Times New Roman" panose="02020603050405020304" pitchFamily="18" charset="0"/>
                <a:ea typeface="MS Mincho" panose="02020609040205080304" pitchFamily="49" charset="-128"/>
              </a:rPr>
              <a:t>Rất nhiều phương pháp có thể được sử dụng để tính AUC, và vì các phương pháp khác nhau có thể đưa ra các giá trị GI khác nhau, do đó, cần chuẩn hóa giữa các phương pháp để hạn chế sai số. Những phương pháp thường được sử dụng gồm: (a) Tổng AUC; (b) Diện tích phần tăng từ điểm bắt đầu tăng đến điểm đầu tiên trở lại đường chuẩn; (c) Diện tích phần trên đường chuẩn, không bao gồm diện tích bên dưới đường cong; (d) Diện tích phần tăng, sử dụng đường chuẩn đi qua điểm đường huyết thấp nhất; (e) AUC thực tăng dần (áp dụng quy tắc hình thang cho tất cả các khoảng chênh lệch dương và âm).</a:t>
            </a:r>
            <a:endParaRPr lang="en-US" sz="1800">
              <a:solidFill>
                <a:srgbClr val="000000"/>
              </a:solidFill>
              <a:effectLst/>
              <a:latin typeface="Times New Roman" panose="02020603050405020304" pitchFamily="18" charset="0"/>
              <a:ea typeface="MS Mincho" panose="02020609040205080304" pitchFamily="49" charset="-128"/>
            </a:endParaRP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a:solidFill>
                  <a:srgbClr val="000000"/>
                </a:solidFill>
                <a:effectLst/>
                <a:highlight>
                  <a:srgbClr val="FFFFFF"/>
                </a:highlight>
                <a:latin typeface="Times New Roman" panose="02020603050405020304" pitchFamily="18" charset="0"/>
                <a:ea typeface="MS Mincho" panose="02020609040205080304" pitchFamily="49" charset="-128"/>
              </a:rPr>
              <a:t>Phương pháp (c): ACU tăng dẩn, là phương pháp được khuyến nghị bởi Tổ chức Nông Lương Quốc Tế - FAO (1998), và là phương pháp được sử dụng cho hầu hết các nghiên cứu tính GI hiện nay. </a:t>
            </a:r>
            <a:endParaRPr lang="en-US" sz="1800">
              <a:solidFill>
                <a:srgbClr val="000000"/>
              </a:solidFill>
              <a:effectLst/>
              <a:latin typeface="Times New Roman" panose="02020603050405020304" pitchFamily="18" charset="0"/>
              <a:ea typeface="MS Mincho" panose="02020609040205080304" pitchFamily="49" charset="-128"/>
            </a:endParaRPr>
          </a:p>
          <a:p>
            <a:endParaRPr lang="en-US"/>
          </a:p>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19</a:t>
            </a:fld>
            <a:endParaRPr lang="en-US"/>
          </a:p>
        </p:txBody>
      </p:sp>
    </p:spTree>
    <p:extLst>
      <p:ext uri="{BB962C8B-B14F-4D97-AF65-F5344CB8AC3E}">
        <p14:creationId xmlns:p14="http://schemas.microsoft.com/office/powerpoint/2010/main" val="3811434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20</a:t>
            </a:fld>
            <a:endParaRPr lang="en-US"/>
          </a:p>
        </p:txBody>
      </p:sp>
    </p:spTree>
    <p:extLst>
      <p:ext uri="{BB962C8B-B14F-4D97-AF65-F5344CB8AC3E}">
        <p14:creationId xmlns:p14="http://schemas.microsoft.com/office/powerpoint/2010/main" val="3402118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21</a:t>
            </a:fld>
            <a:endParaRPr lang="en-US"/>
          </a:p>
        </p:txBody>
      </p:sp>
    </p:spTree>
    <p:extLst>
      <p:ext uri="{BB962C8B-B14F-4D97-AF65-F5344CB8AC3E}">
        <p14:creationId xmlns:p14="http://schemas.microsoft.com/office/powerpoint/2010/main" val="3302581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22</a:t>
            </a:fld>
            <a:endParaRPr lang="en-US"/>
          </a:p>
        </p:txBody>
      </p:sp>
    </p:spTree>
    <p:extLst>
      <p:ext uri="{BB962C8B-B14F-4D97-AF65-F5344CB8AC3E}">
        <p14:creationId xmlns:p14="http://schemas.microsoft.com/office/powerpoint/2010/main" val="462032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24</a:t>
            </a:fld>
            <a:endParaRPr lang="en-US"/>
          </a:p>
        </p:txBody>
      </p:sp>
    </p:spTree>
    <p:extLst>
      <p:ext uri="{BB962C8B-B14F-4D97-AF65-F5344CB8AC3E}">
        <p14:creationId xmlns:p14="http://schemas.microsoft.com/office/powerpoint/2010/main" val="2165297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25</a:t>
            </a:fld>
            <a:endParaRPr lang="en-US"/>
          </a:p>
        </p:txBody>
      </p:sp>
    </p:spTree>
    <p:extLst>
      <p:ext uri="{BB962C8B-B14F-4D97-AF65-F5344CB8AC3E}">
        <p14:creationId xmlns:p14="http://schemas.microsoft.com/office/powerpoint/2010/main" val="637530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26</a:t>
            </a:fld>
            <a:endParaRPr lang="en-US"/>
          </a:p>
        </p:txBody>
      </p:sp>
    </p:spTree>
    <p:extLst>
      <p:ext uri="{BB962C8B-B14F-4D97-AF65-F5344CB8AC3E}">
        <p14:creationId xmlns:p14="http://schemas.microsoft.com/office/powerpoint/2010/main" val="517584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27</a:t>
            </a:fld>
            <a:endParaRPr lang="en-US"/>
          </a:p>
        </p:txBody>
      </p:sp>
    </p:spTree>
    <p:extLst>
      <p:ext uri="{BB962C8B-B14F-4D97-AF65-F5344CB8AC3E}">
        <p14:creationId xmlns:p14="http://schemas.microsoft.com/office/powerpoint/2010/main" val="1444678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28</a:t>
            </a:fld>
            <a:endParaRPr lang="en-US"/>
          </a:p>
        </p:txBody>
      </p:sp>
    </p:spTree>
    <p:extLst>
      <p:ext uri="{BB962C8B-B14F-4D97-AF65-F5344CB8AC3E}">
        <p14:creationId xmlns:p14="http://schemas.microsoft.com/office/powerpoint/2010/main" val="667683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t>…</a:t>
            </a:r>
            <a:r>
              <a:rPr lang="vi-VN"/>
              <a:t>như khoai tây, gạo, ngũ c</a:t>
            </a:r>
            <a:r>
              <a:rPr lang="en-US"/>
              <a:t>ốc</a:t>
            </a:r>
            <a:r>
              <a:rPr lang="vi-VN"/>
              <a:t>... những thực phẩm này thường có hàm</a:t>
            </a:r>
            <a:r>
              <a:rPr lang="en-US"/>
              <a:t> </a:t>
            </a:r>
            <a:r>
              <a:rPr lang="vi-VN"/>
              <a:t>lượng năng lượng từ carbohydrate lớn hơn 80%</a:t>
            </a:r>
            <a:r>
              <a:rPr lang="en-US"/>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a:t>…</a:t>
            </a:r>
            <a:r>
              <a:rPr lang="vi-VN" sz="1200"/>
              <a:t>(thường là đường glucose hoặc bánh mì trắng)</a:t>
            </a:r>
            <a:r>
              <a:rPr lang="en-US" sz="1200"/>
              <a:t>. </a:t>
            </a:r>
            <a:r>
              <a:rPr lang="vi-VN" sz="1200">
                <a:latin typeface="Calibri" panose="020F0502020204030204" pitchFamily="34" charset="0"/>
                <a:cs typeface="Calibri" panose="020F0502020204030204" pitchFamily="34" charset="0"/>
              </a:rPr>
              <a:t>Cả thực phẩm thử nghiệm và thực phẩm tiêu chuẩn đều được thực hiện trên cùng một đối tượng nhằm hạn chế sai số. </a:t>
            </a:r>
            <a:endParaRPr lang="en-US" sz="1200">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vi-VN" sz="1200">
                <a:solidFill>
                  <a:srgbClr val="000000"/>
                </a:solidFill>
                <a:effectLst/>
                <a:highlight>
                  <a:srgbClr val="FFFFFF"/>
                </a:highlight>
                <a:latin typeface="Times New Roman" panose="02020603050405020304" pitchFamily="18" charset="0"/>
                <a:ea typeface="MS Mincho" panose="02020609040205080304" pitchFamily="49" charset="-128"/>
              </a:rPr>
              <a:t>Con số 50g carbohydrate thường được sử dụng nhằm đảm bảo sự hấp thụ tại ruột non ở một tỷ lệ nhất định. Do đó, những thực phẩm có GI thấp được phân loại là những thực phẩm được tiêu hóa và hấp thụ chậm và dẫn đến phản ứng đường huyết thấp, trong khi thực phẩm có GI cao được tiêu hóa và hấp thụ nhanh và dấn tới phản ứng với đường huyết cao [2]. </a:t>
            </a:r>
            <a:endParaRPr lang="en-US"/>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p>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30</a:t>
            </a:fld>
            <a:endParaRPr lang="en-US"/>
          </a:p>
        </p:txBody>
      </p:sp>
    </p:spTree>
    <p:extLst>
      <p:ext uri="{BB962C8B-B14F-4D97-AF65-F5344CB8AC3E}">
        <p14:creationId xmlns:p14="http://schemas.microsoft.com/office/powerpoint/2010/main" val="3689333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31</a:t>
            </a:fld>
            <a:endParaRPr lang="en-US"/>
          </a:p>
        </p:txBody>
      </p:sp>
    </p:spTree>
    <p:extLst>
      <p:ext uri="{BB962C8B-B14F-4D97-AF65-F5344CB8AC3E}">
        <p14:creationId xmlns:p14="http://schemas.microsoft.com/office/powerpoint/2010/main" val="2290985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32</a:t>
            </a:fld>
            <a:endParaRPr lang="en-US"/>
          </a:p>
        </p:txBody>
      </p:sp>
    </p:spTree>
    <p:extLst>
      <p:ext uri="{BB962C8B-B14F-4D97-AF65-F5344CB8AC3E}">
        <p14:creationId xmlns:p14="http://schemas.microsoft.com/office/powerpoint/2010/main" val="2749759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10"/>
          </p:nvPr>
        </p:nvSpPr>
        <p:spPr/>
        <p:txBody>
          <a:bodyPr/>
          <a:lstStyle/>
          <a:p>
            <a:fld id="{7D42E6B4-5828-4C02-A0CF-17C06995BA4F}" type="slidenum">
              <a:rPr lang="en-US" smtClean="0"/>
              <a:t>33</a:t>
            </a:fld>
            <a:endParaRPr lang="en-US"/>
          </a:p>
        </p:txBody>
      </p:sp>
    </p:spTree>
    <p:extLst>
      <p:ext uri="{BB962C8B-B14F-4D97-AF65-F5344CB8AC3E}">
        <p14:creationId xmlns:p14="http://schemas.microsoft.com/office/powerpoint/2010/main" val="2112763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42E6B4-5828-4C02-A0CF-17C06995BA4F}" type="slidenum">
              <a:rPr lang="en-US" smtClean="0"/>
              <a:t>34</a:t>
            </a:fld>
            <a:endParaRPr lang="en-US"/>
          </a:p>
        </p:txBody>
      </p:sp>
    </p:spTree>
    <p:extLst>
      <p:ext uri="{BB962C8B-B14F-4D97-AF65-F5344CB8AC3E}">
        <p14:creationId xmlns:p14="http://schemas.microsoft.com/office/powerpoint/2010/main" val="1021672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50000"/>
              </a:lnSpc>
              <a:spcBef>
                <a:spcPts val="600"/>
              </a:spcBef>
            </a:pPr>
            <a:r>
              <a:rPr lang="vi-VN" sz="1800" b="1">
                <a:effectLst/>
                <a:latin typeface="Times New Roman" panose="02020603050405020304" pitchFamily="18" charset="0"/>
                <a:ea typeface="Times New Roman" panose="02020603050405020304" pitchFamily="18" charset="0"/>
                <a:cs typeface="Times New Roman" panose="02020603050405020304" pitchFamily="18" charset="0"/>
              </a:rPr>
              <a:t>Phương pháp chọn mẫu</a:t>
            </a:r>
            <a:r>
              <a:rPr lang="vi-VN" sz="1800">
                <a:effectLst/>
                <a:latin typeface="Times New Roman" panose="02020603050405020304" pitchFamily="18" charset="0"/>
                <a:ea typeface="Times New Roman" panose="02020603050405020304" pitchFamily="18" charset="0"/>
                <a:cs typeface="Times New Roman" panose="02020603050405020304" pitchFamily="18" charset="0"/>
              </a:rPr>
              <a:t>: Chọn mẫu chủ đích:</a:t>
            </a:r>
            <a:endParaRPr lang="en-US" sz="1800">
              <a:effectLst/>
              <a:latin typeface="UVnTime"/>
              <a:ea typeface="Batang" panose="02030600000101010101" pitchFamily="18" charset="-127"/>
              <a:cs typeface="Times New Roman" panose="02020603050405020304" pitchFamily="18" charset="0"/>
            </a:endParaRPr>
          </a:p>
          <a:p>
            <a:pPr algn="just">
              <a:lnSpc>
                <a:spcPct val="150000"/>
              </a:lnSpc>
              <a:spcBef>
                <a:spcPts val="600"/>
              </a:spcBef>
            </a:pPr>
            <a:r>
              <a:rPr lang="vi-VN" sz="1800">
                <a:effectLst/>
                <a:latin typeface="Times New Roman" panose="02020603050405020304" pitchFamily="18" charset="0"/>
                <a:ea typeface="Batang" panose="02030600000101010101" pitchFamily="18" charset="-127"/>
                <a:cs typeface="Times New Roman" panose="02020603050405020304" pitchFamily="18" charset="0"/>
              </a:rPr>
              <a:t>Tất cả những đối tượng đăng ký tham gia nghiên cứu đủ tiêu chuẩn</a:t>
            </a:r>
            <a:r>
              <a:rPr lang="en-US" sz="1800">
                <a:effectLst/>
                <a:latin typeface="Times New Roman" panose="02020603050405020304" pitchFamily="18" charset="0"/>
                <a:ea typeface="Batang" panose="02030600000101010101" pitchFamily="18" charset="-127"/>
                <a:cs typeface="Times New Roman" panose="02020603050405020304" pitchFamily="18" charset="0"/>
              </a:rPr>
              <a:t>. L</a:t>
            </a:r>
            <a:r>
              <a:rPr lang="vi-VN" sz="1800">
                <a:effectLst/>
                <a:latin typeface="Times New Roman" panose="02020603050405020304" pitchFamily="18" charset="0"/>
                <a:ea typeface="Batang" panose="02030600000101010101" pitchFamily="18" charset="-127"/>
                <a:cs typeface="Times New Roman" panose="02020603050405020304" pitchFamily="18" charset="0"/>
              </a:rPr>
              <a:t>ựa chọn đảm bảo cân đối đồng đều về các chỉ số BMI, huyết áp và các chỉ số xét nghiệm máu.</a:t>
            </a:r>
            <a:endParaRPr lang="en-US" sz="1800">
              <a:effectLst/>
              <a:latin typeface="UVnTime"/>
              <a:ea typeface="Batang" panose="02030600000101010101" pitchFamily="18" charset="-127"/>
              <a:cs typeface="Times New Roman" panose="02020603050405020304" pitchFamily="18" charset="0"/>
            </a:endParaRPr>
          </a:p>
          <a:p>
            <a:pPr>
              <a:lnSpc>
                <a:spcPct val="150000"/>
              </a:lnSpc>
              <a:spcBef>
                <a:spcPts val="600"/>
              </a:spcBef>
            </a:pPr>
            <a:r>
              <a:rPr lang="vi-VN" sz="1800">
                <a:effectLst/>
                <a:latin typeface="Times New Roman" panose="02020603050405020304" pitchFamily="18" charset="0"/>
                <a:ea typeface="Batang" panose="02030600000101010101" pitchFamily="18" charset="-127"/>
                <a:cs typeface="Times New Roman" panose="02020603050405020304" pitchFamily="18" charset="0"/>
              </a:rPr>
              <a:t>Các đối tượng sẽ được tuyển chọn và can thiệp cùng lúc</a:t>
            </a:r>
            <a:r>
              <a:rPr lang="en-US" sz="1800">
                <a:effectLst/>
                <a:latin typeface="Times New Roman" panose="02020603050405020304" pitchFamily="18" charset="0"/>
                <a:ea typeface="Batang" panose="02030600000101010101" pitchFamily="18" charset="-127"/>
                <a:cs typeface="Times New Roman" panose="02020603050405020304" pitchFamily="18" charset="0"/>
              </a:rPr>
              <a:t>.</a:t>
            </a:r>
            <a:endParaRPr lang="en-US" sz="1800">
              <a:effectLst/>
              <a:latin typeface="UVnTime"/>
              <a:ea typeface="Batang" panose="02030600000101010101" pitchFamily="18" charset="-127"/>
              <a:cs typeface="Times New Roman" panose="02020603050405020304" pitchFamily="18" charset="0"/>
            </a:endParaRPr>
          </a:p>
          <a:p>
            <a:pPr algn="just">
              <a:lnSpc>
                <a:spcPct val="150000"/>
              </a:lnSpc>
            </a:pPr>
            <a:endParaRPr lang="en-US" sz="1800" b="1">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vi-VN" sz="1800" b="1">
                <a:effectLst/>
                <a:latin typeface="Times New Roman" panose="02020603050405020304" pitchFamily="18" charset="0"/>
                <a:ea typeface="Batang" panose="02030600000101010101" pitchFamily="18" charset="-127"/>
                <a:cs typeface="Times New Roman" panose="02020603050405020304" pitchFamily="18" charset="0"/>
              </a:rPr>
              <a:t>Cỡ mẫu: </a:t>
            </a:r>
            <a:r>
              <a:rPr lang="vi-VN" sz="1800">
                <a:effectLst/>
                <a:latin typeface="Times New Roman" panose="02020603050405020304" pitchFamily="18" charset="0"/>
                <a:ea typeface="Batang" panose="02030600000101010101" pitchFamily="18" charset="-127"/>
                <a:cs typeface="Times New Roman" panose="02020603050405020304" pitchFamily="18" charset="0"/>
              </a:rPr>
              <a:t>Để đảm bảo lựa chọn đối tượng thử nghiệm đáp ứng được tiêu chuẩn quốc gia TCVN10036:2013 (lựa chọn tối thiểu 10 đối tượng khỏe mạnh), số lượng đối tượng được lựa chọn vào nghiên cứu là 20 người (đã bao gồm tỷ lệ bỏ cuộc 20% để đảm bảo được cỡ mẫu tối thiểu).</a:t>
            </a:r>
            <a:endParaRPr lang="en-US" sz="180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endParaRPr lang="en-US" sz="180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en-US" sz="1800" b="1">
                <a:effectLst/>
                <a:latin typeface="Times New Roman" panose="02020603050405020304" pitchFamily="18" charset="0"/>
                <a:ea typeface="Batang" panose="02030600000101010101" pitchFamily="18" charset="-127"/>
                <a:cs typeface="Times New Roman" panose="02020603050405020304" pitchFamily="18" charset="0"/>
              </a:rPr>
              <a:t>Tiêu chí rút sớm –đình chỉ…: </a:t>
            </a:r>
            <a:r>
              <a:rPr lang="en-US" sz="1800" b="0">
                <a:effectLst/>
                <a:latin typeface="Times New Roman" panose="02020603050405020304" pitchFamily="18" charset="0"/>
                <a:ea typeface="Batang" panose="02030600000101010101" pitchFamily="18" charset="-127"/>
                <a:cs typeface="Times New Roman" panose="02020603050405020304" pitchFamily="18" charset="0"/>
              </a:rPr>
              <a:t>khi có các biến cố sức khỏe ở đối tượng tham gia</a:t>
            </a:r>
          </a:p>
          <a:p>
            <a:pPr algn="just">
              <a:lnSpc>
                <a:spcPct val="150000"/>
              </a:lnSpc>
            </a:pPr>
            <a:endParaRPr lang="en-US" sz="1800" b="0">
              <a:effectLst/>
              <a:latin typeface="Times New Roman" panose="02020603050405020304" pitchFamily="18" charset="0"/>
              <a:ea typeface="Batang" panose="02030600000101010101" pitchFamily="18" charset="-127"/>
              <a:cs typeface="Times New Roman" panose="02020603050405020304" pitchFamily="18" charset="0"/>
            </a:endParaRPr>
          </a:p>
          <a:p>
            <a:pPr algn="just">
              <a:lnSpc>
                <a:spcPct val="150000"/>
              </a:lnSpc>
            </a:pPr>
            <a:r>
              <a:rPr lang="en-US" sz="1800" b="1">
                <a:effectLst/>
                <a:latin typeface="Times New Roman" panose="02020603050405020304" pitchFamily="18" charset="0"/>
                <a:ea typeface="Batang" panose="02030600000101010101" pitchFamily="18" charset="-127"/>
                <a:cs typeface="Times New Roman" panose="02020603050405020304" pitchFamily="18" charset="0"/>
              </a:rPr>
              <a:t>Theo dõi, kiểm tra: </a:t>
            </a:r>
            <a:r>
              <a:rPr lang="en-US" sz="1800" b="0">
                <a:effectLst/>
                <a:latin typeface="Times New Roman" panose="02020603050405020304" pitchFamily="18" charset="0"/>
                <a:ea typeface="Batang" panose="02030600000101010101" pitchFamily="18" charset="-127"/>
                <a:cs typeface="Times New Roman" panose="02020603050405020304" pitchFamily="18" charset="0"/>
              </a:rPr>
              <a:t>giám sát, điều phối chặt chẽ trong thời gian thử nghiệm</a:t>
            </a:r>
          </a:p>
          <a:p>
            <a:pPr algn="just">
              <a:lnSpc>
                <a:spcPct val="150000"/>
              </a:lnSpc>
            </a:pPr>
            <a:r>
              <a:rPr lang="en-US" sz="1800">
                <a:effectLst/>
                <a:latin typeface="UVnTime"/>
                <a:ea typeface="Batang" panose="02030600000101010101" pitchFamily="18" charset="-127"/>
                <a:cs typeface="Times New Roman" panose="02020603050405020304" pitchFamily="18" charset="0"/>
              </a:rPr>
              <a:t> </a:t>
            </a:r>
          </a:p>
          <a:p>
            <a:pPr algn="just">
              <a:lnSpc>
                <a:spcPct val="150000"/>
              </a:lnSpc>
            </a:pPr>
            <a:r>
              <a:rPr lang="en-US" sz="1800" b="1">
                <a:effectLst/>
                <a:latin typeface="UVnTime"/>
                <a:ea typeface="Batang" panose="02030600000101010101" pitchFamily="18" charset="-127"/>
                <a:cs typeface="Times New Roman" panose="02020603050405020304" pitchFamily="18" charset="0"/>
              </a:rPr>
              <a:t>Nguồn cung: </a:t>
            </a:r>
            <a:r>
              <a:rPr lang="en-US" sz="1800" b="0">
                <a:effectLst/>
                <a:latin typeface="UVnTime"/>
                <a:ea typeface="Batang" panose="02030600000101010101" pitchFamily="18" charset="-127"/>
                <a:cs typeface="Times New Roman" panose="02020603050405020304" pitchFamily="18" charset="0"/>
              </a:rPr>
              <a:t>cơ sở vật chất đẩy đủ, đủ trang thiết bị sơ cứu khi cần thiết</a:t>
            </a:r>
          </a:p>
          <a:p>
            <a:pPr algn="just">
              <a:lnSpc>
                <a:spcPct val="150000"/>
              </a:lnSpc>
            </a:pPr>
            <a:endParaRPr lang="en-US" sz="1800" b="0">
              <a:effectLst/>
              <a:latin typeface="UVnTime"/>
              <a:ea typeface="Batang" panose="02030600000101010101" pitchFamily="18" charset="-127"/>
              <a:cs typeface="Times New Roman" panose="02020603050405020304" pitchFamily="18" charset="0"/>
            </a:endParaRPr>
          </a:p>
          <a:p>
            <a:pPr algn="just">
              <a:lnSpc>
                <a:spcPct val="150000"/>
              </a:lnSpc>
            </a:pPr>
            <a:r>
              <a:rPr lang="en-US" sz="1800" b="1">
                <a:effectLst/>
                <a:latin typeface="UVnTime"/>
                <a:ea typeface="Batang" panose="02030600000101010101" pitchFamily="18" charset="-127"/>
                <a:cs typeface="Times New Roman" panose="02020603050405020304" pitchFamily="18" charset="0"/>
              </a:rPr>
              <a:t>Phương thức báo cáo: </a:t>
            </a:r>
            <a:r>
              <a:rPr lang="en-US" sz="1800" b="0">
                <a:effectLst/>
                <a:latin typeface="UVnTime"/>
                <a:ea typeface="Batang" panose="02030600000101010101" pitchFamily="18" charset="-127"/>
                <a:cs typeface="Times New Roman" panose="02020603050405020304" pitchFamily="18" charset="0"/>
              </a:rPr>
              <a:t>trình bày dưới dạng giá trị trung bình, phân tích tương quan, thống kê suy luận và so sánh trước sau. Được nghiệm thu tại HĐKH.</a:t>
            </a:r>
            <a:endParaRPr lang="en-US" sz="1800" b="1">
              <a:effectLst/>
              <a:latin typeface="UVnTime"/>
              <a:ea typeface="Batang" panose="02030600000101010101" pitchFamily="18" charset="-127"/>
              <a:cs typeface="Times New Roman" panose="02020603050405020304" pitchFamily="18" charset="0"/>
            </a:endParaRPr>
          </a:p>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36</a:t>
            </a:fld>
            <a:endParaRPr lang="en-US"/>
          </a:p>
        </p:txBody>
      </p:sp>
    </p:spTree>
    <p:extLst>
      <p:ext uri="{BB962C8B-B14F-4D97-AF65-F5344CB8AC3E}">
        <p14:creationId xmlns:p14="http://schemas.microsoft.com/office/powerpoint/2010/main" val="41346110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37</a:t>
            </a:fld>
            <a:endParaRPr lang="en-US"/>
          </a:p>
        </p:txBody>
      </p:sp>
    </p:spTree>
    <p:extLst>
      <p:ext uri="{BB962C8B-B14F-4D97-AF65-F5344CB8AC3E}">
        <p14:creationId xmlns:p14="http://schemas.microsoft.com/office/powerpoint/2010/main" val="1914710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38</a:t>
            </a:fld>
            <a:endParaRPr lang="en-US"/>
          </a:p>
        </p:txBody>
      </p:sp>
    </p:spTree>
    <p:extLst>
      <p:ext uri="{BB962C8B-B14F-4D97-AF65-F5344CB8AC3E}">
        <p14:creationId xmlns:p14="http://schemas.microsoft.com/office/powerpoint/2010/main" val="32511604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40</a:t>
            </a:fld>
            <a:endParaRPr lang="en-US"/>
          </a:p>
        </p:txBody>
      </p:sp>
    </p:spTree>
    <p:extLst>
      <p:ext uri="{BB962C8B-B14F-4D97-AF65-F5344CB8AC3E}">
        <p14:creationId xmlns:p14="http://schemas.microsoft.com/office/powerpoint/2010/main" val="32472340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41</a:t>
            </a:fld>
            <a:endParaRPr lang="en-US"/>
          </a:p>
        </p:txBody>
      </p:sp>
    </p:spTree>
    <p:extLst>
      <p:ext uri="{BB962C8B-B14F-4D97-AF65-F5344CB8AC3E}">
        <p14:creationId xmlns:p14="http://schemas.microsoft.com/office/powerpoint/2010/main" val="24945535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43</a:t>
            </a:fld>
            <a:endParaRPr lang="en-US"/>
          </a:p>
        </p:txBody>
      </p:sp>
    </p:spTree>
    <p:extLst>
      <p:ext uri="{BB962C8B-B14F-4D97-AF65-F5344CB8AC3E}">
        <p14:creationId xmlns:p14="http://schemas.microsoft.com/office/powerpoint/2010/main" val="36783161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44</a:t>
            </a:fld>
            <a:endParaRPr lang="en-US"/>
          </a:p>
        </p:txBody>
      </p:sp>
    </p:spTree>
    <p:extLst>
      <p:ext uri="{BB962C8B-B14F-4D97-AF65-F5344CB8AC3E}">
        <p14:creationId xmlns:p14="http://schemas.microsoft.com/office/powerpoint/2010/main" val="7266552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lnSpc>
                <a:spcPct val="150000"/>
              </a:lnSpc>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D42E6B4-5828-4C02-A0CF-17C06995BA4F}" type="slidenum">
              <a:rPr lang="en-US" smtClean="0"/>
              <a:t>45</a:t>
            </a:fld>
            <a:endParaRPr lang="en-US"/>
          </a:p>
        </p:txBody>
      </p:sp>
    </p:spTree>
    <p:extLst>
      <p:ext uri="{BB962C8B-B14F-4D97-AF65-F5344CB8AC3E}">
        <p14:creationId xmlns:p14="http://schemas.microsoft.com/office/powerpoint/2010/main" val="121584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672690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289055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50613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10206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636D71-A5EE-4D80-93F2-2E793BA34D6A}" type="datetimeFigureOut">
              <a:rPr lang="en-US" smtClean="0"/>
              <a:t>11/10/2021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51057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636D71-A5EE-4D80-93F2-2E793BA34D6A}" type="datetimeFigureOut">
              <a:rPr lang="en-US" smtClean="0"/>
              <a:t>11/10/2021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651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36D71-A5EE-4D80-93F2-2E793BA34D6A}" type="datetimeFigureOut">
              <a:rPr lang="en-US" smtClean="0"/>
              <a:t>11/10/2021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76023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599378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60962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050622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839752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610285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4799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02162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65462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2"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2"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5839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30621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48159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22116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604570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8028299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9617884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ext Placeholder 2"/>
          <p:cNvSpPr>
            <a:spLocks noGrp="1"/>
          </p:cNvSpPr>
          <p:nvPr>
            <p:ph type="body"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99242F-2EF2-0B43-BC6C-EB4AD4F1835C}" type="slidenum">
              <a:rPr lang="x-none"/>
              <a:pPr>
                <a:defRPr/>
              </a:pPr>
              <a:t>‹#›</a:t>
            </a:fld>
            <a:endParaRPr lang="en-US"/>
          </a:p>
        </p:txBody>
      </p:sp>
    </p:spTree>
    <p:extLst>
      <p:ext uri="{BB962C8B-B14F-4D97-AF65-F5344CB8AC3E}">
        <p14:creationId xmlns:p14="http://schemas.microsoft.com/office/powerpoint/2010/main" val="29298949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ClipArt Placeholder 2"/>
          <p:cNvSpPr>
            <a:spLocks noGrp="1"/>
          </p:cNvSpPr>
          <p:nvPr>
            <p:ph type="clipArt" sz="half" idx="1"/>
          </p:nvPr>
        </p:nvSpPr>
        <p:spPr>
          <a:xfrm>
            <a:off x="457200" y="1200151"/>
            <a:ext cx="4038600" cy="3394472"/>
          </a:xfrm>
        </p:spPr>
        <p:txBody>
          <a:bodyPr/>
          <a:lstStyle/>
          <a:p>
            <a:pPr lvl="0"/>
            <a:r>
              <a:rPr lang="en-US" noProof="0"/>
              <a:t>Click icon to add clip art</a:t>
            </a:r>
          </a:p>
        </p:txBody>
      </p:sp>
      <p:sp>
        <p:nvSpPr>
          <p:cNvPr id="4" name="Text Placeholder 3"/>
          <p:cNvSpPr>
            <a:spLocks noGrp="1"/>
          </p:cNvSpPr>
          <p:nvPr>
            <p:ph type="body"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DE4179-BE5E-AC4D-8946-1289F21B5112}" type="slidenum">
              <a:rPr lang="x-none"/>
              <a:pPr>
                <a:defRPr/>
              </a:pPr>
              <a:t>‹#›</a:t>
            </a:fld>
            <a:endParaRPr lang="en-US"/>
          </a:p>
        </p:txBody>
      </p:sp>
    </p:spTree>
    <p:extLst>
      <p:ext uri="{BB962C8B-B14F-4D97-AF65-F5344CB8AC3E}">
        <p14:creationId xmlns:p14="http://schemas.microsoft.com/office/powerpoint/2010/main" val="83553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able Placeholder 2"/>
          <p:cNvSpPr>
            <a:spLocks noGrp="1"/>
          </p:cNvSpPr>
          <p:nvPr>
            <p:ph type="tbl" idx="1"/>
          </p:nvPr>
        </p:nvSpPr>
        <p:spPr>
          <a:xfrm>
            <a:off x="457200" y="1200151"/>
            <a:ext cx="8229600" cy="3394472"/>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1571A4-3FE9-024F-B572-062A760A0968}" type="slidenum">
              <a:rPr lang="x-none"/>
              <a:pPr>
                <a:defRPr/>
              </a:pPr>
              <a:t>‹#›</a:t>
            </a:fld>
            <a:endParaRPr lang="en-US"/>
          </a:p>
        </p:txBody>
      </p:sp>
    </p:spTree>
    <p:extLst>
      <p:ext uri="{BB962C8B-B14F-4D97-AF65-F5344CB8AC3E}">
        <p14:creationId xmlns:p14="http://schemas.microsoft.com/office/powerpoint/2010/main" val="513119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610285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479970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021623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065462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4583997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306219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481594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22116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8604570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8028299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9617884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ext Placeholder 2"/>
          <p:cNvSpPr>
            <a:spLocks noGrp="1"/>
          </p:cNvSpPr>
          <p:nvPr>
            <p:ph type="body" sz="half" idx="1"/>
          </p:nvPr>
        </p:nvSpPr>
        <p:spPr>
          <a:xfrm>
            <a:off x="457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999242F-2EF2-0B43-BC6C-EB4AD4F1835C}" type="slidenum">
              <a:rPr lang="x-none"/>
              <a:pPr>
                <a:defRPr/>
              </a:pPr>
              <a:t>‹#›</a:t>
            </a:fld>
            <a:endParaRPr lang="en-US"/>
          </a:p>
        </p:txBody>
      </p:sp>
    </p:spTree>
    <p:extLst>
      <p:ext uri="{BB962C8B-B14F-4D97-AF65-F5344CB8AC3E}">
        <p14:creationId xmlns:p14="http://schemas.microsoft.com/office/powerpoint/2010/main" val="29298949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ClipArt Placeholder 2"/>
          <p:cNvSpPr>
            <a:spLocks noGrp="1"/>
          </p:cNvSpPr>
          <p:nvPr>
            <p:ph type="clipArt" sz="half" idx="1"/>
          </p:nvPr>
        </p:nvSpPr>
        <p:spPr>
          <a:xfrm>
            <a:off x="457200" y="1200151"/>
            <a:ext cx="4038600" cy="3394472"/>
          </a:xfrm>
        </p:spPr>
        <p:txBody>
          <a:bodyPr/>
          <a:lstStyle/>
          <a:p>
            <a:pPr lvl="0"/>
            <a:r>
              <a:rPr lang="en-US" noProof="0"/>
              <a:t>Click icon to add clip art</a:t>
            </a:r>
          </a:p>
        </p:txBody>
      </p:sp>
      <p:sp>
        <p:nvSpPr>
          <p:cNvPr id="4" name="Text Placeholder 3"/>
          <p:cNvSpPr>
            <a:spLocks noGrp="1"/>
          </p:cNvSpPr>
          <p:nvPr>
            <p:ph type="body" sz="half" idx="2"/>
          </p:nvPr>
        </p:nvSpPr>
        <p:spPr>
          <a:xfrm>
            <a:off x="4648200" y="1200151"/>
            <a:ext cx="4038600"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DE4179-BE5E-AC4D-8946-1289F21B5112}" type="slidenum">
              <a:rPr lang="x-none"/>
              <a:pPr>
                <a:defRPr/>
              </a:pPr>
              <a:t>‹#›</a:t>
            </a:fld>
            <a:endParaRPr lang="en-US"/>
          </a:p>
        </p:txBody>
      </p:sp>
    </p:spTree>
    <p:extLst>
      <p:ext uri="{BB962C8B-B14F-4D97-AF65-F5344CB8AC3E}">
        <p14:creationId xmlns:p14="http://schemas.microsoft.com/office/powerpoint/2010/main" val="8355390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p>
            <a:r>
              <a:rPr lang="en-US"/>
              <a:t>Click to edit Master title style</a:t>
            </a:r>
          </a:p>
        </p:txBody>
      </p:sp>
      <p:sp>
        <p:nvSpPr>
          <p:cNvPr id="3" name="Table Placeholder 2"/>
          <p:cNvSpPr>
            <a:spLocks noGrp="1"/>
          </p:cNvSpPr>
          <p:nvPr>
            <p:ph type="tbl" idx="1"/>
          </p:nvPr>
        </p:nvSpPr>
        <p:spPr>
          <a:xfrm>
            <a:off x="457200" y="1200151"/>
            <a:ext cx="8229600" cy="3394472"/>
          </a:xfrm>
        </p:spPr>
        <p:txBody>
          <a:bodyPr/>
          <a:lstStyle/>
          <a:p>
            <a:pPr lvl="0"/>
            <a:r>
              <a:rPr lang="en-US" noProof="0"/>
              <a:t>Click icon to add table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1571A4-3FE9-024F-B572-062A760A0968}" type="slidenum">
              <a:rPr lang="x-none"/>
              <a:pPr>
                <a:defRPr/>
              </a:pPr>
              <a:t>‹#›</a:t>
            </a:fld>
            <a:endParaRPr lang="en-US"/>
          </a:p>
        </p:txBody>
      </p:sp>
    </p:spTree>
    <p:extLst>
      <p:ext uri="{BB962C8B-B14F-4D97-AF65-F5344CB8AC3E}">
        <p14:creationId xmlns:p14="http://schemas.microsoft.com/office/powerpoint/2010/main" val="5131195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6726906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2890558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400">
                <a:solidFill>
                  <a:schemeClr val="tx1">
                    <a:tint val="75000"/>
                  </a:schemeClr>
                </a:solidFill>
              </a:defRPr>
            </a:lvl2pPr>
            <a:lvl3pPr marL="685800" indent="0">
              <a:buNone/>
              <a:defRPr sz="1200">
                <a:solidFill>
                  <a:schemeClr val="tx1">
                    <a:tint val="75000"/>
                  </a:schemeClr>
                </a:solidFill>
              </a:defRPr>
            </a:lvl3pPr>
            <a:lvl4pPr marL="1028700" indent="0">
              <a:buNone/>
              <a:defRPr sz="1100">
                <a:solidFill>
                  <a:schemeClr val="tx1">
                    <a:tint val="75000"/>
                  </a:schemeClr>
                </a:solidFill>
              </a:defRPr>
            </a:lvl4pPr>
            <a:lvl5pPr marL="1371600" indent="0">
              <a:buNone/>
              <a:defRPr sz="1100">
                <a:solidFill>
                  <a:schemeClr val="tx1">
                    <a:tint val="75000"/>
                  </a:schemeClr>
                </a:solidFill>
              </a:defRPr>
            </a:lvl5pPr>
            <a:lvl6pPr marL="1714500" indent="0">
              <a:buNone/>
              <a:defRPr sz="1100">
                <a:solidFill>
                  <a:schemeClr val="tx1">
                    <a:tint val="75000"/>
                  </a:schemeClr>
                </a:solidFill>
              </a:defRPr>
            </a:lvl6pPr>
            <a:lvl7pPr marL="2057400" indent="0">
              <a:buNone/>
              <a:defRPr sz="1100">
                <a:solidFill>
                  <a:schemeClr val="tx1">
                    <a:tint val="75000"/>
                  </a:schemeClr>
                </a:solidFill>
              </a:defRPr>
            </a:lvl7pPr>
            <a:lvl8pPr marL="2400300" indent="0">
              <a:buNone/>
              <a:defRPr sz="1100">
                <a:solidFill>
                  <a:schemeClr val="tx1">
                    <a:tint val="75000"/>
                  </a:schemeClr>
                </a:solidFill>
              </a:defRPr>
            </a:lvl8pPr>
            <a:lvl9pPr marL="2743200" indent="0">
              <a:buNone/>
              <a:defRPr sz="1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5061395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102068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636D71-A5EE-4D80-93F2-2E793BA34D6A}" type="datetimeFigureOut">
              <a:rPr lang="en-US" smtClean="0"/>
              <a:t>11/10/2021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51057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636D71-A5EE-4D80-93F2-2E793BA34D6A}" type="datetimeFigureOut">
              <a:rPr lang="en-US" smtClean="0"/>
              <a:t>11/10/2021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865163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36D71-A5EE-4D80-93F2-2E793BA34D6A}" type="datetimeFigureOut">
              <a:rPr lang="en-US" smtClean="0"/>
              <a:t>11/10/2021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2760233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5993786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en-US"/>
              <a:t>Click to edit Master text styles</a:t>
            </a:r>
          </a:p>
        </p:txBody>
      </p:sp>
      <p:sp>
        <p:nvSpPr>
          <p:cNvPr id="5" name="Date Placeholder 4"/>
          <p:cNvSpPr>
            <a:spLocks noGrp="1"/>
          </p:cNvSpPr>
          <p:nvPr>
            <p:ph type="dt" sz="half" idx="10"/>
          </p:nvPr>
        </p:nvSpPr>
        <p:spPr/>
        <p:txBody>
          <a:bodyPr/>
          <a:lstStyle/>
          <a:p>
            <a:fld id="{3F636D71-A5EE-4D80-93F2-2E793BA34D6A}" type="datetimeFigureOut">
              <a:rPr lang="en-US" smtClean="0"/>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16096242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40506229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636D71-A5EE-4D80-93F2-2E793BA34D6A}" type="datetimeFigureOut">
              <a:rPr lang="en-US" smtClean="0"/>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9E5BC-76EE-475F-81B5-91CB5EDFEC20}" type="slidenum">
              <a:rPr lang="en-US" smtClean="0"/>
              <a:t>‹#›</a:t>
            </a:fld>
            <a:endParaRPr lang="en-US"/>
          </a:p>
        </p:txBody>
      </p:sp>
    </p:spTree>
    <p:extLst>
      <p:ext uri="{BB962C8B-B14F-4D97-AF65-F5344CB8AC3E}">
        <p14:creationId xmlns:p14="http://schemas.microsoft.com/office/powerpoint/2010/main" val="38397523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5488098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7549486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0076535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6454338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9249311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8856150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7522346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7647199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3702078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26971300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344AC8-05EC-439C-B105-7130EAECF138}" type="datetimeFigureOut">
              <a:rPr lang="en-US" smtClean="0"/>
              <a:pPr/>
              <a:t>11/10/2021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B71AF-6906-4218-8C2C-7E0D3820EE39}" type="slidenum">
              <a:rPr lang="en-US" smtClean="0"/>
              <a:pPr/>
              <a:t>‹#›</a:t>
            </a:fld>
            <a:endParaRPr lang="en-US"/>
          </a:p>
        </p:txBody>
      </p:sp>
    </p:spTree>
    <p:extLst>
      <p:ext uri="{BB962C8B-B14F-4D97-AF65-F5344CB8AC3E}">
        <p14:creationId xmlns:p14="http://schemas.microsoft.com/office/powerpoint/2010/main" val="117665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image" Target="../media/image2.pn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image" Target="../media/image2.png"/><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F636D71-A5EE-4D80-93F2-2E793BA34D6A}" type="datetimeFigureOut">
              <a:rPr lang="en-US" smtClean="0"/>
              <a:t>11/10/2021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719E5BC-76EE-475F-81B5-91CB5EDFEC20}" type="slidenum">
              <a:rPr lang="en-US" smtClean="0"/>
              <a:t>‹#›</a:t>
            </a:fld>
            <a:endParaRPr lang="en-US"/>
          </a:p>
        </p:txBody>
      </p:sp>
    </p:spTree>
    <p:extLst>
      <p:ext uri="{BB962C8B-B14F-4D97-AF65-F5344CB8AC3E}">
        <p14:creationId xmlns:p14="http://schemas.microsoft.com/office/powerpoint/2010/main" val="14530114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A344AC8-05EC-439C-B105-7130EAECF138}" type="datetimeFigureOut">
              <a:rPr lang="en-US" smtClean="0"/>
              <a:pPr/>
              <a:t>11/10/2021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347735326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A344AC8-05EC-439C-B105-7130EAECF138}" type="datetimeFigureOut">
              <a:rPr lang="en-US" smtClean="0"/>
              <a:pPr/>
              <a:t>11/10/2021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347735326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68580" tIns="34290" rIns="68580" bIns="3429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3F636D71-A5EE-4D80-93F2-2E793BA34D6A}" type="datetimeFigureOut">
              <a:rPr lang="en-US" smtClean="0"/>
              <a:t>11/10/2021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A719E5BC-76EE-475F-81B5-91CB5EDFEC20}" type="slidenum">
              <a:rPr lang="en-US" smtClean="0"/>
              <a:t>‹#›</a:t>
            </a:fld>
            <a:endParaRPr lang="en-US"/>
          </a:p>
        </p:txBody>
      </p:sp>
    </p:spTree>
    <p:extLst>
      <p:ext uri="{BB962C8B-B14F-4D97-AF65-F5344CB8AC3E}">
        <p14:creationId xmlns:p14="http://schemas.microsoft.com/office/powerpoint/2010/main" val="145301141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A344AC8-05EC-439C-B105-7130EAECF138}" type="datetimeFigureOut">
              <a:rPr lang="en-US" smtClean="0"/>
              <a:pPr/>
              <a:t>11/10/2021</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30B71AF-6906-4218-8C2C-7E0D3820EE39}" type="slidenum">
              <a:rPr lang="en-US" smtClean="0"/>
              <a:pPr/>
              <a:t>‹#›</a:t>
            </a:fld>
            <a:endParaRPr lang="en-US"/>
          </a:p>
        </p:txBody>
      </p:sp>
    </p:spTree>
    <p:extLst>
      <p:ext uri="{BB962C8B-B14F-4D97-AF65-F5344CB8AC3E}">
        <p14:creationId xmlns:p14="http://schemas.microsoft.com/office/powerpoint/2010/main" val="155802724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8" Type="http://schemas.openxmlformats.org/officeDocument/2006/relationships/hyperlink" Target="http://thevoluptuoustable.blogspot.com/2012/11/savory-bread-pudding-with-cream-gravy.html" TargetMode="External"/><Relationship Id="rId3" Type="http://schemas.openxmlformats.org/officeDocument/2006/relationships/image" Target="../media/image4.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41.xml"/><Relationship Id="rId6" Type="http://schemas.openxmlformats.org/officeDocument/2006/relationships/hyperlink" Target="https://www.acsh.org/news/2017/05/08/altering-runners-glucose-levels-avoid-hitting-wall-11243" TargetMode="External"/><Relationship Id="rId5" Type="http://schemas.openxmlformats.org/officeDocument/2006/relationships/image" Target="../media/image5.jpeg"/><Relationship Id="rId4" Type="http://schemas.openxmlformats.org/officeDocument/2006/relationships/hyperlink" Target="https://butterflylabs.com/how-important-is-a-foods-glycemic-index-in-helping-you-lose-weight/" TargetMode="Externa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4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diagramLayout" Target="../diagrams/layout3.xml"/><Relationship Id="rId3" Type="http://schemas.openxmlformats.org/officeDocument/2006/relationships/image" Target="../media/image9.jpeg"/><Relationship Id="rId7" Type="http://schemas.openxmlformats.org/officeDocument/2006/relationships/image" Target="../media/image12.png"/><Relationship Id="rId12" Type="http://schemas.openxmlformats.org/officeDocument/2006/relationships/diagramData" Target="../diagrams/data3.xml"/><Relationship Id="rId2" Type="http://schemas.openxmlformats.org/officeDocument/2006/relationships/notesSlide" Target="../notesSlides/notesSlide4.xml"/><Relationship Id="rId16" Type="http://schemas.microsoft.com/office/2007/relationships/diagramDrawing" Target="../diagrams/drawing3.xml"/><Relationship Id="rId1" Type="http://schemas.openxmlformats.org/officeDocument/2006/relationships/slideLayout" Target="../slideLayouts/slideLayout41.xml"/><Relationship Id="rId6" Type="http://schemas.openxmlformats.org/officeDocument/2006/relationships/hyperlink" Target="https://pixabay.com/en/male-toilet-public-bathroom-44078/" TargetMode="External"/><Relationship Id="rId11" Type="http://schemas.openxmlformats.org/officeDocument/2006/relationships/image" Target="../media/image15.svg"/><Relationship Id="rId5" Type="http://schemas.openxmlformats.org/officeDocument/2006/relationships/image" Target="../media/image11.png"/><Relationship Id="rId15" Type="http://schemas.openxmlformats.org/officeDocument/2006/relationships/diagramColors" Target="../diagrams/colors3.xml"/><Relationship Id="rId10" Type="http://schemas.openxmlformats.org/officeDocument/2006/relationships/image" Target="../media/image14.png"/><Relationship Id="rId4" Type="http://schemas.openxmlformats.org/officeDocument/2006/relationships/image" Target="../media/image10.jpeg"/><Relationship Id="rId9" Type="http://schemas.openxmlformats.org/officeDocument/2006/relationships/hyperlink" Target="https://svgsilh.com/image/44050.html" TargetMode="External"/><Relationship Id="rId1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19.png"/><Relationship Id="rId7" Type="http://schemas.openxmlformats.org/officeDocument/2006/relationships/diagramData" Target="../diagrams/data4.xml"/><Relationship Id="rId2" Type="http://schemas.openxmlformats.org/officeDocument/2006/relationships/notesSlide" Target="../notesSlides/notesSlide5.xml"/><Relationship Id="rId1" Type="http://schemas.openxmlformats.org/officeDocument/2006/relationships/slideLayout" Target="../slideLayouts/slideLayout41.xml"/><Relationship Id="rId6" Type="http://schemas.openxmlformats.org/officeDocument/2006/relationships/hyperlink" Target="https://svgsilh.com/image/44050.html" TargetMode="External"/><Relationship Id="rId11" Type="http://schemas.microsoft.com/office/2007/relationships/diagramDrawing" Target="../diagrams/drawing4.xml"/><Relationship Id="rId5" Type="http://schemas.openxmlformats.org/officeDocument/2006/relationships/image" Target="../media/image21.svg"/><Relationship Id="rId10" Type="http://schemas.openxmlformats.org/officeDocument/2006/relationships/diagramColors" Target="../diagrams/colors4.xml"/><Relationship Id="rId4" Type="http://schemas.openxmlformats.org/officeDocument/2006/relationships/image" Target="../media/image20.png"/><Relationship Id="rId9"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2.png"/><Relationship Id="rId7"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41.xml"/><Relationship Id="rId6" Type="http://schemas.openxmlformats.org/officeDocument/2006/relationships/hyperlink" Target="https://www.lark.com/blog/glycemic-index-how-to-determine-high-vs-low-glycemic-foods/" TargetMode="External"/><Relationship Id="rId5" Type="http://schemas.openxmlformats.org/officeDocument/2006/relationships/image" Target="../media/image23.png"/><Relationship Id="rId4" Type="http://schemas.microsoft.com/office/2007/relationships/hdphoto" Target="../media/hdphoto1.wdp"/><Relationship Id="rId9" Type="http://schemas.openxmlformats.org/officeDocument/2006/relationships/hyperlink" Target="http://www.freeimageslive.co.uk/free_stock_image/medication-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41.xml"/><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1.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41.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41.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41.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9.xml"/><Relationship Id="rId1" Type="http://schemas.openxmlformats.org/officeDocument/2006/relationships/slideLayout" Target="../slideLayouts/slideLayout4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41.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4825" y="1504950"/>
            <a:ext cx="8134350" cy="1676399"/>
          </a:xfrm>
        </p:spPr>
        <p:txBody>
          <a:bodyPr>
            <a:noAutofit/>
          </a:bodyPr>
          <a:lstStyle/>
          <a:p>
            <a:r>
              <a:rPr lang="en-001" sz="2800" b="1">
                <a:solidFill>
                  <a:schemeClr val="bg1"/>
                </a:solidFill>
                <a:latin typeface="Calibri" panose="020F0502020204030204" pitchFamily="34" charset="0"/>
                <a:cs typeface="Calibri" panose="020F0502020204030204" pitchFamily="34" charset="0"/>
              </a:rPr>
              <a:t>Đo lường chỉ số GI của các sản phẩm sữa ANMUM</a:t>
            </a:r>
            <a:endParaRPr lang="vi-VN" sz="2800" b="1">
              <a:solidFill>
                <a:schemeClr val="bg1"/>
              </a:solidFill>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3429000" y="2743201"/>
            <a:ext cx="5410200" cy="1676399"/>
          </a:xfrm>
        </p:spPr>
        <p:txBody>
          <a:bodyPr>
            <a:normAutofit/>
          </a:bodyPr>
          <a:lstStyle/>
          <a:p>
            <a:pPr algn="r"/>
            <a:r>
              <a:rPr lang="en-US" sz="2000" b="1">
                <a:solidFill>
                  <a:schemeClr val="bg1"/>
                </a:solidFill>
              </a:rPr>
              <a:t>Chủ nhiệm đề tài: Ts. Bs. Trương Hồng Sơn</a:t>
            </a:r>
          </a:p>
          <a:p>
            <a:pPr algn="r"/>
            <a:r>
              <a:rPr lang="en-US" sz="2000" b="1">
                <a:solidFill>
                  <a:schemeClr val="bg1"/>
                </a:solidFill>
              </a:rPr>
              <a:t>Đồng chủ nhiệm: </a:t>
            </a:r>
            <a:r>
              <a:rPr lang="en-US" sz="2000" b="1" err="1">
                <a:solidFill>
                  <a:schemeClr val="bg1"/>
                </a:solidFill>
              </a:rPr>
              <a:t>PGs.</a:t>
            </a:r>
            <a:r>
              <a:rPr lang="en-US" sz="2000" b="1">
                <a:solidFill>
                  <a:schemeClr val="bg1"/>
                </a:solidFill>
              </a:rPr>
              <a:t> Ts. Bs. </a:t>
            </a:r>
            <a:r>
              <a:rPr lang="en-US" sz="2000" b="1" err="1">
                <a:solidFill>
                  <a:schemeClr val="bg1"/>
                </a:solidFill>
              </a:rPr>
              <a:t>Nguyễn</a:t>
            </a:r>
            <a:r>
              <a:rPr lang="en-US" sz="2000" b="1">
                <a:solidFill>
                  <a:schemeClr val="bg1"/>
                </a:solidFill>
              </a:rPr>
              <a:t> Xuân Ninh</a:t>
            </a:r>
          </a:p>
          <a:p>
            <a:pPr algn="r"/>
            <a:r>
              <a:rPr lang="en-US" sz="2000" b="1">
                <a:solidFill>
                  <a:schemeClr val="bg1"/>
                </a:solidFill>
              </a:rPr>
              <a:t>Viện Y học ứng dụng Việt Nam</a:t>
            </a:r>
          </a:p>
        </p:txBody>
      </p:sp>
    </p:spTree>
    <p:extLst>
      <p:ext uri="{BB962C8B-B14F-4D97-AF65-F5344CB8AC3E}">
        <p14:creationId xmlns:p14="http://schemas.microsoft.com/office/powerpoint/2010/main" val="3768123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err="1"/>
              <a:t>Nội</a:t>
            </a:r>
            <a:r>
              <a:rPr lang="en-US" sz="3200" b="1"/>
              <a:t> dung </a:t>
            </a:r>
            <a:r>
              <a:rPr lang="en-US" sz="3200" b="1" err="1"/>
              <a:t>trình</a:t>
            </a:r>
            <a:r>
              <a:rPr lang="en-US" sz="3200" b="1"/>
              <a:t> </a:t>
            </a:r>
            <a:r>
              <a:rPr lang="en-US" sz="3200" b="1" err="1"/>
              <a:t>bày</a:t>
            </a:r>
            <a:endParaRPr lang="en-US" sz="3200" b="1"/>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41496524"/>
              </p:ext>
            </p:extLst>
          </p:nvPr>
        </p:nvGraphicFramePr>
        <p:xfrm>
          <a:off x="152400" y="1200150"/>
          <a:ext cx="8839200" cy="3394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087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4800535-7F9E-4E19-8F4F-9C3E5AB9E018}"/>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a:latin typeface="+mj-lt"/>
                <a:ea typeface="+mj-ea"/>
                <a:cs typeface="+mj-cs"/>
              </a:rPr>
              <a:t>ĐẶT VẤN ĐỀ</a:t>
            </a:r>
          </a:p>
        </p:txBody>
      </p:sp>
    </p:spTree>
    <p:extLst>
      <p:ext uri="{BB962C8B-B14F-4D97-AF65-F5344CB8AC3E}">
        <p14:creationId xmlns:p14="http://schemas.microsoft.com/office/powerpoint/2010/main" val="20680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hart, sunburst chart&#10;&#10;Description automatically generated">
            <a:extLst>
              <a:ext uri="{FF2B5EF4-FFF2-40B4-BE49-F238E27FC236}">
                <a16:creationId xmlns:a16="http://schemas.microsoft.com/office/drawing/2014/main" id="{2C8E40F9-7885-402F-AAFD-83DBD284A335}"/>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5556" b="5556"/>
          <a:stretch/>
        </p:blipFill>
        <p:spPr>
          <a:xfrm>
            <a:off x="1138283" y="163975"/>
            <a:ext cx="2736066" cy="2736066"/>
          </a:xfrm>
          <a:prstGeom prst="ellipse">
            <a:avLst/>
          </a:prstGeom>
        </p:spPr>
      </p:pic>
      <p:grpSp>
        <p:nvGrpSpPr>
          <p:cNvPr id="25" name="Group 24">
            <a:extLst>
              <a:ext uri="{FF2B5EF4-FFF2-40B4-BE49-F238E27FC236}">
                <a16:creationId xmlns:a16="http://schemas.microsoft.com/office/drawing/2014/main" id="{1CDB22E7-6C38-483F-8349-CF981F1858FD}"/>
              </a:ext>
            </a:extLst>
          </p:cNvPr>
          <p:cNvGrpSpPr/>
          <p:nvPr/>
        </p:nvGrpSpPr>
        <p:grpSpPr>
          <a:xfrm>
            <a:off x="1559760" y="2980411"/>
            <a:ext cx="1893112" cy="1565624"/>
            <a:chOff x="4750594" y="885825"/>
            <a:chExt cx="3829068" cy="3222974"/>
          </a:xfrm>
        </p:grpSpPr>
        <p:pic>
          <p:nvPicPr>
            <p:cNvPr id="19" name="Picture 18" descr="A picture containing diagram&#10;&#10;Description automatically generated">
              <a:extLst>
                <a:ext uri="{FF2B5EF4-FFF2-40B4-BE49-F238E27FC236}">
                  <a16:creationId xmlns:a16="http://schemas.microsoft.com/office/drawing/2014/main" id="{95F3F02C-FA22-4FF8-81A6-D7463887AEB5}"/>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50594" y="885825"/>
              <a:ext cx="1685925" cy="1685925"/>
            </a:xfrm>
            <a:prstGeom prst="rect">
              <a:avLst/>
            </a:prstGeom>
          </p:spPr>
        </p:pic>
        <p:pic>
          <p:nvPicPr>
            <p:cNvPr id="21" name="Picture 20" descr="A picture containing bread&#10;&#10;Description automatically generated">
              <a:extLst>
                <a:ext uri="{FF2B5EF4-FFF2-40B4-BE49-F238E27FC236}">
                  <a16:creationId xmlns:a16="http://schemas.microsoft.com/office/drawing/2014/main" id="{A504E9A9-F585-4013-93B6-37E438DE3C9B}"/>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414804" y="2571750"/>
              <a:ext cx="2164858" cy="1537049"/>
            </a:xfrm>
            <a:prstGeom prst="rect">
              <a:avLst/>
            </a:prstGeom>
          </p:spPr>
        </p:pic>
        <p:cxnSp>
          <p:nvCxnSpPr>
            <p:cNvPr id="24" name="Straight Connector 23">
              <a:extLst>
                <a:ext uri="{FF2B5EF4-FFF2-40B4-BE49-F238E27FC236}">
                  <a16:creationId xmlns:a16="http://schemas.microsoft.com/office/drawing/2014/main" id="{4E64D1F8-6C5D-4B75-9DEB-C0F97105CE09}"/>
                </a:ext>
              </a:extLst>
            </p:cNvPr>
            <p:cNvCxnSpPr/>
            <p:nvPr/>
          </p:nvCxnSpPr>
          <p:spPr>
            <a:xfrm flipH="1">
              <a:off x="5357813" y="1664494"/>
              <a:ext cx="2157412" cy="1500188"/>
            </a:xfrm>
            <a:prstGeom prst="line">
              <a:avLst/>
            </a:prstGeom>
            <a:ln w="28575">
              <a:solidFill>
                <a:schemeClr val="bg1">
                  <a:lumMod val="50000"/>
                </a:schemeClr>
              </a:solidFill>
            </a:ln>
          </p:spPr>
          <p:style>
            <a:lnRef idx="1">
              <a:schemeClr val="dk1"/>
            </a:lnRef>
            <a:fillRef idx="0">
              <a:schemeClr val="dk1"/>
            </a:fillRef>
            <a:effectRef idx="0">
              <a:schemeClr val="dk1"/>
            </a:effectRef>
            <a:fontRef idx="minor">
              <a:schemeClr val="tx1"/>
            </a:fontRef>
          </p:style>
        </p:cxnSp>
      </p:grpSp>
      <p:pic>
        <p:nvPicPr>
          <p:cNvPr id="26" name="Picture 25">
            <a:extLst>
              <a:ext uri="{FF2B5EF4-FFF2-40B4-BE49-F238E27FC236}">
                <a16:creationId xmlns:a16="http://schemas.microsoft.com/office/drawing/2014/main" id="{E0668E32-0D9A-4F81-B812-B42D6864B368}"/>
              </a:ext>
            </a:extLst>
          </p:cNvPr>
          <p:cNvPicPr>
            <a:picLocks noChangeAspect="1"/>
          </p:cNvPicPr>
          <p:nvPr/>
        </p:nvPicPr>
        <p:blipFill>
          <a:blip r:embed="rId9"/>
          <a:stretch>
            <a:fillRect/>
          </a:stretch>
        </p:blipFill>
        <p:spPr>
          <a:xfrm>
            <a:off x="4590918" y="925901"/>
            <a:ext cx="4319587" cy="3291697"/>
          </a:xfrm>
          <a:prstGeom prst="rect">
            <a:avLst/>
          </a:prstGeom>
        </p:spPr>
      </p:pic>
    </p:spTree>
    <p:extLst>
      <p:ext uri="{BB962C8B-B14F-4D97-AF65-F5344CB8AC3E}">
        <p14:creationId xmlns:p14="http://schemas.microsoft.com/office/powerpoint/2010/main" val="311649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3B7A0AF-677A-4A89-B155-AF8F0E4C04E7}"/>
              </a:ext>
            </a:extLst>
          </p:cNvPr>
          <p:cNvGraphicFramePr/>
          <p:nvPr>
            <p:extLst>
              <p:ext uri="{D42A27DB-BD31-4B8C-83A1-F6EECF244321}">
                <p14:modId xmlns:p14="http://schemas.microsoft.com/office/powerpoint/2010/main" val="1908210252"/>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836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45522E2-8B8B-4B9F-8939-CCEEB4D9E42C}"/>
              </a:ext>
            </a:extLst>
          </p:cNvPr>
          <p:cNvGrpSpPr/>
          <p:nvPr/>
        </p:nvGrpSpPr>
        <p:grpSpPr>
          <a:xfrm>
            <a:off x="20559" y="973683"/>
            <a:ext cx="5840096" cy="2362200"/>
            <a:chOff x="2495225" y="388844"/>
            <a:chExt cx="6527169" cy="2640106"/>
          </a:xfrm>
        </p:grpSpPr>
        <p:pic>
          <p:nvPicPr>
            <p:cNvPr id="8" name="Picture 7" descr="Map&#10;&#10;Description automatically generated with medium confidence">
              <a:extLst>
                <a:ext uri="{FF2B5EF4-FFF2-40B4-BE49-F238E27FC236}">
                  <a16:creationId xmlns:a16="http://schemas.microsoft.com/office/drawing/2014/main" id="{7DB036D8-C3E2-4B20-866B-D9EBFBFE795B}"/>
                </a:ext>
              </a:extLst>
            </p:cNvPr>
            <p:cNvPicPr>
              <a:picLocks noChangeAspect="1"/>
            </p:cNvPicPr>
            <p:nvPr/>
          </p:nvPicPr>
          <p:blipFill rotWithShape="1">
            <a:blip r:embed="rId3">
              <a:extLst>
                <a:ext uri="{28A0092B-C50C-407E-A947-70E740481C1C}">
                  <a14:useLocalDpi xmlns:a14="http://schemas.microsoft.com/office/drawing/2010/main" val="0"/>
                </a:ext>
              </a:extLst>
            </a:blip>
            <a:srcRect l="10212" t="4741" b="43930"/>
            <a:stretch/>
          </p:blipFill>
          <p:spPr>
            <a:xfrm>
              <a:off x="2495225" y="388844"/>
              <a:ext cx="3263583" cy="2640106"/>
            </a:xfrm>
            <a:prstGeom prst="rect">
              <a:avLst/>
            </a:prstGeom>
          </p:spPr>
        </p:pic>
        <p:pic>
          <p:nvPicPr>
            <p:cNvPr id="10" name="Picture 9" descr="Map&#10;&#10;Description automatically generated">
              <a:extLst>
                <a:ext uri="{FF2B5EF4-FFF2-40B4-BE49-F238E27FC236}">
                  <a16:creationId xmlns:a16="http://schemas.microsoft.com/office/drawing/2014/main" id="{EAF66800-4AEA-4D86-8E72-10662CD03371}"/>
                </a:ext>
              </a:extLst>
            </p:cNvPr>
            <p:cNvPicPr>
              <a:picLocks noChangeAspect="1"/>
            </p:cNvPicPr>
            <p:nvPr/>
          </p:nvPicPr>
          <p:blipFill rotWithShape="1">
            <a:blip r:embed="rId4">
              <a:extLst>
                <a:ext uri="{28A0092B-C50C-407E-A947-70E740481C1C}">
                  <a14:useLocalDpi xmlns:a14="http://schemas.microsoft.com/office/drawing/2010/main" val="0"/>
                </a:ext>
              </a:extLst>
            </a:blip>
            <a:srcRect t="4956" r="10212" b="43828"/>
            <a:stretch/>
          </p:blipFill>
          <p:spPr>
            <a:xfrm>
              <a:off x="5758811" y="388844"/>
              <a:ext cx="3263583" cy="2640106"/>
            </a:xfrm>
            <a:prstGeom prst="rect">
              <a:avLst/>
            </a:prstGeom>
          </p:spPr>
        </p:pic>
      </p:grpSp>
      <p:grpSp>
        <p:nvGrpSpPr>
          <p:cNvPr id="27" name="Group 26">
            <a:extLst>
              <a:ext uri="{FF2B5EF4-FFF2-40B4-BE49-F238E27FC236}">
                <a16:creationId xmlns:a16="http://schemas.microsoft.com/office/drawing/2014/main" id="{225E0517-C781-4F20-B36D-60643E9B43E7}"/>
              </a:ext>
            </a:extLst>
          </p:cNvPr>
          <p:cNvGrpSpPr/>
          <p:nvPr/>
        </p:nvGrpSpPr>
        <p:grpSpPr>
          <a:xfrm>
            <a:off x="1665149" y="3533113"/>
            <a:ext cx="2550914" cy="531178"/>
            <a:chOff x="990600" y="4019550"/>
            <a:chExt cx="2550914" cy="531178"/>
          </a:xfrm>
        </p:grpSpPr>
        <p:pic>
          <p:nvPicPr>
            <p:cNvPr id="13" name="Picture 12" descr="Shape&#10;&#10;Description automatically generated with low confidence">
              <a:extLst>
                <a:ext uri="{FF2B5EF4-FFF2-40B4-BE49-F238E27FC236}">
                  <a16:creationId xmlns:a16="http://schemas.microsoft.com/office/drawing/2014/main" id="{F7C8B203-D4A2-45F9-82CF-A50605EC276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90600" y="4019550"/>
              <a:ext cx="264914" cy="529828"/>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8381112A-6A1B-481D-9B91-92CC5AE0958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219200" y="4019550"/>
              <a:ext cx="264914" cy="529828"/>
            </a:xfrm>
            <a:prstGeom prst="rect">
              <a:avLst/>
            </a:prstGeom>
          </p:spPr>
        </p:pic>
        <p:pic>
          <p:nvPicPr>
            <p:cNvPr id="15" name="Picture 14" descr="Shape&#10;&#10;Description automatically generated with low confidence">
              <a:extLst>
                <a:ext uri="{FF2B5EF4-FFF2-40B4-BE49-F238E27FC236}">
                  <a16:creationId xmlns:a16="http://schemas.microsoft.com/office/drawing/2014/main" id="{EC8A2CC9-A27C-407F-908F-2CC271AAC7C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447800" y="4019550"/>
              <a:ext cx="264914" cy="529828"/>
            </a:xfrm>
            <a:prstGeom prst="rect">
              <a:avLst/>
            </a:prstGeom>
          </p:spPr>
        </p:pic>
        <p:pic>
          <p:nvPicPr>
            <p:cNvPr id="16" name="Picture 15" descr="Shape&#10;&#10;Description automatically generated with low confidence">
              <a:extLst>
                <a:ext uri="{FF2B5EF4-FFF2-40B4-BE49-F238E27FC236}">
                  <a16:creationId xmlns:a16="http://schemas.microsoft.com/office/drawing/2014/main" id="{9F034227-1D9A-4652-BCA0-0D27C55F27B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676400" y="4019550"/>
              <a:ext cx="264914" cy="529828"/>
            </a:xfrm>
            <a:prstGeom prst="rect">
              <a:avLst/>
            </a:prstGeom>
          </p:spPr>
        </p:pic>
        <p:pic>
          <p:nvPicPr>
            <p:cNvPr id="17" name="Picture 16" descr="Shape&#10;&#10;Description automatically generated with low confidence">
              <a:extLst>
                <a:ext uri="{FF2B5EF4-FFF2-40B4-BE49-F238E27FC236}">
                  <a16:creationId xmlns:a16="http://schemas.microsoft.com/office/drawing/2014/main" id="{93EF4DF2-0D13-45F6-97ED-8FEEC8EEB73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905000" y="4019550"/>
              <a:ext cx="264914" cy="529828"/>
            </a:xfrm>
            <a:prstGeom prst="rect">
              <a:avLst/>
            </a:prstGeom>
          </p:spPr>
        </p:pic>
        <p:pic>
          <p:nvPicPr>
            <p:cNvPr id="18" name="Picture 17" descr="Shape&#10;&#10;Description automatically generated with low confidence">
              <a:extLst>
                <a:ext uri="{FF2B5EF4-FFF2-40B4-BE49-F238E27FC236}">
                  <a16:creationId xmlns:a16="http://schemas.microsoft.com/office/drawing/2014/main" id="{D56B35AC-2F19-48CC-BB56-AAD8F28B3F7D}"/>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133600" y="4019550"/>
              <a:ext cx="264914" cy="529828"/>
            </a:xfrm>
            <a:prstGeom prst="rect">
              <a:avLst/>
            </a:prstGeom>
          </p:spPr>
        </p:pic>
        <p:pic>
          <p:nvPicPr>
            <p:cNvPr id="19" name="Picture 18" descr="Shape&#10;&#10;Description automatically generated with low confidence">
              <a:extLst>
                <a:ext uri="{FF2B5EF4-FFF2-40B4-BE49-F238E27FC236}">
                  <a16:creationId xmlns:a16="http://schemas.microsoft.com/office/drawing/2014/main" id="{C7D52676-9E6D-4A10-B5AB-5A13C733B445}"/>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362200" y="4019550"/>
              <a:ext cx="264914" cy="529828"/>
            </a:xfrm>
            <a:prstGeom prst="rect">
              <a:avLst/>
            </a:prstGeom>
          </p:spPr>
        </p:pic>
        <p:pic>
          <p:nvPicPr>
            <p:cNvPr id="20" name="Picture 19" descr="Shape&#10;&#10;Description automatically generated with low confidence">
              <a:extLst>
                <a:ext uri="{FF2B5EF4-FFF2-40B4-BE49-F238E27FC236}">
                  <a16:creationId xmlns:a16="http://schemas.microsoft.com/office/drawing/2014/main" id="{30DBFB3D-A239-43B1-96DB-A7B37A9BB5FF}"/>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590800" y="4019550"/>
              <a:ext cx="264914" cy="529828"/>
            </a:xfrm>
            <a:prstGeom prst="rect">
              <a:avLst/>
            </a:prstGeom>
          </p:spPr>
        </p:pic>
        <p:pic>
          <p:nvPicPr>
            <p:cNvPr id="21" name="Picture 20" descr="Shape&#10;&#10;Description automatically generated with low confidence">
              <a:extLst>
                <a:ext uri="{FF2B5EF4-FFF2-40B4-BE49-F238E27FC236}">
                  <a16:creationId xmlns:a16="http://schemas.microsoft.com/office/drawing/2014/main" id="{47100FE1-D093-422D-A68B-7C11747A7B3F}"/>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819400" y="4020900"/>
              <a:ext cx="264914" cy="529828"/>
            </a:xfrm>
            <a:prstGeom prst="rect">
              <a:avLst/>
            </a:prstGeom>
          </p:spPr>
        </p:pic>
        <p:pic>
          <p:nvPicPr>
            <p:cNvPr id="22" name="Picture 21" descr="Shape&#10;&#10;Description automatically generated with low confidence">
              <a:extLst>
                <a:ext uri="{FF2B5EF4-FFF2-40B4-BE49-F238E27FC236}">
                  <a16:creationId xmlns:a16="http://schemas.microsoft.com/office/drawing/2014/main" id="{5CF30297-2352-4DDF-93F2-44E0C18896A4}"/>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3048000" y="4020900"/>
              <a:ext cx="264914" cy="529828"/>
            </a:xfrm>
            <a:prstGeom prst="rect">
              <a:avLst/>
            </a:prstGeom>
          </p:spPr>
        </p:pic>
        <p:pic>
          <p:nvPicPr>
            <p:cNvPr id="23" name="Picture 22" descr="Shape&#10;&#10;Description automatically generated with low confidence">
              <a:extLst>
                <a:ext uri="{FF2B5EF4-FFF2-40B4-BE49-F238E27FC236}">
                  <a16:creationId xmlns:a16="http://schemas.microsoft.com/office/drawing/2014/main" id="{28CF9051-E801-4435-AA91-AA18F384449D}"/>
                </a:ext>
              </a:extLst>
            </p:cNvPr>
            <p:cNvPicPr>
              <a:picLocks noChangeAspect="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3276600" y="4020014"/>
              <a:ext cx="264914" cy="529828"/>
            </a:xfrm>
            <a:prstGeom prst="rect">
              <a:avLst/>
            </a:prstGeom>
          </p:spPr>
        </p:pic>
      </p:grpSp>
      <p:grpSp>
        <p:nvGrpSpPr>
          <p:cNvPr id="3" name="Group 2">
            <a:extLst>
              <a:ext uri="{FF2B5EF4-FFF2-40B4-BE49-F238E27FC236}">
                <a16:creationId xmlns:a16="http://schemas.microsoft.com/office/drawing/2014/main" id="{05AA45C4-C85F-4178-8ED2-98E565F32E37}"/>
              </a:ext>
            </a:extLst>
          </p:cNvPr>
          <p:cNvGrpSpPr/>
          <p:nvPr/>
        </p:nvGrpSpPr>
        <p:grpSpPr>
          <a:xfrm>
            <a:off x="5941566" y="483135"/>
            <a:ext cx="3074569" cy="3657811"/>
            <a:chOff x="6043622" y="739167"/>
            <a:chExt cx="3074569" cy="3657811"/>
          </a:xfrm>
        </p:grpSpPr>
        <p:grpSp>
          <p:nvGrpSpPr>
            <p:cNvPr id="37" name="Group 36">
              <a:extLst>
                <a:ext uri="{FF2B5EF4-FFF2-40B4-BE49-F238E27FC236}">
                  <a16:creationId xmlns:a16="http://schemas.microsoft.com/office/drawing/2014/main" id="{E6C80A1F-BDE7-48FE-9570-0453609F3A89}"/>
                </a:ext>
              </a:extLst>
            </p:cNvPr>
            <p:cNvGrpSpPr/>
            <p:nvPr/>
          </p:nvGrpSpPr>
          <p:grpSpPr>
            <a:xfrm>
              <a:off x="6043622" y="3533113"/>
              <a:ext cx="1828800" cy="439473"/>
              <a:chOff x="6234749" y="1390649"/>
              <a:chExt cx="2255599" cy="542036"/>
            </a:xfrm>
          </p:grpSpPr>
          <p:pic>
            <p:nvPicPr>
              <p:cNvPr id="29" name="Graphic 28">
                <a:extLst>
                  <a:ext uri="{FF2B5EF4-FFF2-40B4-BE49-F238E27FC236}">
                    <a16:creationId xmlns:a16="http://schemas.microsoft.com/office/drawing/2014/main" id="{BF420210-A1BF-46B1-9266-C03C08E63F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6601065" y="1390650"/>
                <a:ext cx="380999" cy="541971"/>
              </a:xfrm>
              <a:prstGeom prst="rect">
                <a:avLst/>
              </a:prstGeom>
            </p:spPr>
          </p:pic>
          <p:pic>
            <p:nvPicPr>
              <p:cNvPr id="32" name="Graphic 31">
                <a:extLst>
                  <a:ext uri="{FF2B5EF4-FFF2-40B4-BE49-F238E27FC236}">
                    <a16:creationId xmlns:a16="http://schemas.microsoft.com/office/drawing/2014/main" id="{90D288BD-E494-4B5B-91C6-2E52B16384E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6234749" y="1390714"/>
                <a:ext cx="380999" cy="541971"/>
              </a:xfrm>
              <a:prstGeom prst="rect">
                <a:avLst/>
              </a:prstGeom>
            </p:spPr>
          </p:pic>
          <p:pic>
            <p:nvPicPr>
              <p:cNvPr id="33" name="Graphic 32">
                <a:extLst>
                  <a:ext uri="{FF2B5EF4-FFF2-40B4-BE49-F238E27FC236}">
                    <a16:creationId xmlns:a16="http://schemas.microsoft.com/office/drawing/2014/main" id="{09E4E509-4A1E-4692-9CC4-9B07825ECC2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7363063" y="1390650"/>
                <a:ext cx="380999" cy="541971"/>
              </a:xfrm>
              <a:prstGeom prst="rect">
                <a:avLst/>
              </a:prstGeom>
            </p:spPr>
          </p:pic>
          <p:pic>
            <p:nvPicPr>
              <p:cNvPr id="34" name="Graphic 33">
                <a:extLst>
                  <a:ext uri="{FF2B5EF4-FFF2-40B4-BE49-F238E27FC236}">
                    <a16:creationId xmlns:a16="http://schemas.microsoft.com/office/drawing/2014/main" id="{D74F5312-BB48-4828-8A7B-C21D2956283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6982064" y="1390650"/>
                <a:ext cx="380999" cy="541971"/>
              </a:xfrm>
              <a:prstGeom prst="rect">
                <a:avLst/>
              </a:prstGeom>
            </p:spPr>
          </p:pic>
          <p:pic>
            <p:nvPicPr>
              <p:cNvPr id="35" name="Graphic 34">
                <a:extLst>
                  <a:ext uri="{FF2B5EF4-FFF2-40B4-BE49-F238E27FC236}">
                    <a16:creationId xmlns:a16="http://schemas.microsoft.com/office/drawing/2014/main" id="{51415D9B-3A30-43DE-828B-77154A7563E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7743033" y="1390649"/>
                <a:ext cx="380999" cy="541971"/>
              </a:xfrm>
              <a:prstGeom prst="rect">
                <a:avLst/>
              </a:prstGeom>
            </p:spPr>
          </p:pic>
          <p:pic>
            <p:nvPicPr>
              <p:cNvPr id="36" name="Graphic 35">
                <a:extLst>
                  <a:ext uri="{FF2B5EF4-FFF2-40B4-BE49-F238E27FC236}">
                    <a16:creationId xmlns:a16="http://schemas.microsoft.com/office/drawing/2014/main" id="{FA0CBC20-8B23-4A49-A046-5A072EC8260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 uri="{837473B0-CC2E-450A-ABE3-18F120FF3D39}">
                    <a1611:picAttrSrcUrl xmlns:a1611="http://schemas.microsoft.com/office/drawing/2016/11/main" r:id="rId9"/>
                  </a:ext>
                </a:extLst>
              </a:blip>
              <a:stretch>
                <a:fillRect/>
              </a:stretch>
            </p:blipFill>
            <p:spPr>
              <a:xfrm>
                <a:off x="8109349" y="1390649"/>
                <a:ext cx="380999" cy="541971"/>
              </a:xfrm>
              <a:prstGeom prst="rect">
                <a:avLst/>
              </a:prstGeom>
            </p:spPr>
          </p:pic>
        </p:grpSp>
        <p:sp>
          <p:nvSpPr>
            <p:cNvPr id="39" name="TextBox 38">
              <a:extLst>
                <a:ext uri="{FF2B5EF4-FFF2-40B4-BE49-F238E27FC236}">
                  <a16:creationId xmlns:a16="http://schemas.microsoft.com/office/drawing/2014/main" id="{871ED6DE-9529-4D00-AE78-373C71516329}"/>
                </a:ext>
              </a:extLst>
            </p:cNvPr>
            <p:cNvSpPr txBox="1"/>
            <p:nvPr/>
          </p:nvSpPr>
          <p:spPr>
            <a:xfrm>
              <a:off x="7594191" y="3073539"/>
              <a:ext cx="1524000" cy="1323439"/>
            </a:xfrm>
            <a:prstGeom prst="rect">
              <a:avLst/>
            </a:prstGeom>
            <a:noFill/>
          </p:spPr>
          <p:txBody>
            <a:bodyPr wrap="square">
              <a:spAutoFit/>
            </a:bodyPr>
            <a:lstStyle/>
            <a:p>
              <a:pPr algn="r"/>
              <a:r>
                <a:rPr lang="vi-VN" sz="1600" b="1">
                  <a:solidFill>
                    <a:srgbClr val="942825"/>
                  </a:solidFill>
                  <a:effectLst/>
                  <a:latin typeface="Calibri" panose="020F0502020204030204" pitchFamily="34" charset="0"/>
                  <a:ea typeface="MS Mincho" panose="02020609040205080304" pitchFamily="49" charset="-128"/>
                  <a:cs typeface="Calibri" panose="020F0502020204030204" pitchFamily="34" charset="0"/>
                </a:rPr>
                <a:t>chịu ảnh hưởng của</a:t>
              </a:r>
            </a:p>
            <a:p>
              <a:pPr algn="r"/>
              <a:r>
                <a:rPr lang="vi-VN" sz="1600" b="1">
                  <a:solidFill>
                    <a:srgbClr val="942825"/>
                  </a:solidFill>
                  <a:effectLst/>
                  <a:latin typeface="Calibri" panose="020F0502020204030204" pitchFamily="34" charset="0"/>
                  <a:ea typeface="MS Mincho" panose="02020609040205080304" pitchFamily="49" charset="-128"/>
                  <a:cs typeface="Calibri" panose="020F0502020204030204" pitchFamily="34" charset="0"/>
                </a:rPr>
                <a:t>tăng đường huyết trong thai kỳ</a:t>
              </a:r>
              <a:endParaRPr lang="en-US" sz="1600" b="1">
                <a:solidFill>
                  <a:srgbClr val="942825"/>
                </a:solidFill>
                <a:latin typeface="Calibri" panose="020F0502020204030204" pitchFamily="34" charset="0"/>
                <a:cs typeface="Calibri" panose="020F0502020204030204" pitchFamily="34" charset="0"/>
              </a:endParaRPr>
            </a:p>
          </p:txBody>
        </p:sp>
        <p:graphicFrame>
          <p:nvGraphicFramePr>
            <p:cNvPr id="42" name="Diagram 41">
              <a:extLst>
                <a:ext uri="{FF2B5EF4-FFF2-40B4-BE49-F238E27FC236}">
                  <a16:creationId xmlns:a16="http://schemas.microsoft.com/office/drawing/2014/main" id="{25EE4EED-A65F-498C-AC72-505D6D5AC20B}"/>
                </a:ext>
              </a:extLst>
            </p:cNvPr>
            <p:cNvGraphicFramePr/>
            <p:nvPr>
              <p:extLst>
                <p:ext uri="{D42A27DB-BD31-4B8C-83A1-F6EECF244321}">
                  <p14:modId xmlns:p14="http://schemas.microsoft.com/office/powerpoint/2010/main" val="3950614205"/>
                </p:ext>
              </p:extLst>
            </p:nvPr>
          </p:nvGraphicFramePr>
          <p:xfrm>
            <a:off x="6043622" y="739167"/>
            <a:ext cx="2953208" cy="272092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pSp>
    </p:spTree>
    <p:extLst>
      <p:ext uri="{BB962C8B-B14F-4D97-AF65-F5344CB8AC3E}">
        <p14:creationId xmlns:p14="http://schemas.microsoft.com/office/powerpoint/2010/main" val="883242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09980367-F369-4633-B5F6-4566ACDAF102}"/>
              </a:ext>
            </a:extLst>
          </p:cNvPr>
          <p:cNvGrpSpPr/>
          <p:nvPr/>
        </p:nvGrpSpPr>
        <p:grpSpPr>
          <a:xfrm>
            <a:off x="1143609" y="1026653"/>
            <a:ext cx="6856782" cy="3330905"/>
            <a:chOff x="2287219" y="1116638"/>
            <a:chExt cx="6856782" cy="3330905"/>
          </a:xfrm>
        </p:grpSpPr>
        <p:pic>
          <p:nvPicPr>
            <p:cNvPr id="1026" name="Picture 2" descr="Gestational diabetes - diagnosis, risk factors, treatment">
              <a:extLst>
                <a:ext uri="{FF2B5EF4-FFF2-40B4-BE49-F238E27FC236}">
                  <a16:creationId xmlns:a16="http://schemas.microsoft.com/office/drawing/2014/main" id="{BEC535F1-43A6-4271-BF93-EB9C810C57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277"/>
            <a:stretch/>
          </p:blipFill>
          <p:spPr bwMode="auto">
            <a:xfrm>
              <a:off x="2287219" y="1461559"/>
              <a:ext cx="2175712" cy="2393551"/>
            </a:xfrm>
            <a:prstGeom prst="roundRect">
              <a:avLst>
                <a:gd name="adj" fmla="val 20365"/>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235ED582-8D1B-4A73-954F-7B5014C1704D}"/>
                </a:ext>
              </a:extLst>
            </p:cNvPr>
            <p:cNvCxnSpPr>
              <a:cxnSpLocks/>
            </p:cNvCxnSpPr>
            <p:nvPr/>
          </p:nvCxnSpPr>
          <p:spPr>
            <a:xfrm flipV="1">
              <a:off x="3562502" y="2187245"/>
              <a:ext cx="3364992" cy="1242263"/>
            </a:xfrm>
            <a:prstGeom prst="straightConnector1">
              <a:avLst/>
            </a:prstGeom>
            <a:ln w="57150">
              <a:prstDash val="sysDot"/>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422A058-3D2F-404C-9103-2E62C945AAC9}"/>
                </a:ext>
              </a:extLst>
            </p:cNvPr>
            <p:cNvGrpSpPr/>
            <p:nvPr/>
          </p:nvGrpSpPr>
          <p:grpSpPr>
            <a:xfrm>
              <a:off x="5140147" y="1116638"/>
              <a:ext cx="4003854" cy="3330905"/>
              <a:chOff x="5140147" y="1116638"/>
              <a:chExt cx="4003854" cy="3330905"/>
            </a:xfrm>
          </p:grpSpPr>
          <p:pic>
            <p:nvPicPr>
              <p:cNvPr id="8" name="Graphic 7">
                <a:extLst>
                  <a:ext uri="{FF2B5EF4-FFF2-40B4-BE49-F238E27FC236}">
                    <a16:creationId xmlns:a16="http://schemas.microsoft.com/office/drawing/2014/main" id="{988D49BF-F34B-49A8-AD7D-602A6129B4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 uri="{837473B0-CC2E-450A-ABE3-18F120FF3D39}">
                    <a1611:picAttrSrcUrl xmlns:a1611="http://schemas.microsoft.com/office/drawing/2016/11/main" r:id="rId6"/>
                  </a:ext>
                </a:extLst>
              </a:blip>
              <a:stretch>
                <a:fillRect/>
              </a:stretch>
            </p:blipFill>
            <p:spPr>
              <a:xfrm>
                <a:off x="6650174" y="2082365"/>
                <a:ext cx="983797" cy="1399451"/>
              </a:xfrm>
              <a:prstGeom prst="rect">
                <a:avLst/>
              </a:prstGeom>
            </p:spPr>
          </p:pic>
          <p:graphicFrame>
            <p:nvGraphicFramePr>
              <p:cNvPr id="9" name="Diagram 8">
                <a:extLst>
                  <a:ext uri="{FF2B5EF4-FFF2-40B4-BE49-F238E27FC236}">
                    <a16:creationId xmlns:a16="http://schemas.microsoft.com/office/drawing/2014/main" id="{A34A203F-B520-4D36-9CD0-2116DEF7A36C}"/>
                  </a:ext>
                </a:extLst>
              </p:cNvPr>
              <p:cNvGraphicFramePr/>
              <p:nvPr>
                <p:extLst>
                  <p:ext uri="{D42A27DB-BD31-4B8C-83A1-F6EECF244321}">
                    <p14:modId xmlns:p14="http://schemas.microsoft.com/office/powerpoint/2010/main" val="2756578064"/>
                  </p:ext>
                </p:extLst>
              </p:nvPr>
            </p:nvGraphicFramePr>
            <p:xfrm>
              <a:off x="5140147" y="1116638"/>
              <a:ext cx="4003854" cy="33309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cxnSp>
          <p:nvCxnSpPr>
            <p:cNvPr id="16" name="Straight Arrow Connector 15">
              <a:extLst>
                <a:ext uri="{FF2B5EF4-FFF2-40B4-BE49-F238E27FC236}">
                  <a16:creationId xmlns:a16="http://schemas.microsoft.com/office/drawing/2014/main" id="{258EC612-058A-4384-936B-9C8CE1AEF54B}"/>
                </a:ext>
              </a:extLst>
            </p:cNvPr>
            <p:cNvCxnSpPr>
              <a:cxnSpLocks/>
            </p:cNvCxnSpPr>
            <p:nvPr/>
          </p:nvCxnSpPr>
          <p:spPr>
            <a:xfrm flipV="1">
              <a:off x="3562502" y="3403773"/>
              <a:ext cx="3364992" cy="51470"/>
            </a:xfrm>
            <a:prstGeom prst="straightConnector1">
              <a:avLst/>
            </a:prstGeom>
            <a:ln w="57150">
              <a:prstDash val="sysDot"/>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19242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reat Obstetrical And Neonatal Syndromes - Pregnancy Clipart, HD Png  Download - kindpng">
            <a:extLst>
              <a:ext uri="{FF2B5EF4-FFF2-40B4-BE49-F238E27FC236}">
                <a16:creationId xmlns:a16="http://schemas.microsoft.com/office/drawing/2014/main" id="{38F30DE4-6780-4635-B4AA-18ED9D52E73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676" b="96149" l="9419" r="90000">
                        <a14:foregroundMark x1="9419" y1="67770" x2="9419" y2="67770"/>
                        <a14:foregroundMark x1="44651" y1="41824" x2="44651" y2="41824"/>
                        <a14:foregroundMark x1="52558" y1="32162" x2="52558" y2="32162"/>
                        <a14:foregroundMark x1="62326" y1="14730" x2="62326" y2="14730"/>
                        <a14:foregroundMark x1="64186" y1="21284" x2="64186" y2="21284"/>
                        <a14:foregroundMark x1="83023" y1="11419" x2="83023" y2="11419"/>
                        <a14:foregroundMark x1="73953" y1="5743" x2="73953" y2="5743"/>
                        <a14:foregroundMark x1="31512" y1="19324" x2="31512" y2="19324"/>
                        <a14:foregroundMark x1="11977" y1="40946" x2="11977" y2="40946"/>
                        <a14:foregroundMark x1="84535" y1="56622" x2="84535" y2="56622"/>
                        <a14:foregroundMark x1="87558" y1="68851" x2="87558" y2="68851"/>
                        <a14:foregroundMark x1="78140" y1="61216" x2="78140" y2="61216"/>
                        <a14:foregroundMark x1="17674" y1="84392" x2="17674" y2="84392"/>
                        <a14:foregroundMark x1="22907" y1="93784" x2="22907" y2="93784"/>
                        <a14:foregroundMark x1="61977" y1="96149" x2="61977" y2="96149"/>
                        <a14:foregroundMark x1="42442" y1="57297" x2="42442" y2="57297"/>
                        <a14:foregroundMark x1="69884" y1="62770" x2="69884" y2="62770"/>
                      </a14:backgroundRemoval>
                    </a14:imgEffect>
                  </a14:imgLayer>
                </a14:imgProps>
              </a:ext>
              <a:ext uri="{28A0092B-C50C-407E-A947-70E740481C1C}">
                <a14:useLocalDpi xmlns:a14="http://schemas.microsoft.com/office/drawing/2010/main" val="0"/>
              </a:ext>
            </a:extLst>
          </a:blip>
          <a:srcRect/>
          <a:stretch>
            <a:fillRect/>
          </a:stretch>
        </p:blipFill>
        <p:spPr bwMode="auto">
          <a:xfrm>
            <a:off x="457200" y="715070"/>
            <a:ext cx="2311603" cy="397748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calendar&#10;&#10;Description automatically generated">
            <a:extLst>
              <a:ext uri="{FF2B5EF4-FFF2-40B4-BE49-F238E27FC236}">
                <a16:creationId xmlns:a16="http://schemas.microsoft.com/office/drawing/2014/main" id="{1619C310-8869-433C-BA2B-B41619CDD59D}"/>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923651" y="938087"/>
            <a:ext cx="2584373" cy="1508522"/>
          </a:xfrm>
          <a:prstGeom prst="rect">
            <a:avLst/>
          </a:prstGeom>
        </p:spPr>
      </p:pic>
      <p:pic>
        <p:nvPicPr>
          <p:cNvPr id="2052" name="Picture 4" descr="What to Look for in Maternity Workout Clothes">
            <a:extLst>
              <a:ext uri="{FF2B5EF4-FFF2-40B4-BE49-F238E27FC236}">
                <a16:creationId xmlns:a16="http://schemas.microsoft.com/office/drawing/2014/main" id="{0CCED0A3-E7E2-4627-9D95-8D8E7D2FFC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5768" y="938087"/>
            <a:ext cx="2296305" cy="150852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group of different colored rocks&#10;&#10;Description automatically generated with low confidence">
            <a:extLst>
              <a:ext uri="{FF2B5EF4-FFF2-40B4-BE49-F238E27FC236}">
                <a16:creationId xmlns:a16="http://schemas.microsoft.com/office/drawing/2014/main" id="{83D5844D-7746-44CC-BDF2-FF2E7E560979}"/>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4571999" y="2664306"/>
            <a:ext cx="2643838" cy="1758979"/>
          </a:xfrm>
          <a:prstGeom prst="rect">
            <a:avLst/>
          </a:prstGeom>
        </p:spPr>
      </p:pic>
    </p:spTree>
    <p:extLst>
      <p:ext uri="{BB962C8B-B14F-4D97-AF65-F5344CB8AC3E}">
        <p14:creationId xmlns:p14="http://schemas.microsoft.com/office/powerpoint/2010/main" val="4048200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278C4-2ED9-4BE5-8EA8-2CD99F2669AD}"/>
              </a:ext>
            </a:extLst>
          </p:cNvPr>
          <p:cNvSpPr>
            <a:spLocks noGrp="1"/>
          </p:cNvSpPr>
          <p:nvPr>
            <p:ph type="title"/>
          </p:nvPr>
        </p:nvSpPr>
        <p:spPr/>
        <p:txBody>
          <a:bodyPr>
            <a:normAutofit/>
          </a:bodyPr>
          <a:lstStyle/>
          <a:p>
            <a:r>
              <a:rPr lang="vi-VN" sz="32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Mục tiêu nghiên cứu</a:t>
            </a:r>
            <a:endParaRPr lang="en-US" sz="3200"/>
          </a:p>
        </p:txBody>
      </p:sp>
      <p:pic>
        <p:nvPicPr>
          <p:cNvPr id="6" name="Picture 5" descr="A picture containing text&#10;&#10;Description automatically generated">
            <a:extLst>
              <a:ext uri="{FF2B5EF4-FFF2-40B4-BE49-F238E27FC236}">
                <a16:creationId xmlns:a16="http://schemas.microsoft.com/office/drawing/2014/main" id="{B67D9C78-0FF2-40A8-A595-74C1E3CEC047}"/>
              </a:ext>
            </a:extLst>
          </p:cNvPr>
          <p:cNvPicPr>
            <a:picLocks noChangeAspect="1"/>
          </p:cNvPicPr>
          <p:nvPr/>
        </p:nvPicPr>
        <p:blipFill rotWithShape="1">
          <a:blip r:embed="rId3">
            <a:extLst>
              <a:ext uri="{28A0092B-C50C-407E-A947-70E740481C1C}">
                <a14:useLocalDpi xmlns:a14="http://schemas.microsoft.com/office/drawing/2010/main" val="0"/>
              </a:ext>
            </a:extLst>
          </a:blip>
          <a:srcRect l="37769" t="10791" r="32506" b="10560"/>
          <a:stretch/>
        </p:blipFill>
        <p:spPr>
          <a:xfrm>
            <a:off x="6156790" y="1760097"/>
            <a:ext cx="828178" cy="2191304"/>
          </a:xfrm>
          <a:prstGeom prst="rect">
            <a:avLst/>
          </a:prstGeom>
        </p:spPr>
      </p:pic>
      <p:pic>
        <p:nvPicPr>
          <p:cNvPr id="8" name="Picture 7" descr="A picture containing container, can&#10;&#10;Description automatically generated">
            <a:extLst>
              <a:ext uri="{FF2B5EF4-FFF2-40B4-BE49-F238E27FC236}">
                <a16:creationId xmlns:a16="http://schemas.microsoft.com/office/drawing/2014/main" id="{C22FBAF3-B4D4-4301-B871-4C4CD3472740}"/>
              </a:ext>
            </a:extLst>
          </p:cNvPr>
          <p:cNvPicPr>
            <a:picLocks noChangeAspect="1"/>
          </p:cNvPicPr>
          <p:nvPr/>
        </p:nvPicPr>
        <p:blipFill rotWithShape="1">
          <a:blip r:embed="rId4">
            <a:extLst>
              <a:ext uri="{28A0092B-C50C-407E-A947-70E740481C1C}">
                <a14:useLocalDpi xmlns:a14="http://schemas.microsoft.com/office/drawing/2010/main" val="0"/>
              </a:ext>
            </a:extLst>
          </a:blip>
          <a:srcRect l="26817" t="20115" r="29947" b="16880"/>
          <a:stretch/>
        </p:blipFill>
        <p:spPr>
          <a:xfrm>
            <a:off x="2159032" y="1760097"/>
            <a:ext cx="1530759" cy="2230678"/>
          </a:xfrm>
          <a:prstGeom prst="rect">
            <a:avLst/>
          </a:prstGeom>
        </p:spPr>
      </p:pic>
      <p:sp>
        <p:nvSpPr>
          <p:cNvPr id="10" name="TextBox 9">
            <a:extLst>
              <a:ext uri="{FF2B5EF4-FFF2-40B4-BE49-F238E27FC236}">
                <a16:creationId xmlns:a16="http://schemas.microsoft.com/office/drawing/2014/main" id="{AC13E90B-9689-4668-8B7D-A7D62B6876DA}"/>
              </a:ext>
            </a:extLst>
          </p:cNvPr>
          <p:cNvSpPr txBox="1"/>
          <p:nvPr/>
        </p:nvSpPr>
        <p:spPr>
          <a:xfrm>
            <a:off x="2011290" y="1152725"/>
            <a:ext cx="5121420" cy="400110"/>
          </a:xfrm>
          <a:prstGeom prst="rect">
            <a:avLst/>
          </a:prstGeom>
          <a:noFill/>
        </p:spPr>
        <p:txBody>
          <a:bodyPr wrap="square">
            <a:spAutoFit/>
          </a:bodyPr>
          <a:lstStyle/>
          <a:p>
            <a:pPr algn="ctr"/>
            <a:r>
              <a:rPr lang="vi-VN" sz="20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Đo lường chỉ số GI của 02 sản phẩm sữa:</a:t>
            </a:r>
            <a:endParaRPr lang="en-US" sz="2000" b="1"/>
          </a:p>
        </p:txBody>
      </p:sp>
      <p:sp>
        <p:nvSpPr>
          <p:cNvPr id="14" name="TextBox 13">
            <a:extLst>
              <a:ext uri="{FF2B5EF4-FFF2-40B4-BE49-F238E27FC236}">
                <a16:creationId xmlns:a16="http://schemas.microsoft.com/office/drawing/2014/main" id="{BB2BCAE9-9151-445A-8BB0-15BD3D93A65B}"/>
              </a:ext>
            </a:extLst>
          </p:cNvPr>
          <p:cNvSpPr txBox="1"/>
          <p:nvPr/>
        </p:nvSpPr>
        <p:spPr>
          <a:xfrm>
            <a:off x="1668025" y="4120330"/>
            <a:ext cx="2512771" cy="369332"/>
          </a:xfrm>
          <a:prstGeom prst="rect">
            <a:avLst/>
          </a:prstGeom>
          <a:noFill/>
        </p:spPr>
        <p:txBody>
          <a:bodyPr wrap="square">
            <a:spAutoFit/>
          </a:bodyPr>
          <a:lstStyle/>
          <a:p>
            <a:pPr algn="ctr"/>
            <a:r>
              <a:rPr lang="en-US" b="1" err="1"/>
              <a:t>Anmum</a:t>
            </a:r>
            <a:r>
              <a:rPr lang="en-US" b="1"/>
              <a:t> </a:t>
            </a:r>
            <a:r>
              <a:rPr lang="en-US" b="1" err="1"/>
              <a:t>Materna</a:t>
            </a:r>
            <a:r>
              <a:rPr lang="en-US" b="1"/>
              <a:t> </a:t>
            </a:r>
            <a:r>
              <a:rPr lang="en-US" b="1" err="1"/>
              <a:t>vị</a:t>
            </a:r>
            <a:r>
              <a:rPr lang="en-US" b="1"/>
              <a:t> </a:t>
            </a:r>
            <a:r>
              <a:rPr lang="en-US" b="1" err="1"/>
              <a:t>vani</a:t>
            </a:r>
            <a:endParaRPr lang="en-US" b="1"/>
          </a:p>
        </p:txBody>
      </p:sp>
      <p:sp>
        <p:nvSpPr>
          <p:cNvPr id="17" name="TextBox 16">
            <a:extLst>
              <a:ext uri="{FF2B5EF4-FFF2-40B4-BE49-F238E27FC236}">
                <a16:creationId xmlns:a16="http://schemas.microsoft.com/office/drawing/2014/main" id="{30C822F3-FDD0-40B1-98AE-A06E35492F7D}"/>
              </a:ext>
            </a:extLst>
          </p:cNvPr>
          <p:cNvSpPr txBox="1"/>
          <p:nvPr/>
        </p:nvSpPr>
        <p:spPr>
          <a:xfrm>
            <a:off x="5079883" y="3951401"/>
            <a:ext cx="2981992" cy="646331"/>
          </a:xfrm>
          <a:prstGeom prst="rect">
            <a:avLst/>
          </a:prstGeom>
          <a:noFill/>
        </p:spPr>
        <p:txBody>
          <a:bodyPr wrap="square">
            <a:spAutoFit/>
          </a:bodyPr>
          <a:lstStyle/>
          <a:p>
            <a:pPr algn="ctr"/>
            <a:r>
              <a:rPr lang="vi-VN" sz="18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Anmum Materna</a:t>
            </a:r>
          </a:p>
          <a:p>
            <a:pPr algn="ctr"/>
            <a:r>
              <a:rPr lang="vi-VN" sz="18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công thức mới không đường</a:t>
            </a:r>
            <a:endParaRPr lang="en-US" b="1"/>
          </a:p>
        </p:txBody>
      </p:sp>
    </p:spTree>
    <p:extLst>
      <p:ext uri="{BB962C8B-B14F-4D97-AF65-F5344CB8AC3E}">
        <p14:creationId xmlns:p14="http://schemas.microsoft.com/office/powerpoint/2010/main" val="274711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4800535-7F9E-4E19-8F4F-9C3E5AB9E018}"/>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vi-VN" b="1" kern="1200">
                <a:latin typeface="Calibri" panose="020F0502020204030204" pitchFamily="34" charset="0"/>
                <a:cs typeface="Calibri" panose="020F0502020204030204" pitchFamily="34" charset="0"/>
              </a:rPr>
              <a:t>PHƯƠNG PHÁP NGHIÊN CỨU</a:t>
            </a:r>
            <a:endParaRPr lang="en-US" b="1" kern="12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0012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384" y="729048"/>
            <a:ext cx="6425513" cy="3880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497860" y="1320802"/>
            <a:ext cx="1556951" cy="338554"/>
          </a:xfrm>
          <a:prstGeom prst="rect">
            <a:avLst/>
          </a:prstGeom>
          <a:noFill/>
        </p:spPr>
        <p:txBody>
          <a:bodyPr wrap="square" rtlCol="0">
            <a:spAutoFit/>
          </a:bodyPr>
          <a:lstStyle/>
          <a:p>
            <a:r>
              <a:rPr lang="en-US" sz="1600" dirty="0" err="1">
                <a:latin typeface=".VnArial" panose="020B7200000000000000" pitchFamily="34" charset="0"/>
              </a:rPr>
              <a:t>Năm</a:t>
            </a:r>
            <a:r>
              <a:rPr lang="en-US" sz="1600" dirty="0">
                <a:latin typeface=".VnArial" panose="020B7200000000000000" pitchFamily="34" charset="0"/>
              </a:rPr>
              <a:t> 2013</a:t>
            </a:r>
            <a:endParaRPr lang="vi-VN" sz="1600" dirty="0"/>
          </a:p>
        </p:txBody>
      </p:sp>
    </p:spTree>
    <p:extLst>
      <p:ext uri="{BB962C8B-B14F-4D97-AF65-F5344CB8AC3E}">
        <p14:creationId xmlns:p14="http://schemas.microsoft.com/office/powerpoint/2010/main" val="168314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1392871" y="1028701"/>
            <a:ext cx="4040188" cy="479822"/>
          </a:xfrm>
        </p:spPr>
        <p:txBody>
          <a:bodyPr/>
          <a:lstStyle/>
          <a:p>
            <a:r>
              <a:rPr lang="en-US" dirty="0"/>
              <a:t>Tiêu chuẩn lựa chọn</a:t>
            </a:r>
          </a:p>
        </p:txBody>
      </p:sp>
      <p:sp>
        <p:nvSpPr>
          <p:cNvPr id="5" name="Content Placeholder 4"/>
          <p:cNvSpPr>
            <a:spLocks noGrp="1"/>
          </p:cNvSpPr>
          <p:nvPr>
            <p:ph sz="half" idx="2"/>
          </p:nvPr>
        </p:nvSpPr>
        <p:spPr>
          <a:xfrm>
            <a:off x="313664" y="1631156"/>
            <a:ext cx="4268788" cy="2963466"/>
          </a:xfrm>
        </p:spPr>
        <p:style>
          <a:lnRef idx="2">
            <a:schemeClr val="dk1"/>
          </a:lnRef>
          <a:fillRef idx="1">
            <a:schemeClr val="lt1"/>
          </a:fillRef>
          <a:effectRef idx="0">
            <a:schemeClr val="dk1"/>
          </a:effectRef>
          <a:fontRef idx="minor">
            <a:schemeClr val="dk1"/>
          </a:fontRef>
        </p:style>
        <p:txBody>
          <a:bodyPr>
            <a:normAutofit/>
          </a:bodyPr>
          <a:lstStyle/>
          <a:p>
            <a:r>
              <a:rPr lang="vi-VN" dirty="0">
                <a:latin typeface="Calibri" panose="020F0502020204030204" pitchFamily="34" charset="0"/>
                <a:cs typeface="Calibri" panose="020F0502020204030204" pitchFamily="34" charset="0"/>
              </a:rPr>
              <a:t>Tuổi: từ 20-35</a:t>
            </a:r>
          </a:p>
          <a:p>
            <a:r>
              <a:rPr lang="vi-VN" dirty="0">
                <a:latin typeface="Calibri" panose="020F0502020204030204" pitchFamily="34" charset="0"/>
                <a:cs typeface="Calibri" panose="020F0502020204030204" pitchFamily="34" charset="0"/>
              </a:rPr>
              <a:t>Đường huyết lúc đói &lt;5.</a:t>
            </a:r>
            <a:r>
              <a:rPr lang="en-US" dirty="0">
                <a:latin typeface="Calibri" panose="020F0502020204030204" pitchFamily="34" charset="0"/>
                <a:cs typeface="Calibri" panose="020F0502020204030204" pitchFamily="34" charset="0"/>
              </a:rPr>
              <a:t>6</a:t>
            </a:r>
            <a:r>
              <a:rPr lang="vi-VN" dirty="0">
                <a:latin typeface="Calibri" panose="020F0502020204030204" pitchFamily="34" charset="0"/>
                <a:cs typeface="Calibri" panose="020F0502020204030204" pitchFamily="34" charset="0"/>
              </a:rPr>
              <a:t>mmol (200mg/dL)</a:t>
            </a:r>
          </a:p>
          <a:p>
            <a:r>
              <a:rPr lang="vi-VN" dirty="0">
                <a:latin typeface="Calibri" panose="020F0502020204030204" pitchFamily="34" charset="0"/>
                <a:cs typeface="Calibri" panose="020F0502020204030204" pitchFamily="34" charset="0"/>
              </a:rPr>
              <a:t>18,5≤ BMI ≤23</a:t>
            </a:r>
          </a:p>
          <a:p>
            <a:r>
              <a:rPr lang="vi-VN" dirty="0">
                <a:latin typeface="Calibri" panose="020F0502020204030204" pitchFamily="34" charset="0"/>
                <a:cs typeface="Calibri" panose="020F0502020204030204" pitchFamily="34" charset="0"/>
              </a:rPr>
              <a:t>Không bị rối loạn lipid máu, chức năng gan thận bình thường, không dị ứng hoặc không dung nạp thực phẩm</a:t>
            </a:r>
          </a:p>
          <a:p>
            <a:r>
              <a:rPr lang="vi-VN" dirty="0">
                <a:latin typeface="Calibri" panose="020F0502020204030204" pitchFamily="34" charset="0"/>
                <a:cs typeface="Calibri" panose="020F0502020204030204" pitchFamily="34" charset="0"/>
              </a:rPr>
              <a:t>Đồng ý tham gia nghiên cứu và cam kết </a:t>
            </a:r>
            <a:r>
              <a:rPr lang="en-US" dirty="0">
                <a:latin typeface="Calibri" panose="020F0502020204030204" pitchFamily="34" charset="0"/>
                <a:cs typeface="Calibri" panose="020F0502020204030204" pitchFamily="34" charset="0"/>
              </a:rPr>
              <a:t>tham gia đầy đủ </a:t>
            </a:r>
            <a:r>
              <a:rPr lang="vi-VN" dirty="0">
                <a:latin typeface="Calibri" panose="020F0502020204030204" pitchFamily="34" charset="0"/>
                <a:cs typeface="Calibri" panose="020F0502020204030204" pitchFamily="34" charset="0"/>
              </a:rPr>
              <a:t>theo yêu cầu</a:t>
            </a:r>
          </a:p>
        </p:txBody>
      </p:sp>
      <p:sp>
        <p:nvSpPr>
          <p:cNvPr id="6" name="Text Placeholder 5"/>
          <p:cNvSpPr>
            <a:spLocks noGrp="1"/>
          </p:cNvSpPr>
          <p:nvPr>
            <p:ph type="body" sz="quarter" idx="3"/>
          </p:nvPr>
        </p:nvSpPr>
        <p:spPr>
          <a:xfrm>
            <a:off x="5722097" y="1028701"/>
            <a:ext cx="4041775" cy="479822"/>
          </a:xfrm>
        </p:spPr>
        <p:txBody>
          <a:bodyPr/>
          <a:lstStyle/>
          <a:p>
            <a:r>
              <a:rPr lang="en-US" dirty="0"/>
              <a:t>Tiêu chuẩn loại trừ</a:t>
            </a:r>
          </a:p>
        </p:txBody>
      </p:sp>
      <p:sp>
        <p:nvSpPr>
          <p:cNvPr id="7" name="Content Placeholder 6"/>
          <p:cNvSpPr>
            <a:spLocks noGrp="1"/>
          </p:cNvSpPr>
          <p:nvPr>
            <p:ph sz="quarter" idx="4"/>
          </p:nvPr>
        </p:nvSpPr>
        <p:spPr>
          <a:xfrm>
            <a:off x="4730090" y="1631156"/>
            <a:ext cx="4041775" cy="2963466"/>
          </a:xfrm>
        </p:spPr>
        <p:style>
          <a:lnRef idx="2">
            <a:schemeClr val="dk1"/>
          </a:lnRef>
          <a:fillRef idx="1">
            <a:schemeClr val="lt1"/>
          </a:fillRef>
          <a:effectRef idx="0">
            <a:schemeClr val="dk1"/>
          </a:effectRef>
          <a:fontRef idx="minor">
            <a:schemeClr val="dk1"/>
          </a:fontRef>
        </p:style>
        <p:txBody>
          <a:bodyPr>
            <a:normAutofit/>
          </a:bodyPr>
          <a:lstStyle/>
          <a:p>
            <a:pPr lvl="0"/>
            <a:r>
              <a:rPr lang="en-US" dirty="0"/>
              <a:t>Đang thực hiện các chế độ ăn kiêng đặc biệt, ăn chay, dị ứng thực phẩm</a:t>
            </a:r>
          </a:p>
          <a:p>
            <a:pPr lvl="0"/>
            <a:r>
              <a:rPr lang="en-US" dirty="0"/>
              <a:t>Mắc các bệnh về thần kinh, tâm thần, bệnh mạn tính hay sử dụng thuốc đặc biệt</a:t>
            </a:r>
          </a:p>
          <a:p>
            <a:r>
              <a:rPr lang="en-US" dirty="0"/>
              <a:t>Người sử dụng rượu bia 12 giờ trước thử nghiệm</a:t>
            </a:r>
          </a:p>
          <a:p>
            <a:r>
              <a:rPr lang="en-US" dirty="0"/>
              <a:t>Phụ nữ có thai, cho con bú</a:t>
            </a:r>
          </a:p>
        </p:txBody>
      </p:sp>
      <p:sp>
        <p:nvSpPr>
          <p:cNvPr id="10" name="Title 1">
            <a:extLst>
              <a:ext uri="{FF2B5EF4-FFF2-40B4-BE49-F238E27FC236}">
                <a16:creationId xmlns:a16="http://schemas.microsoft.com/office/drawing/2014/main" id="{C786E1A5-4BDC-4907-863B-F343322ADB94}"/>
              </a:ext>
            </a:extLst>
          </p:cNvPr>
          <p:cNvSpPr>
            <a:spLocks noGrp="1"/>
          </p:cNvSpPr>
          <p:nvPr>
            <p:ph type="title"/>
          </p:nvPr>
        </p:nvSpPr>
        <p:spPr>
          <a:xfrm>
            <a:off x="457200" y="205978"/>
            <a:ext cx="8229600" cy="857250"/>
          </a:xfrm>
        </p:spPr>
        <p:txBody>
          <a:bodyPr>
            <a:normAutofit/>
          </a:bodyPr>
          <a:lstStyle/>
          <a:p>
            <a:r>
              <a:rPr lang="vi-VN" sz="32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Tiêu chuẩn lựa chọn đối tượng</a:t>
            </a:r>
            <a:endParaRPr lang="en-US" sz="3200"/>
          </a:p>
        </p:txBody>
      </p:sp>
    </p:spTree>
    <p:extLst>
      <p:ext uri="{BB962C8B-B14F-4D97-AF65-F5344CB8AC3E}">
        <p14:creationId xmlns:p14="http://schemas.microsoft.com/office/powerpoint/2010/main" val="1301992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987028"/>
            <a:ext cx="8229600" cy="3565922"/>
          </a:xfrm>
        </p:spPr>
        <p:txBody>
          <a:bodyPr>
            <a:normAutofit lnSpcReduction="10000"/>
          </a:bodyPr>
          <a:lstStyle/>
          <a:p>
            <a:pPr>
              <a:lnSpc>
                <a:spcPct val="160000"/>
              </a:lnSpc>
              <a:spcBef>
                <a:spcPts val="0"/>
              </a:spcBef>
            </a:pPr>
            <a:r>
              <a:rPr lang="en-US" sz="2000" b="1" err="1"/>
              <a:t>Thời</a:t>
            </a:r>
            <a:r>
              <a:rPr lang="en-US" sz="2000" b="1"/>
              <a:t> </a:t>
            </a:r>
            <a:r>
              <a:rPr lang="en-US" sz="2000" b="1" err="1"/>
              <a:t>gian</a:t>
            </a:r>
            <a:r>
              <a:rPr lang="en-US" sz="2000" b="1"/>
              <a:t> </a:t>
            </a:r>
            <a:r>
              <a:rPr lang="en-US" sz="2000" b="1" err="1"/>
              <a:t>nghiên</a:t>
            </a:r>
            <a:r>
              <a:rPr lang="en-US" sz="2000" b="1"/>
              <a:t> </a:t>
            </a:r>
            <a:r>
              <a:rPr lang="en-US" sz="2000" b="1" err="1"/>
              <a:t>cứu</a:t>
            </a:r>
            <a:r>
              <a:rPr lang="en-US" sz="2000" b="1"/>
              <a:t>: 02 </a:t>
            </a:r>
            <a:r>
              <a:rPr lang="en-US" sz="2000" b="1" err="1"/>
              <a:t>tháng</a:t>
            </a:r>
            <a:r>
              <a:rPr lang="en-US" sz="2000" b="1"/>
              <a:t>. </a:t>
            </a:r>
            <a:r>
              <a:rPr lang="en-US" sz="2000" err="1"/>
              <a:t>Trong</a:t>
            </a:r>
            <a:r>
              <a:rPr lang="en-US" sz="2000"/>
              <a:t> </a:t>
            </a:r>
            <a:r>
              <a:rPr lang="en-US" sz="2000" err="1"/>
              <a:t>đó</a:t>
            </a:r>
            <a:r>
              <a:rPr lang="en-US" sz="2000"/>
              <a:t>:</a:t>
            </a:r>
            <a:endParaRPr lang="vi-VN" sz="2000"/>
          </a:p>
          <a:p>
            <a:pPr>
              <a:lnSpc>
                <a:spcPct val="160000"/>
              </a:lnSpc>
              <a:spcBef>
                <a:spcPts val="0"/>
              </a:spcBef>
            </a:pPr>
            <a:endParaRPr lang="vi-VN" sz="2000"/>
          </a:p>
          <a:p>
            <a:pPr>
              <a:lnSpc>
                <a:spcPct val="160000"/>
              </a:lnSpc>
              <a:spcBef>
                <a:spcPts val="0"/>
              </a:spcBef>
            </a:pPr>
            <a:endParaRPr lang="vi-VN" sz="2000" b="1"/>
          </a:p>
          <a:p>
            <a:pPr>
              <a:lnSpc>
                <a:spcPct val="160000"/>
              </a:lnSpc>
              <a:spcBef>
                <a:spcPts val="0"/>
              </a:spcBef>
            </a:pPr>
            <a:endParaRPr lang="vi-VN" sz="2000" b="1"/>
          </a:p>
          <a:p>
            <a:pPr>
              <a:lnSpc>
                <a:spcPct val="160000"/>
              </a:lnSpc>
              <a:spcBef>
                <a:spcPts val="0"/>
              </a:spcBef>
            </a:pPr>
            <a:r>
              <a:rPr lang="en-US" sz="2000" b="1" err="1"/>
              <a:t>Thiết</a:t>
            </a:r>
            <a:r>
              <a:rPr lang="en-US" sz="2000" b="1"/>
              <a:t> </a:t>
            </a:r>
            <a:r>
              <a:rPr lang="en-US" sz="2000" b="1" err="1"/>
              <a:t>kế</a:t>
            </a:r>
            <a:r>
              <a:rPr lang="en-US" sz="2000" b="1"/>
              <a:t> </a:t>
            </a:r>
            <a:r>
              <a:rPr lang="en-US" sz="2000" b="1" err="1"/>
              <a:t>nghiên</a:t>
            </a:r>
            <a:r>
              <a:rPr lang="en-US" sz="2000" b="1"/>
              <a:t> </a:t>
            </a:r>
            <a:r>
              <a:rPr lang="en-US" sz="2000" b="1" err="1"/>
              <a:t>cứu</a:t>
            </a:r>
            <a:r>
              <a:rPr lang="en-US" sz="2000" b="1"/>
              <a:t>: </a:t>
            </a:r>
            <a:r>
              <a:rPr lang="en-US" sz="2000" err="1"/>
              <a:t>Nghiên</a:t>
            </a:r>
            <a:r>
              <a:rPr lang="en-US" sz="2000"/>
              <a:t> </a:t>
            </a:r>
            <a:r>
              <a:rPr lang="en-US" sz="2000" err="1"/>
              <a:t>cứu</a:t>
            </a:r>
            <a:r>
              <a:rPr lang="en-US" sz="2000"/>
              <a:t> </a:t>
            </a:r>
            <a:r>
              <a:rPr lang="en-US" sz="2000" err="1"/>
              <a:t>thử</a:t>
            </a:r>
            <a:r>
              <a:rPr lang="en-US" sz="2000"/>
              <a:t> </a:t>
            </a:r>
            <a:r>
              <a:rPr lang="en-US" sz="2000" err="1"/>
              <a:t>nghiệm</a:t>
            </a:r>
            <a:r>
              <a:rPr lang="en-US" sz="2000"/>
              <a:t> </a:t>
            </a:r>
            <a:r>
              <a:rPr lang="en-US" sz="2000" err="1"/>
              <a:t>lâm</a:t>
            </a:r>
            <a:r>
              <a:rPr lang="en-US" sz="2000"/>
              <a:t> </a:t>
            </a:r>
            <a:r>
              <a:rPr lang="en-US" sz="2000" err="1"/>
              <a:t>sàng</a:t>
            </a:r>
            <a:r>
              <a:rPr lang="en-US" sz="2000"/>
              <a:t> </a:t>
            </a:r>
            <a:r>
              <a:rPr lang="en-US" sz="2000" err="1"/>
              <a:t>tự</a:t>
            </a:r>
            <a:r>
              <a:rPr lang="en-US" sz="2000"/>
              <a:t> </a:t>
            </a:r>
            <a:r>
              <a:rPr lang="en-US" sz="2000" err="1"/>
              <a:t>đối</a:t>
            </a:r>
            <a:r>
              <a:rPr lang="en-US" sz="2000"/>
              <a:t> </a:t>
            </a:r>
            <a:r>
              <a:rPr lang="en-US" sz="2000" err="1"/>
              <a:t>chứng</a:t>
            </a:r>
            <a:r>
              <a:rPr lang="en-US" sz="2000"/>
              <a:t>.</a:t>
            </a:r>
          </a:p>
          <a:p>
            <a:pPr>
              <a:lnSpc>
                <a:spcPct val="160000"/>
              </a:lnSpc>
              <a:spcBef>
                <a:spcPts val="0"/>
              </a:spcBef>
            </a:pPr>
            <a:r>
              <a:rPr lang="en-US" sz="2000" b="1" err="1"/>
              <a:t>Cỡ</a:t>
            </a:r>
            <a:r>
              <a:rPr lang="en-US" sz="2000" b="1"/>
              <a:t> </a:t>
            </a:r>
            <a:r>
              <a:rPr lang="en-US" sz="2000" b="1" err="1"/>
              <a:t>mẫu</a:t>
            </a:r>
            <a:r>
              <a:rPr lang="en-US" sz="2000" b="1"/>
              <a:t>: 20 </a:t>
            </a:r>
            <a:r>
              <a:rPr lang="en-US" sz="2000" b="1" err="1"/>
              <a:t>đối</a:t>
            </a:r>
            <a:r>
              <a:rPr lang="en-US" sz="2000" b="1"/>
              <a:t> </a:t>
            </a:r>
            <a:r>
              <a:rPr lang="en-US" sz="2000" b="1" err="1"/>
              <a:t>tượng</a:t>
            </a:r>
            <a:endParaRPr lang="en-US" sz="2000" b="1"/>
          </a:p>
          <a:p>
            <a:pPr marL="0" indent="0">
              <a:lnSpc>
                <a:spcPct val="160000"/>
              </a:lnSpc>
              <a:spcBef>
                <a:spcPts val="0"/>
              </a:spcBef>
              <a:buNone/>
            </a:pPr>
            <a:r>
              <a:rPr lang="en-US" sz="1400"/>
              <a:t>Theo </a:t>
            </a:r>
            <a:r>
              <a:rPr lang="en-US" sz="1400" err="1"/>
              <a:t>phương</a:t>
            </a:r>
            <a:r>
              <a:rPr lang="en-US" sz="1400"/>
              <a:t> </a:t>
            </a:r>
            <a:r>
              <a:rPr lang="en-US" sz="1400" err="1"/>
              <a:t>pháp</a:t>
            </a:r>
            <a:r>
              <a:rPr lang="en-US" sz="1400"/>
              <a:t> </a:t>
            </a:r>
            <a:r>
              <a:rPr lang="en-US" sz="1400" err="1"/>
              <a:t>chuẩn</a:t>
            </a:r>
            <a:r>
              <a:rPr lang="en-US" sz="1400"/>
              <a:t> </a:t>
            </a:r>
            <a:r>
              <a:rPr lang="en-US" sz="1400" err="1"/>
              <a:t>đánh</a:t>
            </a:r>
            <a:r>
              <a:rPr lang="en-US" sz="1400"/>
              <a:t> </a:t>
            </a:r>
            <a:r>
              <a:rPr lang="en-US" sz="1400" err="1"/>
              <a:t>giá</a:t>
            </a:r>
            <a:r>
              <a:rPr lang="en-US" sz="1400"/>
              <a:t> GI </a:t>
            </a:r>
            <a:r>
              <a:rPr lang="en-US" sz="1400" err="1"/>
              <a:t>của</a:t>
            </a:r>
            <a:r>
              <a:rPr lang="en-US" sz="1400"/>
              <a:t> </a:t>
            </a:r>
            <a:r>
              <a:rPr lang="en-US" sz="1400" err="1"/>
              <a:t>Tiêu</a:t>
            </a:r>
            <a:r>
              <a:rPr lang="en-US" sz="1400"/>
              <a:t> </a:t>
            </a:r>
            <a:r>
              <a:rPr lang="en-US" sz="1400" err="1"/>
              <a:t>chuẩn</a:t>
            </a:r>
            <a:r>
              <a:rPr lang="en-US" sz="1400"/>
              <a:t> TCVN10035:2013, ISO 26642:2010), </a:t>
            </a:r>
            <a:r>
              <a:rPr lang="en-US" sz="1400" err="1"/>
              <a:t>lựa</a:t>
            </a:r>
            <a:r>
              <a:rPr lang="en-US" sz="1400"/>
              <a:t> </a:t>
            </a:r>
            <a:r>
              <a:rPr lang="en-US" sz="1400" err="1"/>
              <a:t>chọn</a:t>
            </a:r>
            <a:r>
              <a:rPr lang="en-US" sz="1400"/>
              <a:t> </a:t>
            </a:r>
            <a:r>
              <a:rPr lang="en-US" sz="1400" err="1"/>
              <a:t>tối</a:t>
            </a:r>
            <a:r>
              <a:rPr lang="en-US" sz="1400"/>
              <a:t> </a:t>
            </a:r>
            <a:r>
              <a:rPr lang="en-US" sz="1400" err="1"/>
              <a:t>thiểu</a:t>
            </a:r>
            <a:r>
              <a:rPr lang="en-US" sz="1400"/>
              <a:t> 10 </a:t>
            </a:r>
            <a:r>
              <a:rPr lang="en-US" sz="1400" err="1"/>
              <a:t>đối</a:t>
            </a:r>
            <a:r>
              <a:rPr lang="en-US" sz="1400"/>
              <a:t> </a:t>
            </a:r>
            <a:r>
              <a:rPr lang="en-US" sz="1400" err="1"/>
              <a:t>tượng</a:t>
            </a:r>
            <a:r>
              <a:rPr lang="en-US" sz="1400"/>
              <a:t> </a:t>
            </a:r>
            <a:r>
              <a:rPr lang="en-US" sz="1400" err="1"/>
              <a:t>đảm</a:t>
            </a:r>
            <a:r>
              <a:rPr lang="en-US" sz="1400"/>
              <a:t> </a:t>
            </a:r>
            <a:r>
              <a:rPr lang="en-US" sz="1400" err="1"/>
              <a:t>bảo</a:t>
            </a:r>
            <a:r>
              <a:rPr lang="en-US" sz="1400"/>
              <a:t> </a:t>
            </a:r>
            <a:r>
              <a:rPr lang="en-US" sz="1400" err="1"/>
              <a:t>các</a:t>
            </a:r>
            <a:r>
              <a:rPr lang="en-US" sz="1400"/>
              <a:t> </a:t>
            </a:r>
            <a:r>
              <a:rPr lang="en-US" sz="1400" err="1"/>
              <a:t>tiêu</a:t>
            </a:r>
            <a:r>
              <a:rPr lang="en-US" sz="1400"/>
              <a:t> </a:t>
            </a:r>
            <a:r>
              <a:rPr lang="en-US" sz="1400" err="1"/>
              <a:t>chí</a:t>
            </a:r>
            <a:r>
              <a:rPr lang="en-US" sz="1400"/>
              <a:t> </a:t>
            </a:r>
            <a:r>
              <a:rPr lang="en-US" sz="1400" err="1"/>
              <a:t>đặt</a:t>
            </a:r>
            <a:r>
              <a:rPr lang="en-US" sz="1400"/>
              <a:t> ra. </a:t>
            </a:r>
            <a:r>
              <a:rPr lang="en-US" sz="1400" err="1"/>
              <a:t>Tỉ</a:t>
            </a:r>
            <a:r>
              <a:rPr lang="en-US" sz="1400"/>
              <a:t> </a:t>
            </a:r>
            <a:r>
              <a:rPr lang="en-US" sz="1400" err="1"/>
              <a:t>lệ</a:t>
            </a:r>
            <a:r>
              <a:rPr lang="en-US" sz="1400"/>
              <a:t> </a:t>
            </a:r>
            <a:r>
              <a:rPr lang="en-US" sz="1400" err="1"/>
              <a:t>bỏ</a:t>
            </a:r>
            <a:r>
              <a:rPr lang="en-US" sz="1400"/>
              <a:t> </a:t>
            </a:r>
            <a:r>
              <a:rPr lang="en-US" sz="1400" err="1"/>
              <a:t>cuộc</a:t>
            </a:r>
            <a:r>
              <a:rPr lang="en-US" sz="1400"/>
              <a:t>: 20%</a:t>
            </a:r>
          </a:p>
          <a:p>
            <a:endParaRPr lang="en-US" sz="2000"/>
          </a:p>
        </p:txBody>
      </p:sp>
      <p:grpSp>
        <p:nvGrpSpPr>
          <p:cNvPr id="26" name="Group 25">
            <a:extLst>
              <a:ext uri="{FF2B5EF4-FFF2-40B4-BE49-F238E27FC236}">
                <a16:creationId xmlns:a16="http://schemas.microsoft.com/office/drawing/2014/main" id="{90C22010-52A0-47B6-B81D-6124D197C5FF}"/>
              </a:ext>
            </a:extLst>
          </p:cNvPr>
          <p:cNvGrpSpPr/>
          <p:nvPr/>
        </p:nvGrpSpPr>
        <p:grpSpPr>
          <a:xfrm>
            <a:off x="430303" y="1550249"/>
            <a:ext cx="8283391" cy="1220702"/>
            <a:chOff x="430303" y="1550249"/>
            <a:chExt cx="8283391" cy="1220702"/>
          </a:xfrm>
        </p:grpSpPr>
        <p:grpSp>
          <p:nvGrpSpPr>
            <p:cNvPr id="18" name="Group 17">
              <a:extLst>
                <a:ext uri="{FF2B5EF4-FFF2-40B4-BE49-F238E27FC236}">
                  <a16:creationId xmlns:a16="http://schemas.microsoft.com/office/drawing/2014/main" id="{DCC82755-8FE4-45C6-9E19-68321DF228E9}"/>
                </a:ext>
              </a:extLst>
            </p:cNvPr>
            <p:cNvGrpSpPr/>
            <p:nvPr/>
          </p:nvGrpSpPr>
          <p:grpSpPr>
            <a:xfrm>
              <a:off x="430305" y="2030105"/>
              <a:ext cx="8283389" cy="358701"/>
              <a:chOff x="768403" y="1506069"/>
              <a:chExt cx="8283389" cy="358701"/>
            </a:xfrm>
          </p:grpSpPr>
          <p:cxnSp>
            <p:nvCxnSpPr>
              <p:cNvPr id="3" name="Straight Arrow Connector 2">
                <a:extLst>
                  <a:ext uri="{FF2B5EF4-FFF2-40B4-BE49-F238E27FC236}">
                    <a16:creationId xmlns:a16="http://schemas.microsoft.com/office/drawing/2014/main" id="{158062AC-9B80-450E-A705-6248948A2E00}"/>
                  </a:ext>
                </a:extLst>
              </p:cNvPr>
              <p:cNvCxnSpPr>
                <a:cxnSpLocks/>
              </p:cNvCxnSpPr>
              <p:nvPr/>
            </p:nvCxnSpPr>
            <p:spPr>
              <a:xfrm>
                <a:off x="791455" y="1632857"/>
                <a:ext cx="826033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9A49140-0F36-453E-8428-CBE2D2C3865B}"/>
                  </a:ext>
                </a:extLst>
              </p:cNvPr>
              <p:cNvCxnSpPr>
                <a:cxnSpLocks/>
              </p:cNvCxnSpPr>
              <p:nvPr/>
            </p:nvCxnSpPr>
            <p:spPr>
              <a:xfrm>
                <a:off x="768403" y="1506071"/>
                <a:ext cx="0" cy="25357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DDD772-31A5-4088-AD6D-65B49FE42A60}"/>
                  </a:ext>
                </a:extLst>
              </p:cNvPr>
              <p:cNvCxnSpPr>
                <a:cxnSpLocks/>
              </p:cNvCxnSpPr>
              <p:nvPr/>
            </p:nvCxnSpPr>
            <p:spPr>
              <a:xfrm>
                <a:off x="3195277" y="1506069"/>
                <a:ext cx="0" cy="25357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2BB0CEE-EC9C-4F52-83E0-C0EC23AAE6EE}"/>
                  </a:ext>
                </a:extLst>
              </p:cNvPr>
              <p:cNvCxnSpPr>
                <a:cxnSpLocks/>
              </p:cNvCxnSpPr>
              <p:nvPr/>
            </p:nvCxnSpPr>
            <p:spPr>
              <a:xfrm>
                <a:off x="5632398" y="1506069"/>
                <a:ext cx="0" cy="25357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F09D7A-AC97-4645-A051-88B55F9FF4D4}"/>
                  </a:ext>
                </a:extLst>
              </p:cNvPr>
              <p:cNvCxnSpPr>
                <a:cxnSpLocks/>
              </p:cNvCxnSpPr>
              <p:nvPr/>
            </p:nvCxnSpPr>
            <p:spPr>
              <a:xfrm>
                <a:off x="8055430" y="1506069"/>
                <a:ext cx="0" cy="25357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83C205DD-E7EA-478E-9086-656FD0FEC469}"/>
                  </a:ext>
                </a:extLst>
              </p:cNvPr>
              <p:cNvSpPr/>
              <p:nvPr/>
            </p:nvSpPr>
            <p:spPr>
              <a:xfrm rot="16200000">
                <a:off x="1881947" y="546205"/>
                <a:ext cx="199785" cy="2426874"/>
              </a:xfrm>
              <a:prstGeom prst="leftBrace">
                <a:avLst>
                  <a:gd name="adj1" fmla="val 14705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Left Brace 14">
                <a:extLst>
                  <a:ext uri="{FF2B5EF4-FFF2-40B4-BE49-F238E27FC236}">
                    <a16:creationId xmlns:a16="http://schemas.microsoft.com/office/drawing/2014/main" id="{BC37DEC0-1F7E-44DF-A930-607D9BFBE29E}"/>
                  </a:ext>
                </a:extLst>
              </p:cNvPr>
              <p:cNvSpPr/>
              <p:nvPr/>
            </p:nvSpPr>
            <p:spPr>
              <a:xfrm rot="16200000">
                <a:off x="4308821" y="546202"/>
                <a:ext cx="199785" cy="2426874"/>
              </a:xfrm>
              <a:prstGeom prst="leftBrace">
                <a:avLst>
                  <a:gd name="adj1" fmla="val 14705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81FFC897-303D-40CD-BE7E-3E6E2D2A2046}"/>
                  </a:ext>
                </a:extLst>
              </p:cNvPr>
              <p:cNvSpPr/>
              <p:nvPr/>
            </p:nvSpPr>
            <p:spPr>
              <a:xfrm rot="16200000">
                <a:off x="6752346" y="551441"/>
                <a:ext cx="199785" cy="2426874"/>
              </a:xfrm>
              <a:prstGeom prst="leftBrace">
                <a:avLst>
                  <a:gd name="adj1" fmla="val 14705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0" name="TextBox 19">
              <a:extLst>
                <a:ext uri="{FF2B5EF4-FFF2-40B4-BE49-F238E27FC236}">
                  <a16:creationId xmlns:a16="http://schemas.microsoft.com/office/drawing/2014/main" id="{753BA93A-8A6A-4808-B070-25E426113CD3}"/>
                </a:ext>
              </a:extLst>
            </p:cNvPr>
            <p:cNvSpPr txBox="1"/>
            <p:nvPr/>
          </p:nvSpPr>
          <p:spPr>
            <a:xfrm>
              <a:off x="430303" y="1550249"/>
              <a:ext cx="2426875" cy="584775"/>
            </a:xfrm>
            <a:prstGeom prst="rect">
              <a:avLst/>
            </a:prstGeom>
            <a:noFill/>
          </p:spPr>
          <p:txBody>
            <a:bodyPr wrap="square">
              <a:spAutoFit/>
            </a:bodyPr>
            <a:lstStyle/>
            <a:p>
              <a:pPr algn="ctr"/>
              <a:r>
                <a:rPr lang="en-US" sz="1600" err="1"/>
                <a:t>Thời</a:t>
              </a:r>
              <a:r>
                <a:rPr lang="en-US" sz="1600"/>
                <a:t> </a:t>
              </a:r>
              <a:r>
                <a:rPr lang="en-US" sz="1600" err="1"/>
                <a:t>gian</a:t>
              </a:r>
              <a:r>
                <a:rPr lang="en-US" sz="1600"/>
                <a:t> </a:t>
              </a:r>
              <a:r>
                <a:rPr lang="en-US" sz="1600" err="1"/>
                <a:t>chuẩn</a:t>
              </a:r>
              <a:r>
                <a:rPr lang="en-US" sz="1600"/>
                <a:t> </a:t>
              </a:r>
              <a:r>
                <a:rPr lang="en-US" sz="1600" err="1"/>
                <a:t>bị</a:t>
              </a:r>
              <a:r>
                <a:rPr lang="en-US" sz="1600"/>
                <a:t> </a:t>
              </a:r>
              <a:r>
                <a:rPr lang="en-US" sz="1600" err="1"/>
                <a:t>nghiên</a:t>
              </a:r>
              <a:r>
                <a:rPr lang="en-US" sz="1600"/>
                <a:t> </a:t>
              </a:r>
              <a:r>
                <a:rPr lang="en-US" sz="1600" err="1"/>
                <a:t>cứu</a:t>
              </a:r>
              <a:r>
                <a:rPr lang="en-US" sz="1600"/>
                <a:t>, </a:t>
              </a:r>
              <a:r>
                <a:rPr lang="en-US" sz="1600" err="1"/>
                <a:t>tuyển</a:t>
              </a:r>
              <a:r>
                <a:rPr lang="en-US" sz="1600"/>
                <a:t> </a:t>
              </a:r>
              <a:r>
                <a:rPr lang="en-US" sz="1600" err="1"/>
                <a:t>chọn</a:t>
              </a:r>
              <a:r>
                <a:rPr lang="en-US" sz="1600"/>
                <a:t> </a:t>
              </a:r>
              <a:r>
                <a:rPr lang="en-US" sz="1600" err="1"/>
                <a:t>đối</a:t>
              </a:r>
              <a:r>
                <a:rPr lang="en-US" sz="1600"/>
                <a:t> </a:t>
              </a:r>
              <a:r>
                <a:rPr lang="en-US" sz="1600" err="1"/>
                <a:t>tượng</a:t>
              </a:r>
              <a:endParaRPr lang="en-US" sz="1600"/>
            </a:p>
          </p:txBody>
        </p:sp>
        <p:sp>
          <p:nvSpPr>
            <p:cNvPr id="21" name="TextBox 20">
              <a:extLst>
                <a:ext uri="{FF2B5EF4-FFF2-40B4-BE49-F238E27FC236}">
                  <a16:creationId xmlns:a16="http://schemas.microsoft.com/office/drawing/2014/main" id="{F951934E-2076-422C-A8C2-7182D0E1D605}"/>
                </a:ext>
              </a:extLst>
            </p:cNvPr>
            <p:cNvSpPr txBox="1"/>
            <p:nvPr/>
          </p:nvSpPr>
          <p:spPr>
            <a:xfrm>
              <a:off x="2857177" y="1550249"/>
              <a:ext cx="2426875" cy="584775"/>
            </a:xfrm>
            <a:prstGeom prst="rect">
              <a:avLst/>
            </a:prstGeom>
            <a:noFill/>
          </p:spPr>
          <p:txBody>
            <a:bodyPr wrap="square">
              <a:spAutoFit/>
            </a:bodyPr>
            <a:lstStyle/>
            <a:p>
              <a:pPr algn="ctr"/>
              <a:r>
                <a:rPr lang="en-US" sz="1600" err="1"/>
                <a:t>Thời</a:t>
              </a:r>
              <a:r>
                <a:rPr lang="en-US" sz="1600"/>
                <a:t> </a:t>
              </a:r>
              <a:r>
                <a:rPr lang="en-US" sz="1600" err="1"/>
                <a:t>gian</a:t>
              </a:r>
              <a:endParaRPr lang="vi-VN" sz="1600"/>
            </a:p>
            <a:p>
              <a:pPr algn="ctr"/>
              <a:r>
                <a:rPr lang="en-US" sz="1600" err="1"/>
                <a:t>tiến</a:t>
              </a:r>
              <a:r>
                <a:rPr lang="en-US" sz="1600"/>
                <a:t> </a:t>
              </a:r>
              <a:r>
                <a:rPr lang="en-US" sz="1600" err="1"/>
                <a:t>hành</a:t>
              </a:r>
              <a:r>
                <a:rPr lang="en-US" sz="1600"/>
                <a:t> can </a:t>
              </a:r>
              <a:r>
                <a:rPr lang="en-US" sz="1600" err="1"/>
                <a:t>thiệp</a:t>
              </a:r>
              <a:endParaRPr lang="en-US" sz="1600"/>
            </a:p>
          </p:txBody>
        </p:sp>
        <p:sp>
          <p:nvSpPr>
            <p:cNvPr id="22" name="TextBox 21">
              <a:extLst>
                <a:ext uri="{FF2B5EF4-FFF2-40B4-BE49-F238E27FC236}">
                  <a16:creationId xmlns:a16="http://schemas.microsoft.com/office/drawing/2014/main" id="{2774BA1E-AF4D-4C5A-816B-949F98399B64}"/>
                </a:ext>
              </a:extLst>
            </p:cNvPr>
            <p:cNvSpPr txBox="1"/>
            <p:nvPr/>
          </p:nvSpPr>
          <p:spPr>
            <a:xfrm>
              <a:off x="5298144" y="1550249"/>
              <a:ext cx="2426875" cy="584775"/>
            </a:xfrm>
            <a:prstGeom prst="rect">
              <a:avLst/>
            </a:prstGeom>
            <a:noFill/>
          </p:spPr>
          <p:txBody>
            <a:bodyPr wrap="square">
              <a:spAutoFit/>
            </a:bodyPr>
            <a:lstStyle/>
            <a:p>
              <a:pPr algn="ctr"/>
              <a:r>
                <a:rPr lang="en-US" sz="1600" err="1"/>
                <a:t>Thời</a:t>
              </a:r>
              <a:r>
                <a:rPr lang="en-US" sz="1600"/>
                <a:t> </a:t>
              </a:r>
              <a:r>
                <a:rPr lang="en-US" sz="1600" err="1"/>
                <a:t>gian</a:t>
              </a:r>
              <a:r>
                <a:rPr lang="vi-VN" sz="1600"/>
                <a:t> </a:t>
              </a:r>
              <a:r>
                <a:rPr lang="en-US" sz="1600" err="1"/>
                <a:t>hoàn</a:t>
              </a:r>
              <a:r>
                <a:rPr lang="en-US" sz="1600"/>
                <a:t> </a:t>
              </a:r>
              <a:r>
                <a:rPr lang="en-US" sz="1600" err="1"/>
                <a:t>thiện</a:t>
              </a:r>
              <a:endParaRPr lang="vi-VN" sz="1600"/>
            </a:p>
            <a:p>
              <a:pPr algn="ctr"/>
              <a:r>
                <a:rPr lang="en-US" sz="1600" err="1"/>
                <a:t>báo</a:t>
              </a:r>
              <a:r>
                <a:rPr lang="en-US" sz="1600"/>
                <a:t> </a:t>
              </a:r>
              <a:r>
                <a:rPr lang="en-US" sz="1600" err="1"/>
                <a:t>cáo</a:t>
              </a:r>
              <a:r>
                <a:rPr lang="en-US" sz="1600"/>
                <a:t> </a:t>
              </a:r>
              <a:r>
                <a:rPr lang="en-US" sz="1600" err="1"/>
                <a:t>nghiên</a:t>
              </a:r>
              <a:r>
                <a:rPr lang="en-US" sz="1600"/>
                <a:t> </a:t>
              </a:r>
              <a:r>
                <a:rPr lang="en-US" sz="1600" err="1"/>
                <a:t>cứu</a:t>
              </a:r>
              <a:endParaRPr lang="vi-VN" sz="1600"/>
            </a:p>
          </p:txBody>
        </p:sp>
        <p:sp>
          <p:nvSpPr>
            <p:cNvPr id="23" name="TextBox 22">
              <a:extLst>
                <a:ext uri="{FF2B5EF4-FFF2-40B4-BE49-F238E27FC236}">
                  <a16:creationId xmlns:a16="http://schemas.microsoft.com/office/drawing/2014/main" id="{E4255199-2DCA-4260-A501-2E1BCD44F109}"/>
                </a:ext>
              </a:extLst>
            </p:cNvPr>
            <p:cNvSpPr txBox="1"/>
            <p:nvPr/>
          </p:nvSpPr>
          <p:spPr>
            <a:xfrm>
              <a:off x="502020" y="2375352"/>
              <a:ext cx="2426875" cy="369332"/>
            </a:xfrm>
            <a:prstGeom prst="rect">
              <a:avLst/>
            </a:prstGeom>
            <a:noFill/>
          </p:spPr>
          <p:txBody>
            <a:bodyPr wrap="square">
              <a:spAutoFit/>
            </a:bodyPr>
            <a:lstStyle/>
            <a:p>
              <a:pPr algn="ctr"/>
              <a:r>
                <a:rPr lang="en-US">
                  <a:latin typeface="+mj-lt"/>
                </a:rPr>
                <a:t>20</a:t>
              </a:r>
              <a:r>
                <a:rPr lang="vi-VN">
                  <a:latin typeface="+mj-lt"/>
                </a:rPr>
                <a:t> </a:t>
              </a:r>
              <a:r>
                <a:rPr lang="vi-VN">
                  <a:latin typeface="Calibri" panose="020F0502020204030204" pitchFamily="34" charset="0"/>
                  <a:cs typeface="Calibri" panose="020F0502020204030204" pitchFamily="34" charset="0"/>
                </a:rPr>
                <a:t>ngày</a:t>
              </a:r>
              <a:endParaRPr lang="en-US">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EF4732B9-19DF-46CC-86D3-2DDB5CC82A04}"/>
                </a:ext>
              </a:extLst>
            </p:cNvPr>
            <p:cNvSpPr txBox="1"/>
            <p:nvPr/>
          </p:nvSpPr>
          <p:spPr>
            <a:xfrm>
              <a:off x="2846934" y="2390598"/>
              <a:ext cx="2426875" cy="369332"/>
            </a:xfrm>
            <a:prstGeom prst="rect">
              <a:avLst/>
            </a:prstGeom>
            <a:noFill/>
          </p:spPr>
          <p:txBody>
            <a:bodyPr wrap="square">
              <a:spAutoFit/>
            </a:bodyPr>
            <a:lstStyle/>
            <a:p>
              <a:pPr algn="ctr"/>
              <a:r>
                <a:rPr lang="en-US">
                  <a:latin typeface="+mj-lt"/>
                </a:rPr>
                <a:t>20</a:t>
              </a:r>
              <a:r>
                <a:rPr lang="vi-VN">
                  <a:latin typeface="+mj-lt"/>
                </a:rPr>
                <a:t> </a:t>
              </a:r>
              <a:r>
                <a:rPr lang="vi-VN">
                  <a:latin typeface="Calibri" panose="020F0502020204030204" pitchFamily="34" charset="0"/>
                  <a:cs typeface="Calibri" panose="020F0502020204030204" pitchFamily="34" charset="0"/>
                </a:rPr>
                <a:t>ngày</a:t>
              </a:r>
              <a:endParaRPr lang="en-US">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C4EADA70-ED7D-4EB6-AE14-73F0508FAD7A}"/>
                </a:ext>
              </a:extLst>
            </p:cNvPr>
            <p:cNvSpPr txBox="1"/>
            <p:nvPr/>
          </p:nvSpPr>
          <p:spPr>
            <a:xfrm>
              <a:off x="5290457" y="2401619"/>
              <a:ext cx="2426875" cy="369332"/>
            </a:xfrm>
            <a:prstGeom prst="rect">
              <a:avLst/>
            </a:prstGeom>
            <a:noFill/>
          </p:spPr>
          <p:txBody>
            <a:bodyPr wrap="square">
              <a:spAutoFit/>
            </a:bodyPr>
            <a:lstStyle/>
            <a:p>
              <a:pPr algn="ctr"/>
              <a:r>
                <a:rPr lang="en-US">
                  <a:latin typeface="+mj-lt"/>
                </a:rPr>
                <a:t>20</a:t>
              </a:r>
              <a:r>
                <a:rPr lang="vi-VN">
                  <a:latin typeface="+mj-lt"/>
                </a:rPr>
                <a:t> </a:t>
              </a:r>
              <a:r>
                <a:rPr lang="vi-VN">
                  <a:latin typeface="Calibri" panose="020F0502020204030204" pitchFamily="34" charset="0"/>
                  <a:cs typeface="Calibri" panose="020F0502020204030204" pitchFamily="34" charset="0"/>
                </a:rPr>
                <a:t>ngày</a:t>
              </a:r>
              <a:endParaRPr lang="en-US">
                <a:latin typeface="Calibri" panose="020F0502020204030204" pitchFamily="34" charset="0"/>
                <a:cs typeface="Calibri" panose="020F0502020204030204" pitchFamily="34" charset="0"/>
              </a:endParaRPr>
            </a:p>
          </p:txBody>
        </p:sp>
      </p:grpSp>
      <p:sp>
        <p:nvSpPr>
          <p:cNvPr id="27" name="Title 1">
            <a:extLst>
              <a:ext uri="{FF2B5EF4-FFF2-40B4-BE49-F238E27FC236}">
                <a16:creationId xmlns:a16="http://schemas.microsoft.com/office/drawing/2014/main" id="{8464DA09-BF91-4120-9EB4-081E8069C2A7}"/>
              </a:ext>
            </a:extLst>
          </p:cNvPr>
          <p:cNvSpPr txBox="1">
            <a:spLocks/>
          </p:cNvSpPr>
          <p:nvPr/>
        </p:nvSpPr>
        <p:spPr>
          <a:xfrm>
            <a:off x="457200" y="205978"/>
            <a:ext cx="8229600" cy="857250"/>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vi-VN" sz="3200" b="1">
                <a:solidFill>
                  <a:srgbClr val="000000"/>
                </a:solidFill>
                <a:latin typeface="Calibri" panose="020F0502020204030204" pitchFamily="34" charset="0"/>
                <a:ea typeface="MS Mincho" panose="02020609040205080304" pitchFamily="49" charset="-128"/>
                <a:cs typeface="Calibri" panose="020F0502020204030204" pitchFamily="34" charset="0"/>
              </a:rPr>
              <a:t>Phương pháp nghiên cứu</a:t>
            </a:r>
            <a:endParaRPr lang="en-US" sz="3200"/>
          </a:p>
        </p:txBody>
      </p:sp>
    </p:spTree>
    <p:extLst>
      <p:ext uri="{BB962C8B-B14F-4D97-AF65-F5344CB8AC3E}">
        <p14:creationId xmlns:p14="http://schemas.microsoft.com/office/powerpoint/2010/main" val="2045029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0F6A64DC-81C5-4B6E-9CFE-027561DA83E2}"/>
              </a:ext>
            </a:extLst>
          </p:cNvPr>
          <p:cNvSpPr txBox="1">
            <a:spLocks/>
          </p:cNvSpPr>
          <p:nvPr/>
        </p:nvSpPr>
        <p:spPr>
          <a:xfrm>
            <a:off x="762000" y="27808"/>
            <a:ext cx="5257800" cy="857250"/>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3200" b="1" err="1"/>
              <a:t>Quy</a:t>
            </a:r>
            <a:r>
              <a:rPr lang="en-US" sz="3200" b="1"/>
              <a:t> </a:t>
            </a:r>
            <a:r>
              <a:rPr lang="en-US" sz="3200" b="1" err="1"/>
              <a:t>trình</a:t>
            </a:r>
            <a:r>
              <a:rPr lang="en-US" sz="3200" b="1"/>
              <a:t> </a:t>
            </a:r>
            <a:r>
              <a:rPr lang="en-US" sz="3200" b="1" err="1"/>
              <a:t>nghiên</a:t>
            </a:r>
            <a:r>
              <a:rPr lang="en-US" sz="3200" b="1"/>
              <a:t> </a:t>
            </a:r>
            <a:r>
              <a:rPr lang="en-US" sz="3200" b="1" err="1"/>
              <a:t>cứu</a:t>
            </a:r>
            <a:endParaRPr lang="en-US" sz="3200" b="1"/>
          </a:p>
        </p:txBody>
      </p:sp>
      <p:sp>
        <p:nvSpPr>
          <p:cNvPr id="40" name="Content Placeholder 7">
            <a:extLst>
              <a:ext uri="{FF2B5EF4-FFF2-40B4-BE49-F238E27FC236}">
                <a16:creationId xmlns:a16="http://schemas.microsoft.com/office/drawing/2014/main" id="{5726B310-42DE-4DD3-A26C-05A0C3FDC69B}"/>
              </a:ext>
            </a:extLst>
          </p:cNvPr>
          <p:cNvSpPr txBox="1">
            <a:spLocks/>
          </p:cNvSpPr>
          <p:nvPr/>
        </p:nvSpPr>
        <p:spPr>
          <a:xfrm>
            <a:off x="609600" y="849611"/>
            <a:ext cx="8077200" cy="2819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AutoNum type="arabicPeriod"/>
            </a:pPr>
            <a:r>
              <a:rPr lang="en-US" sz="2000" err="1">
                <a:solidFill>
                  <a:schemeClr val="tx1"/>
                </a:solidFill>
              </a:rPr>
              <a:t>Tập</a:t>
            </a:r>
            <a:r>
              <a:rPr lang="en-US" sz="2000">
                <a:solidFill>
                  <a:schemeClr val="tx1"/>
                </a:solidFill>
              </a:rPr>
              <a:t> </a:t>
            </a:r>
            <a:r>
              <a:rPr lang="en-US" sz="2000" err="1">
                <a:solidFill>
                  <a:schemeClr val="tx1"/>
                </a:solidFill>
              </a:rPr>
              <a:t>huấn</a:t>
            </a:r>
            <a:r>
              <a:rPr lang="en-US" sz="2000">
                <a:solidFill>
                  <a:schemeClr val="tx1"/>
                </a:solidFill>
              </a:rPr>
              <a:t> </a:t>
            </a:r>
            <a:r>
              <a:rPr lang="en-US" sz="2000" err="1">
                <a:solidFill>
                  <a:schemeClr val="tx1"/>
                </a:solidFill>
              </a:rPr>
              <a:t>cho</a:t>
            </a:r>
            <a:r>
              <a:rPr lang="en-US" sz="2000">
                <a:solidFill>
                  <a:schemeClr val="tx1"/>
                </a:solidFill>
              </a:rPr>
              <a:t> </a:t>
            </a:r>
            <a:r>
              <a:rPr lang="en-US" sz="2000" err="1">
                <a:solidFill>
                  <a:schemeClr val="tx1"/>
                </a:solidFill>
              </a:rPr>
              <a:t>cán</a:t>
            </a:r>
            <a:r>
              <a:rPr lang="en-US" sz="2000">
                <a:solidFill>
                  <a:schemeClr val="tx1"/>
                </a:solidFill>
              </a:rPr>
              <a:t> </a:t>
            </a:r>
            <a:r>
              <a:rPr lang="en-US" sz="2000" err="1">
                <a:solidFill>
                  <a:schemeClr val="tx1"/>
                </a:solidFill>
              </a:rPr>
              <a:t>bộ</a:t>
            </a:r>
            <a:r>
              <a:rPr lang="en-US" sz="2000">
                <a:solidFill>
                  <a:schemeClr val="tx1"/>
                </a:solidFill>
              </a:rPr>
              <a:t> </a:t>
            </a:r>
            <a:r>
              <a:rPr lang="en-US" sz="2000" err="1">
                <a:solidFill>
                  <a:schemeClr val="tx1"/>
                </a:solidFill>
              </a:rPr>
              <a:t>tham</a:t>
            </a:r>
            <a:r>
              <a:rPr lang="en-US" sz="2000">
                <a:solidFill>
                  <a:schemeClr val="tx1"/>
                </a:solidFill>
              </a:rPr>
              <a:t> </a:t>
            </a:r>
            <a:r>
              <a:rPr lang="en-US" sz="2000" err="1">
                <a:solidFill>
                  <a:schemeClr val="tx1"/>
                </a:solidFill>
              </a:rPr>
              <a:t>gia</a:t>
            </a:r>
            <a:r>
              <a:rPr lang="en-US" sz="2000">
                <a:solidFill>
                  <a:schemeClr val="tx1"/>
                </a:solidFill>
              </a:rPr>
              <a:t> </a:t>
            </a:r>
            <a:r>
              <a:rPr lang="en-US" sz="2000" err="1">
                <a:solidFill>
                  <a:schemeClr val="tx1"/>
                </a:solidFill>
              </a:rPr>
              <a:t>nghiên</a:t>
            </a:r>
            <a:r>
              <a:rPr lang="en-US" sz="2000">
                <a:solidFill>
                  <a:schemeClr val="tx1"/>
                </a:solidFill>
              </a:rPr>
              <a:t> </a:t>
            </a:r>
            <a:r>
              <a:rPr lang="en-US" sz="2000" err="1">
                <a:solidFill>
                  <a:schemeClr val="tx1"/>
                </a:solidFill>
              </a:rPr>
              <a:t>cứu</a:t>
            </a:r>
            <a:endParaRPr lang="en-US" sz="2000">
              <a:solidFill>
                <a:schemeClr val="tx1"/>
              </a:solidFill>
            </a:endParaRPr>
          </a:p>
          <a:p>
            <a:pPr marL="457200" indent="-457200" algn="just">
              <a:buAutoNum type="arabicPeriod"/>
            </a:pPr>
            <a:r>
              <a:rPr lang="en-US" sz="2000" err="1">
                <a:solidFill>
                  <a:schemeClr val="tx1"/>
                </a:solidFill>
              </a:rPr>
              <a:t>Lựa</a:t>
            </a:r>
            <a:r>
              <a:rPr lang="en-US" sz="2000">
                <a:solidFill>
                  <a:schemeClr val="tx1"/>
                </a:solidFill>
              </a:rPr>
              <a:t> </a:t>
            </a:r>
            <a:r>
              <a:rPr lang="en-US" sz="2000" err="1">
                <a:solidFill>
                  <a:schemeClr val="tx1"/>
                </a:solidFill>
              </a:rPr>
              <a:t>chọn</a:t>
            </a:r>
            <a:r>
              <a:rPr lang="en-US" sz="2000">
                <a:solidFill>
                  <a:schemeClr val="tx1"/>
                </a:solidFill>
              </a:rPr>
              <a:t> </a:t>
            </a:r>
            <a:r>
              <a:rPr lang="en-US" sz="2000" err="1">
                <a:solidFill>
                  <a:schemeClr val="tx1"/>
                </a:solidFill>
              </a:rPr>
              <a:t>và</a:t>
            </a:r>
            <a:r>
              <a:rPr lang="en-US" sz="2000">
                <a:solidFill>
                  <a:schemeClr val="tx1"/>
                </a:solidFill>
              </a:rPr>
              <a:t> </a:t>
            </a:r>
            <a:r>
              <a:rPr lang="en-US" sz="2000" err="1">
                <a:solidFill>
                  <a:schemeClr val="tx1"/>
                </a:solidFill>
              </a:rPr>
              <a:t>tập</a:t>
            </a:r>
            <a:r>
              <a:rPr lang="en-US" sz="2000">
                <a:solidFill>
                  <a:schemeClr val="tx1"/>
                </a:solidFill>
              </a:rPr>
              <a:t> </a:t>
            </a:r>
            <a:r>
              <a:rPr lang="en-US" sz="2000" err="1">
                <a:solidFill>
                  <a:schemeClr val="tx1"/>
                </a:solidFill>
              </a:rPr>
              <a:t>huấn</a:t>
            </a:r>
            <a:r>
              <a:rPr lang="en-US" sz="2000">
                <a:solidFill>
                  <a:schemeClr val="tx1"/>
                </a:solidFill>
              </a:rPr>
              <a:t> </a:t>
            </a:r>
            <a:r>
              <a:rPr lang="en-US" sz="2000" err="1">
                <a:solidFill>
                  <a:schemeClr val="tx1"/>
                </a:solidFill>
              </a:rPr>
              <a:t>cho</a:t>
            </a:r>
            <a:r>
              <a:rPr lang="en-US" sz="2000">
                <a:solidFill>
                  <a:schemeClr val="tx1"/>
                </a:solidFill>
              </a:rPr>
              <a:t> </a:t>
            </a:r>
            <a:r>
              <a:rPr lang="en-US" sz="2000" err="1">
                <a:solidFill>
                  <a:schemeClr val="tx1"/>
                </a:solidFill>
              </a:rPr>
              <a:t>đối</a:t>
            </a:r>
            <a:r>
              <a:rPr lang="en-US" sz="2000">
                <a:solidFill>
                  <a:schemeClr val="tx1"/>
                </a:solidFill>
              </a:rPr>
              <a:t> </a:t>
            </a:r>
            <a:r>
              <a:rPr lang="en-US" sz="2000" err="1">
                <a:solidFill>
                  <a:schemeClr val="tx1"/>
                </a:solidFill>
              </a:rPr>
              <a:t>tượng</a:t>
            </a:r>
            <a:r>
              <a:rPr lang="en-US" sz="2000">
                <a:solidFill>
                  <a:schemeClr val="tx1"/>
                </a:solidFill>
              </a:rPr>
              <a:t> </a:t>
            </a:r>
            <a:r>
              <a:rPr lang="en-US" sz="2000" err="1">
                <a:solidFill>
                  <a:schemeClr val="tx1"/>
                </a:solidFill>
              </a:rPr>
              <a:t>nghiên</a:t>
            </a:r>
            <a:r>
              <a:rPr lang="en-US" sz="2000">
                <a:solidFill>
                  <a:schemeClr val="tx1"/>
                </a:solidFill>
              </a:rPr>
              <a:t> </a:t>
            </a:r>
            <a:r>
              <a:rPr lang="en-US" sz="2000" err="1">
                <a:solidFill>
                  <a:schemeClr val="tx1"/>
                </a:solidFill>
              </a:rPr>
              <a:t>cứu</a:t>
            </a:r>
            <a:endParaRPr lang="en-US" sz="2000">
              <a:solidFill>
                <a:schemeClr val="tx1"/>
              </a:solidFill>
            </a:endParaRPr>
          </a:p>
          <a:p>
            <a:pPr marL="457200" indent="-457200" algn="just">
              <a:buAutoNum type="arabicPeriod"/>
            </a:pPr>
            <a:r>
              <a:rPr lang="en-US" sz="2000" err="1">
                <a:solidFill>
                  <a:schemeClr val="tx1"/>
                </a:solidFill>
              </a:rPr>
              <a:t>Triển</a:t>
            </a:r>
            <a:r>
              <a:rPr lang="en-US" sz="2000">
                <a:solidFill>
                  <a:schemeClr val="tx1"/>
                </a:solidFill>
              </a:rPr>
              <a:t> </a:t>
            </a:r>
            <a:r>
              <a:rPr lang="en-US" sz="2000" err="1">
                <a:solidFill>
                  <a:schemeClr val="tx1"/>
                </a:solidFill>
              </a:rPr>
              <a:t>khai</a:t>
            </a:r>
            <a:r>
              <a:rPr lang="en-US" sz="2000">
                <a:solidFill>
                  <a:schemeClr val="tx1"/>
                </a:solidFill>
              </a:rPr>
              <a:t> </a:t>
            </a:r>
            <a:r>
              <a:rPr lang="en-US" sz="2000" err="1">
                <a:solidFill>
                  <a:schemeClr val="tx1"/>
                </a:solidFill>
              </a:rPr>
              <a:t>thử</a:t>
            </a:r>
            <a:r>
              <a:rPr lang="en-US" sz="2000">
                <a:solidFill>
                  <a:schemeClr val="tx1"/>
                </a:solidFill>
              </a:rPr>
              <a:t> </a:t>
            </a:r>
            <a:r>
              <a:rPr lang="en-US" sz="2000" err="1">
                <a:solidFill>
                  <a:schemeClr val="tx1"/>
                </a:solidFill>
              </a:rPr>
              <a:t>nghiệm</a:t>
            </a:r>
            <a:endParaRPr lang="en-US" sz="2000">
              <a:solidFill>
                <a:schemeClr val="tx1"/>
              </a:solidFill>
            </a:endParaRPr>
          </a:p>
          <a:p>
            <a:pPr algn="just"/>
            <a:r>
              <a:rPr lang="vi-VN" sz="1800">
                <a:solidFill>
                  <a:schemeClr val="tx1"/>
                </a:solidFill>
                <a:latin typeface="Calibri" panose="020F0502020204030204" pitchFamily="34" charset="0"/>
                <a:cs typeface="Calibri" panose="020F0502020204030204" pitchFamily="34" charset="0"/>
              </a:rPr>
              <a:t>Mỗi đối tượng sẽ tham gia thử nghiệm 06 lần (02 lần thử nghiệm với sản phẩm đường glucose, 02 lần với sản phẩm sữa mẫu A, 02 lần với sản phẩm sữa mẫu B). Mỗi lần thử nghiệm cách nhau 3 ngày.</a:t>
            </a:r>
          </a:p>
          <a:p>
            <a:pPr algn="just"/>
            <a:r>
              <a:rPr lang="vi-VN" sz="1800">
                <a:solidFill>
                  <a:schemeClr val="tx1"/>
                </a:solidFill>
                <a:latin typeface="Calibri" panose="020F0502020204030204" pitchFamily="34" charset="0"/>
                <a:cs typeface="Calibri" panose="020F0502020204030204" pitchFamily="34" charset="0"/>
              </a:rPr>
              <a:t>-	Sữa Anmum Materna hương vani: đánh mã sữa mẫu A; </a:t>
            </a:r>
          </a:p>
          <a:p>
            <a:pPr algn="just"/>
            <a:r>
              <a:rPr lang="vi-VN" sz="1800">
                <a:solidFill>
                  <a:schemeClr val="tx1"/>
                </a:solidFill>
                <a:latin typeface="Calibri" panose="020F0502020204030204" pitchFamily="34" charset="0"/>
                <a:cs typeface="Calibri" panose="020F0502020204030204" pitchFamily="34" charset="0"/>
              </a:rPr>
              <a:t>-	Sữa Anmum Materna không đường: đánh mã sữa mẫu B.</a:t>
            </a:r>
          </a:p>
          <a:p>
            <a:pPr algn="just"/>
            <a:endParaRPr lang="en-US" sz="2000">
              <a:solidFill>
                <a:schemeClr val="tx1"/>
              </a:solidFill>
            </a:endParaRPr>
          </a:p>
          <a:p>
            <a:pPr marL="457200" indent="-457200" algn="just">
              <a:buAutoNum type="arabicPeriod"/>
            </a:pPr>
            <a:endParaRPr lang="en-US" sz="2000">
              <a:solidFill>
                <a:schemeClr val="tx1"/>
              </a:solidFill>
            </a:endParaRPr>
          </a:p>
        </p:txBody>
      </p:sp>
      <p:pic>
        <p:nvPicPr>
          <p:cNvPr id="9" name="Picture 8">
            <a:extLst>
              <a:ext uri="{FF2B5EF4-FFF2-40B4-BE49-F238E27FC236}">
                <a16:creationId xmlns:a16="http://schemas.microsoft.com/office/drawing/2014/main" id="{8533B89B-9A49-429F-B2FD-56C000541900}"/>
              </a:ext>
            </a:extLst>
          </p:cNvPr>
          <p:cNvPicPr>
            <a:picLocks noChangeAspect="1"/>
          </p:cNvPicPr>
          <p:nvPr/>
        </p:nvPicPr>
        <p:blipFill>
          <a:blip r:embed="rId3"/>
          <a:stretch>
            <a:fillRect/>
          </a:stretch>
        </p:blipFill>
        <p:spPr>
          <a:xfrm>
            <a:off x="1748680" y="3394681"/>
            <a:ext cx="5646639" cy="1697138"/>
          </a:xfrm>
          <a:prstGeom prst="rect">
            <a:avLst/>
          </a:prstGeom>
        </p:spPr>
      </p:pic>
    </p:spTree>
    <p:extLst>
      <p:ext uri="{BB962C8B-B14F-4D97-AF65-F5344CB8AC3E}">
        <p14:creationId xmlns:p14="http://schemas.microsoft.com/office/powerpoint/2010/main" val="160875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3AFAA-A1C6-4EE6-AB46-21FC750B90B4}"/>
              </a:ext>
            </a:extLst>
          </p:cNvPr>
          <p:cNvSpPr txBox="1"/>
          <p:nvPr/>
        </p:nvSpPr>
        <p:spPr>
          <a:xfrm>
            <a:off x="335866" y="1836539"/>
            <a:ext cx="8472268" cy="3139321"/>
          </a:xfrm>
          <a:prstGeom prst="rect">
            <a:avLst/>
          </a:prstGeom>
          <a:noFill/>
        </p:spPr>
        <p:txBody>
          <a:bodyPr wrap="square">
            <a:spAutoFit/>
          </a:bodyPr>
          <a:lstStyle/>
          <a:p>
            <a:pPr algn="just"/>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Quy định chung:</a:t>
            </a:r>
            <a:endParaRPr lang="en-US" sz="1800" dirty="0">
              <a:solidFill>
                <a:srgbClr val="000000"/>
              </a:solidFill>
              <a:effectLst/>
              <a:latin typeface="Times New Roman" panose="02020603050405020304" pitchFamily="18" charset="0"/>
              <a:ea typeface="MS Mincho" panose="02020609040205080304" pitchFamily="49" charset="-128"/>
            </a:endParaRPr>
          </a:p>
          <a:p>
            <a:pPr marL="285750" indent="-285750" algn="just">
              <a:buFont typeface="Arial" panose="020B0604020202020204" pitchFamily="34"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Đối tượng không ăn gì trước thử nghiệm từ 8-10 tiếng.</a:t>
            </a:r>
            <a:endParaRPr lang="en-US" sz="1800" dirty="0">
              <a:solidFill>
                <a:srgbClr val="000000"/>
              </a:solidFill>
              <a:effectLst/>
              <a:latin typeface="Times New Roman" panose="02020603050405020304" pitchFamily="18" charset="0"/>
              <a:ea typeface="MS Mincho" panose="02020609040205080304" pitchFamily="49" charset="-128"/>
            </a:endParaRPr>
          </a:p>
          <a:p>
            <a:pPr marL="285750" indent="-285750" algn="just">
              <a:buFont typeface="Arial" panose="020B0604020202020204" pitchFamily="34"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Đối tượng không lao động nặng. Chế độ sinh hoạt bình thường</a:t>
            </a:r>
            <a:endParaRPr lang="en-US" sz="1800" dirty="0">
              <a:solidFill>
                <a:srgbClr val="000000"/>
              </a:solidFill>
              <a:effectLst/>
              <a:latin typeface="Times New Roman" panose="02020603050405020304" pitchFamily="18" charset="0"/>
              <a:ea typeface="MS Mincho" panose="02020609040205080304" pitchFamily="49" charset="-128"/>
            </a:endParaRPr>
          </a:p>
          <a:p>
            <a:pPr marL="285750" indent="-285750" algn="just">
              <a:buFont typeface="Arial" panose="020B0604020202020204" pitchFamily="34"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Đối tượng đến phòng khám theo giờ hẹn. Nghỉ ngơi 15 phút, kiểm tra mạch, huyết áp, sau đó được lấy máu lúc đói.</a:t>
            </a:r>
            <a:endParaRPr lang="en-US" sz="1800" dirty="0">
              <a:solidFill>
                <a:srgbClr val="000000"/>
              </a:solidFill>
              <a:effectLst/>
              <a:latin typeface="Times New Roman" panose="02020603050405020304" pitchFamily="18" charset="0"/>
              <a:ea typeface="MS Mincho" panose="02020609040205080304" pitchFamily="49" charset="-128"/>
            </a:endParaRPr>
          </a:p>
          <a:p>
            <a:pPr marL="285750" indent="-285750" algn="just">
              <a:buFont typeface="Arial" panose="020B0604020202020204" pitchFamily="34"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Các mẫu máu được mã hóa theo code riêng biệt theo thời điểm lấy mẫu, đối tượng lấy mẫu. Mẫu máu được đựng trong ống nghiệm có chứa chất chống đông EDTA và phân tích sau 30 phút bằng hệ thống máy tự động tại Labo Medlatec, đạt tiêu chuẩn ISO 15189:2012 cho tiêu chuẩn xét nghiệm y tế.</a:t>
            </a:r>
            <a:endParaRPr lang="en-US" sz="1800" dirty="0">
              <a:solidFill>
                <a:srgbClr val="000000"/>
              </a:solidFill>
              <a:effectLst/>
              <a:latin typeface="Times New Roman" panose="02020603050405020304" pitchFamily="18" charset="0"/>
              <a:ea typeface="MS Mincho" panose="02020609040205080304" pitchFamily="49" charset="-128"/>
            </a:endParaRPr>
          </a:p>
          <a:p>
            <a:pPr marL="285750" indent="-285750" algn="just">
              <a:buFont typeface="Arial" panose="020B0604020202020204" pitchFamily="34"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Trong quá trình thực hiện, chờ đợi lấy máu đến thời điểm 120 phút, đối tượng được nghỉ ngơi tại chỗ, không ăn thêm bất cứ thứ gì, có thể uống thêm 150-200ml nước lọc.</a:t>
            </a:r>
            <a:endParaRPr lang="en-US" sz="1800" dirty="0">
              <a:solidFill>
                <a:srgbClr val="000000"/>
              </a:solidFill>
              <a:effectLst/>
              <a:latin typeface="Times New Roman" panose="02020603050405020304" pitchFamily="18" charset="0"/>
              <a:ea typeface="MS Mincho" panose="02020609040205080304" pitchFamily="49" charset="-128"/>
            </a:endParaRPr>
          </a:p>
        </p:txBody>
      </p:sp>
      <p:pic>
        <p:nvPicPr>
          <p:cNvPr id="6" name="Picture 5">
            <a:extLst>
              <a:ext uri="{FF2B5EF4-FFF2-40B4-BE49-F238E27FC236}">
                <a16:creationId xmlns:a16="http://schemas.microsoft.com/office/drawing/2014/main" id="{C2664C26-5291-4AF9-A7EF-0A65831A7688}"/>
              </a:ext>
            </a:extLst>
          </p:cNvPr>
          <p:cNvPicPr>
            <a:picLocks noChangeAspect="1"/>
          </p:cNvPicPr>
          <p:nvPr/>
        </p:nvPicPr>
        <p:blipFill>
          <a:blip r:embed="rId3"/>
          <a:stretch>
            <a:fillRect/>
          </a:stretch>
        </p:blipFill>
        <p:spPr>
          <a:xfrm>
            <a:off x="1748680" y="139401"/>
            <a:ext cx="5646639" cy="1697138"/>
          </a:xfrm>
          <a:prstGeom prst="rect">
            <a:avLst/>
          </a:prstGeom>
        </p:spPr>
      </p:pic>
    </p:spTree>
    <p:extLst>
      <p:ext uri="{BB962C8B-B14F-4D97-AF65-F5344CB8AC3E}">
        <p14:creationId xmlns:p14="http://schemas.microsoft.com/office/powerpoint/2010/main" val="2433624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8C2ED8-91F2-4D6A-9C91-B559EE7A8A41}"/>
              </a:ext>
            </a:extLst>
          </p:cNvPr>
          <p:cNvSpPr txBox="1"/>
          <p:nvPr/>
        </p:nvSpPr>
        <p:spPr>
          <a:xfrm>
            <a:off x="129539" y="1601093"/>
            <a:ext cx="8884920" cy="3570208"/>
          </a:xfrm>
          <a:prstGeom prst="rect">
            <a:avLst/>
          </a:prstGeom>
          <a:noFill/>
        </p:spPr>
        <p:txBody>
          <a:bodyPr wrap="square">
            <a:spAutoFit/>
          </a:bodyPr>
          <a:lstStyle/>
          <a:p>
            <a:pPr algn="just">
              <a:spcAft>
                <a:spcPts val="600"/>
              </a:spcAft>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Quy định tại ngày T0 (sàng lọc):</a:t>
            </a:r>
            <a:r>
              <a:rPr lang="en-US" sz="1800" dirty="0">
                <a:solidFill>
                  <a:srgbClr val="000000"/>
                </a:solidFill>
                <a:effectLst/>
                <a:highlight>
                  <a:srgbClr val="FFFFFF"/>
                </a:highlight>
                <a:latin typeface="Times New Roman" panose="02020603050405020304" pitchFamily="18" charset="0"/>
                <a:ea typeface="MS Mincho" panose="02020609040205080304" pitchFamily="49" charset="-128"/>
              </a:rPr>
              <a:t> </a:t>
            </a: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Với ngày T0 (sàng lọc), đối tượng được lấy máu 1 lần (5ml) lúc đói để kiểm tra các chỉ số.</a:t>
            </a:r>
            <a:endParaRPr lang="en-US" sz="1800" dirty="0">
              <a:solidFill>
                <a:srgbClr val="000000"/>
              </a:solidFill>
              <a:effectLst/>
              <a:latin typeface="Times New Roman" panose="02020603050405020304" pitchFamily="18" charset="0"/>
              <a:ea typeface="MS Mincho" panose="02020609040205080304" pitchFamily="49" charset="-128"/>
            </a:endParaRPr>
          </a:p>
          <a:p>
            <a:pPr algn="just">
              <a:spcAft>
                <a:spcPts val="600"/>
              </a:spcAft>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Quy định tại các ngày T1 – T</a:t>
            </a:r>
            <a:r>
              <a:rPr lang="en-US" sz="1800" dirty="0">
                <a:solidFill>
                  <a:srgbClr val="000000"/>
                </a:solidFill>
                <a:effectLst/>
                <a:highlight>
                  <a:srgbClr val="FFFFFF"/>
                </a:highlight>
                <a:latin typeface="Times New Roman" panose="02020603050405020304" pitchFamily="18" charset="0"/>
                <a:ea typeface="MS Mincho" panose="02020609040205080304" pitchFamily="49" charset="-128"/>
              </a:rPr>
              <a:t>6</a:t>
            </a: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a:t>
            </a:r>
            <a:r>
              <a:rPr lang="en-US" sz="1800" dirty="0">
                <a:solidFill>
                  <a:srgbClr val="000000"/>
                </a:solidFill>
                <a:effectLst/>
                <a:highlight>
                  <a:srgbClr val="FFFFFF"/>
                </a:highlight>
                <a:latin typeface="Times New Roman" panose="02020603050405020304" pitchFamily="18" charset="0"/>
                <a:ea typeface="MS Mincho" panose="02020609040205080304" pitchFamily="49" charset="-128"/>
              </a:rPr>
              <a:t> </a:t>
            </a: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rPr>
              <a:t>mỗi ngày đối tượng được lấy máu tĩnh mạch 7 lần (lưu kim tại ven khuỷu tay), mỗi lần 2ml. Các lần lấy máu được tính tại các thời điểm: trước khi uống mẫu, sau khi uống 15 phút, 30 phút, 45 phút, 60 phút, 90 phút và 120 phút.</a:t>
            </a:r>
            <a:endParaRPr lang="en-US" sz="1800" dirty="0">
              <a:solidFill>
                <a:srgbClr val="000000"/>
              </a:solidFill>
              <a:effectLst/>
              <a:latin typeface="Times New Roman" panose="02020603050405020304" pitchFamily="18" charset="0"/>
              <a:ea typeface="MS Mincho" panose="02020609040205080304" pitchFamily="49" charset="-128"/>
            </a:endParaRPr>
          </a:p>
          <a:p>
            <a:pPr marL="342900" lvl="0" indent="-342900" algn="just">
              <a:buFont typeface="Cambria" panose="02040503050406030204" pitchFamily="18"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cs typeface="Cambria" panose="02040503050406030204" pitchFamily="18" charset="0"/>
              </a:rPr>
              <a:t>Đối với các ngày T1, T4: sau khi lấy máu lần 1 lúc đói, đối tượng được uống mẫu là 1 cốc nước đường glucose (bao gồm 25g glucose pha với 250ml nước lọc). Thời gian uống hết từ 5-10 phút, tính từ thời điểm bắt đầu hớp uống đầu tiên làm mốc cho các lần tính tiếp theo.</a:t>
            </a:r>
            <a:endParaRPr lang="en-US" sz="1800" dirty="0">
              <a:solidFill>
                <a:srgbClr val="000000"/>
              </a:solidFill>
              <a:effectLst/>
              <a:latin typeface="Times New Roman" panose="02020603050405020304" pitchFamily="18" charset="0"/>
              <a:ea typeface="MS Mincho" panose="02020609040205080304" pitchFamily="49" charset="-128"/>
              <a:cs typeface="Cambria" panose="02040503050406030204" pitchFamily="18" charset="0"/>
            </a:endParaRPr>
          </a:p>
          <a:p>
            <a:pPr marL="342900" lvl="0" indent="-342900" algn="just">
              <a:spcAft>
                <a:spcPts val="600"/>
              </a:spcAft>
              <a:buFont typeface="Cambria" panose="02040503050406030204" pitchFamily="18" charset="0"/>
              <a:buChar char="-"/>
            </a:pPr>
            <a:r>
              <a:rPr lang="vi-VN" sz="1800" dirty="0">
                <a:solidFill>
                  <a:srgbClr val="000000"/>
                </a:solidFill>
                <a:effectLst/>
                <a:highlight>
                  <a:srgbClr val="FFFFFF"/>
                </a:highlight>
                <a:latin typeface="Times New Roman" panose="02020603050405020304" pitchFamily="18" charset="0"/>
                <a:ea typeface="MS Mincho" panose="02020609040205080304" pitchFamily="49" charset="-128"/>
                <a:cs typeface="Cambria" panose="02040503050406030204" pitchFamily="18" charset="0"/>
              </a:rPr>
              <a:t>Đối với các ngày T2, T3, T5, T6: sau khi lấy máu lần 1 lúc đói, đối tượng được uống mẫu là 1 cốc sản phẩm A hoặc B (được pha theo đúng công thức khuyến nghị của nhà sản xuất, đảm bảo cung cấp 25g carbohydrate). Thời gian uống hết từ 5-10 phút, tính từ thời điểm bắt đầu hớp uống đầu tiên làm mốc cho các lần tính tiếp theo.</a:t>
            </a:r>
            <a:endParaRPr lang="en-US" sz="1800" dirty="0">
              <a:solidFill>
                <a:srgbClr val="000000"/>
              </a:solidFill>
              <a:effectLst/>
              <a:latin typeface="Times New Roman" panose="02020603050405020304" pitchFamily="18" charset="0"/>
              <a:ea typeface="MS Mincho" panose="02020609040205080304" pitchFamily="49" charset="-128"/>
              <a:cs typeface="Cambria" panose="02040503050406030204" pitchFamily="18" charset="0"/>
            </a:endParaRPr>
          </a:p>
        </p:txBody>
      </p:sp>
      <p:pic>
        <p:nvPicPr>
          <p:cNvPr id="6" name="Picture 5">
            <a:extLst>
              <a:ext uri="{FF2B5EF4-FFF2-40B4-BE49-F238E27FC236}">
                <a16:creationId xmlns:a16="http://schemas.microsoft.com/office/drawing/2014/main" id="{B1380328-26DF-43F5-B42C-D4C4E8BAE334}"/>
              </a:ext>
            </a:extLst>
          </p:cNvPr>
          <p:cNvPicPr>
            <a:picLocks noChangeAspect="1"/>
          </p:cNvPicPr>
          <p:nvPr/>
        </p:nvPicPr>
        <p:blipFill>
          <a:blip r:embed="rId3"/>
          <a:stretch>
            <a:fillRect/>
          </a:stretch>
        </p:blipFill>
        <p:spPr>
          <a:xfrm>
            <a:off x="1748680" y="-76200"/>
            <a:ext cx="5646639" cy="1697138"/>
          </a:xfrm>
          <a:prstGeom prst="rect">
            <a:avLst/>
          </a:prstGeom>
        </p:spPr>
      </p:pic>
    </p:spTree>
    <p:extLst>
      <p:ext uri="{BB962C8B-B14F-4D97-AF65-F5344CB8AC3E}">
        <p14:creationId xmlns:p14="http://schemas.microsoft.com/office/powerpoint/2010/main" val="501939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742950"/>
            <a:ext cx="8458200" cy="4400550"/>
          </a:xfrm>
        </p:spPr>
        <p:txBody>
          <a:bodyPr>
            <a:noAutofit/>
          </a:bodyPr>
          <a:lstStyle/>
          <a:p>
            <a:pPr>
              <a:lnSpc>
                <a:spcPct val="150000"/>
              </a:lnSpc>
              <a:spcBef>
                <a:spcPts val="0"/>
              </a:spcBef>
            </a:pPr>
            <a:r>
              <a:rPr lang="en-US" sz="2000" b="1">
                <a:latin typeface="+mj-lt"/>
                <a:cs typeface="Arial" panose="020B0604020202020204" pitchFamily="34" charset="0"/>
              </a:rPr>
              <a:t>Sản phẩm thử nghiệm: </a:t>
            </a: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sữa Anmum Materna vị vani (được đánh là sữa mã A) và sữa Anmum Materna không đường (được đánh mã là sữa mã B). </a:t>
            </a:r>
            <a:endParaRPr lang="en-US"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algn="just">
              <a:lnSpc>
                <a:spcPct val="150000"/>
              </a:lnSpc>
              <a:spcBef>
                <a:spcPts val="0"/>
              </a:spcBef>
              <a:spcAft>
                <a:spcPts val="600"/>
              </a:spcAft>
            </a:pP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Sản phẩm sau khi mở hộp được sử dụng ngay, sản phẩm đã pha chỉ được uống trong vòng </a:t>
            </a:r>
            <a:r>
              <a:rPr lang="en-US"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5-10 </a:t>
            </a: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phút. </a:t>
            </a:r>
            <a:endParaRPr lang="en-US" sz="20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algn="just">
              <a:lnSpc>
                <a:spcPct val="150000"/>
              </a:lnSpc>
              <a:spcBef>
                <a:spcPts val="0"/>
              </a:spcBef>
              <a:spcAft>
                <a:spcPts val="600"/>
              </a:spcAft>
            </a:pP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Sản phẩm thử nghiệm được pha với nước ấm 40</a:t>
            </a:r>
            <a:r>
              <a:rPr lang="vi-VN" sz="2000" baseline="30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o</a:t>
            </a: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C theo hướng dẫn trên nhãn sản phẩm</a:t>
            </a:r>
            <a:r>
              <a:rPr lang="en-US" sz="20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 L</a:t>
            </a: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ượng sản phẩm mẫu A và mẫu B được pha theo đúng công thức khuyến nghị của nhà sản xuất, đảm bảo cung cấp 25g carbohydrate: </a:t>
            </a:r>
            <a:endParaRPr lang="en-US" sz="20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spcBef>
                <a:spcPts val="0"/>
              </a:spcBef>
              <a:buFont typeface="Cambria" panose="02040503050406030204" pitchFamily="18" charset="0"/>
              <a:buChar char="-"/>
            </a:pP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Mẫu A: 54,2g sữa pha với 289ml nước. </a:t>
            </a:r>
            <a:endParaRPr lang="en-US" sz="20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spcBef>
                <a:spcPts val="0"/>
              </a:spcBef>
              <a:spcAft>
                <a:spcPts val="600"/>
              </a:spcAft>
              <a:buFont typeface="Cambria" panose="02040503050406030204" pitchFamily="18" charset="0"/>
              <a:buChar char="-"/>
            </a:pPr>
            <a:r>
              <a:rPr lang="vi-VN" sz="20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Mẫu B: 51,7g sữa pha với 287,5ml nước. </a:t>
            </a:r>
            <a:endParaRPr lang="en-US" sz="20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p:txBody>
      </p:sp>
    </p:spTree>
    <p:extLst>
      <p:ext uri="{BB962C8B-B14F-4D97-AF65-F5344CB8AC3E}">
        <p14:creationId xmlns:p14="http://schemas.microsoft.com/office/powerpoint/2010/main" val="2208187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361950"/>
            <a:ext cx="4038600" cy="628650"/>
          </a:xfrm>
        </p:spPr>
        <p:txBody>
          <a:bodyPr>
            <a:normAutofit/>
          </a:bodyPr>
          <a:lstStyle/>
          <a:p>
            <a:pPr marL="0" indent="0">
              <a:buNone/>
            </a:pPr>
            <a:r>
              <a:rPr lang="en-US" b="1"/>
              <a:t>Xử lý thống kê và tính toán GI</a:t>
            </a:r>
          </a:p>
        </p:txBody>
      </p:sp>
      <p:sp>
        <p:nvSpPr>
          <p:cNvPr id="4" name="Content Placeholder 2">
            <a:extLst>
              <a:ext uri="{FF2B5EF4-FFF2-40B4-BE49-F238E27FC236}">
                <a16:creationId xmlns:a16="http://schemas.microsoft.com/office/drawing/2014/main" id="{69E3C306-AFF6-480B-8FE9-AFEB34FE9271}"/>
              </a:ext>
            </a:extLst>
          </p:cNvPr>
          <p:cNvSpPr txBox="1">
            <a:spLocks/>
          </p:cNvSpPr>
          <p:nvPr/>
        </p:nvSpPr>
        <p:spPr>
          <a:xfrm>
            <a:off x="228600" y="974239"/>
            <a:ext cx="4724400" cy="4019550"/>
          </a:xfrm>
          <a:prstGeom prst="rect">
            <a:avLst/>
          </a:prstGeom>
        </p:spPr>
        <p:txBody>
          <a:bodyPr vert="horz" lIns="68580" tIns="34290" rIns="68580" bIns="34290" rtlCol="0">
            <a:normAutofit fontScale="92500" lnSpcReduction="20000"/>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ct val="150000"/>
              </a:lnSpc>
              <a:spcAft>
                <a:spcPts val="600"/>
              </a:spcAft>
              <a:buNone/>
            </a:pPr>
            <a:r>
              <a:rPr lang="vi-VN"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Chỉ số GI được tính toán bằng % tỉ số diện tích dưới đường cong của mẫu thử nghiệm so với mẫu chứng.</a:t>
            </a:r>
            <a:endParaRPr lang="en-US"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Glucose máu của mỗi đối tượng/theo từng sản phẩm được tính riêng rẽ. Trị số trung bình glucose máu của 2 lần thử nghiệm tại mỗi thời điểm của mỗi cá nhân sẽ được sử dụng để đưa vào hình vẽ và tính diện tích gia tăng đường cong.</a:t>
            </a:r>
            <a:endParaRPr lang="en-US"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GI của mỗi sản phẩm A, B là trị số trung bình GI của 20 đối tượng khi sử dụng sản phẩm  A hoặc B.</a:t>
            </a:r>
            <a:endParaRPr lang="en-US"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spcAft>
                <a:spcPts val="600"/>
              </a:spcAft>
              <a:buFont typeface="Cambria" panose="02040503050406030204" pitchFamily="18" charset="0"/>
              <a:buChar char="-"/>
            </a:pPr>
            <a:r>
              <a:rPr lang="vi-VN"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Những giá trị Glucose máu của một đối tượng biến đổi ngoài giá trị X+2SD của nhóm được loại ra kh</a:t>
            </a:r>
            <a:r>
              <a:rPr lang="en-US"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i</a:t>
            </a:r>
            <a:r>
              <a:rPr lang="vi-VN"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 tính toán thống kê.</a:t>
            </a:r>
            <a:endParaRPr lang="en-US" sz="1600" dirty="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p:txBody>
      </p:sp>
      <p:pic>
        <p:nvPicPr>
          <p:cNvPr id="5" name="Picture 4" descr="Text, letter&#10;&#10;Description automatically generated">
            <a:extLst>
              <a:ext uri="{FF2B5EF4-FFF2-40B4-BE49-F238E27FC236}">
                <a16:creationId xmlns:a16="http://schemas.microsoft.com/office/drawing/2014/main" id="{8DC18CC8-EE8F-4BD9-AA81-B402A0E890BC}"/>
              </a:ext>
            </a:extLst>
          </p:cNvPr>
          <p:cNvPicPr>
            <a:picLocks noChangeAspect="1"/>
          </p:cNvPicPr>
          <p:nvPr/>
        </p:nvPicPr>
        <p:blipFill rotWithShape="1">
          <a:blip r:embed="rId3">
            <a:extLst>
              <a:ext uri="{28A0092B-C50C-407E-A947-70E740481C1C}">
                <a14:useLocalDpi xmlns:a14="http://schemas.microsoft.com/office/drawing/2010/main" val="0"/>
              </a:ext>
            </a:extLst>
          </a:blip>
          <a:srcRect l="2626" r="21456"/>
          <a:stretch/>
        </p:blipFill>
        <p:spPr>
          <a:xfrm>
            <a:off x="5115532" y="819150"/>
            <a:ext cx="3332536" cy="1752600"/>
          </a:xfrm>
          <a:prstGeom prst="rect">
            <a:avLst/>
          </a:prstGeom>
        </p:spPr>
      </p:pic>
      <p:pic>
        <p:nvPicPr>
          <p:cNvPr id="6" name="Picture 5" descr="Graphical user interface, text, application, email&#10;&#10;Description automatically generated">
            <a:extLst>
              <a:ext uri="{FF2B5EF4-FFF2-40B4-BE49-F238E27FC236}">
                <a16:creationId xmlns:a16="http://schemas.microsoft.com/office/drawing/2014/main" id="{16CE98FF-87B5-44A9-9220-8BC20D548FC4}"/>
              </a:ext>
            </a:extLst>
          </p:cNvPr>
          <p:cNvPicPr>
            <a:picLocks noChangeAspect="1"/>
          </p:cNvPicPr>
          <p:nvPr/>
        </p:nvPicPr>
        <p:blipFill rotWithShape="1">
          <a:blip r:embed="rId4">
            <a:extLst>
              <a:ext uri="{28A0092B-C50C-407E-A947-70E740481C1C}">
                <a14:useLocalDpi xmlns:a14="http://schemas.microsoft.com/office/drawing/2010/main" val="0"/>
              </a:ext>
            </a:extLst>
          </a:blip>
          <a:srcRect l="4577" r="9981"/>
          <a:stretch/>
        </p:blipFill>
        <p:spPr>
          <a:xfrm>
            <a:off x="5219700" y="2647950"/>
            <a:ext cx="3924300" cy="1887855"/>
          </a:xfrm>
          <a:prstGeom prst="rect">
            <a:avLst/>
          </a:prstGeom>
        </p:spPr>
      </p:pic>
    </p:spTree>
    <p:extLst>
      <p:ext uri="{BB962C8B-B14F-4D97-AF65-F5344CB8AC3E}">
        <p14:creationId xmlns:p14="http://schemas.microsoft.com/office/powerpoint/2010/main" val="3433196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hape, arrow&#10;&#10;Description automatically generated">
            <a:extLst>
              <a:ext uri="{FF2B5EF4-FFF2-40B4-BE49-F238E27FC236}">
                <a16:creationId xmlns:a16="http://schemas.microsoft.com/office/drawing/2014/main" id="{F93FF18E-8D9E-4B8B-9F7D-42864F7C147C}"/>
              </a:ext>
            </a:extLst>
          </p:cNvPr>
          <p:cNvPicPr>
            <a:picLocks noChangeAspect="1"/>
          </p:cNvPicPr>
          <p:nvPr/>
        </p:nvPicPr>
        <p:blipFill rotWithShape="1">
          <a:blip r:embed="rId3"/>
          <a:srcRect l="10229" t="8185" r="7985" b="3637"/>
          <a:stretch/>
        </p:blipFill>
        <p:spPr>
          <a:xfrm>
            <a:off x="107576" y="1184862"/>
            <a:ext cx="4656524" cy="2818049"/>
          </a:xfrm>
          <a:prstGeom prst="rect">
            <a:avLst/>
          </a:prstGeom>
        </p:spPr>
      </p:pic>
      <p:sp>
        <p:nvSpPr>
          <p:cNvPr id="8" name="Title 1">
            <a:extLst>
              <a:ext uri="{FF2B5EF4-FFF2-40B4-BE49-F238E27FC236}">
                <a16:creationId xmlns:a16="http://schemas.microsoft.com/office/drawing/2014/main" id="{2DBA373C-ADF9-4113-90FB-6B6DCB516D82}"/>
              </a:ext>
            </a:extLst>
          </p:cNvPr>
          <p:cNvSpPr>
            <a:spLocks noGrp="1"/>
          </p:cNvSpPr>
          <p:nvPr>
            <p:ph type="title"/>
          </p:nvPr>
        </p:nvSpPr>
        <p:spPr>
          <a:xfrm>
            <a:off x="457199" y="205978"/>
            <a:ext cx="8410175" cy="857250"/>
          </a:xfrm>
        </p:spPr>
        <p:txBody>
          <a:bodyPr>
            <a:normAutofit fontScale="90000"/>
          </a:bodyPr>
          <a:lstStyle/>
          <a:p>
            <a:pPr algn="r"/>
            <a:r>
              <a:rPr lang="vi-VN" sz="3200" b="1">
                <a:solidFill>
                  <a:srgbClr val="000000"/>
                </a:solidFill>
                <a:effectLst/>
                <a:latin typeface="Calibri" panose="020F0502020204030204" pitchFamily="34" charset="0"/>
                <a:ea typeface="MS Mincho" panose="02020609040205080304" pitchFamily="49" charset="-128"/>
                <a:cs typeface="Calibri" panose="020F0502020204030204" pitchFamily="34" charset="0"/>
              </a:rPr>
              <a:t>Phương pháp tính diện tích dưới đường cong AUC</a:t>
            </a:r>
            <a:endParaRPr lang="en-US" sz="3200"/>
          </a:p>
        </p:txBody>
      </p:sp>
      <p:sp>
        <p:nvSpPr>
          <p:cNvPr id="13" name="TextBox 12">
            <a:extLst>
              <a:ext uri="{FF2B5EF4-FFF2-40B4-BE49-F238E27FC236}">
                <a16:creationId xmlns:a16="http://schemas.microsoft.com/office/drawing/2014/main" id="{5505E17D-6383-4B70-9BF5-0CE1021F9879}"/>
              </a:ext>
            </a:extLst>
          </p:cNvPr>
          <p:cNvSpPr txBox="1"/>
          <p:nvPr/>
        </p:nvSpPr>
        <p:spPr>
          <a:xfrm>
            <a:off x="4764100" y="1262223"/>
            <a:ext cx="4470186" cy="3139321"/>
          </a:xfrm>
          <a:prstGeom prst="rect">
            <a:avLst/>
          </a:prstGeom>
          <a:noFill/>
        </p:spPr>
        <p:txBody>
          <a:bodyPr wrap="square">
            <a:spAutoFit/>
          </a:bodyPr>
          <a:lstStyle/>
          <a:p>
            <a:pPr marL="342900" indent="-342900">
              <a:buAutoNum type="alphaLcParenBoth"/>
            </a:pPr>
            <a:r>
              <a:rPr lang="vi-VN">
                <a:latin typeface="Calibri" panose="020F0502020204030204" pitchFamily="34" charset="0"/>
                <a:cs typeface="Calibri" panose="020F0502020204030204" pitchFamily="34" charset="0"/>
              </a:rPr>
              <a:t>Tổng AUC;</a:t>
            </a:r>
          </a:p>
          <a:p>
            <a:pPr marL="342900" indent="-342900">
              <a:buAutoNum type="alphaLcParenBoth"/>
            </a:pPr>
            <a:r>
              <a:rPr lang="vi-VN">
                <a:latin typeface="Calibri" panose="020F0502020204030204" pitchFamily="34" charset="0"/>
                <a:cs typeface="Calibri" panose="020F0502020204030204" pitchFamily="34" charset="0"/>
              </a:rPr>
              <a:t>Diện tích phần tăng từ điểm bắt đầu tăng đến điểm đầu tiên trở lại đường chuẩn;</a:t>
            </a:r>
          </a:p>
          <a:p>
            <a:pPr marL="342900" indent="-342900">
              <a:buAutoNum type="alphaLcParenBoth"/>
            </a:pPr>
            <a:r>
              <a:rPr lang="vi-VN" b="1" i="1">
                <a:latin typeface="Calibri" panose="020F0502020204030204" pitchFamily="34" charset="0"/>
                <a:cs typeface="Calibri" panose="020F0502020204030204" pitchFamily="34" charset="0"/>
              </a:rPr>
              <a:t>Diện tích phần trên đường chuẩn, không bao gồm diện tích bên dưới đường cong; </a:t>
            </a:r>
          </a:p>
          <a:p>
            <a:pPr marL="342900" indent="-342900">
              <a:buAutoNum type="alphaLcParenBoth"/>
            </a:pPr>
            <a:r>
              <a:rPr lang="vi-VN">
                <a:latin typeface="Calibri" panose="020F0502020204030204" pitchFamily="34" charset="0"/>
                <a:cs typeface="Calibri" panose="020F0502020204030204" pitchFamily="34" charset="0"/>
              </a:rPr>
              <a:t>Diện tích phần tăng, sử dụng đường chuẩn đi qua điểm đường huyết thấp nhất;</a:t>
            </a:r>
          </a:p>
          <a:p>
            <a:pPr marL="342900" indent="-342900">
              <a:buAutoNum type="alphaLcParenBoth"/>
            </a:pPr>
            <a:r>
              <a:rPr lang="vi-VN">
                <a:latin typeface="Calibri" panose="020F0502020204030204" pitchFamily="34" charset="0"/>
                <a:cs typeface="Calibri" panose="020F0502020204030204" pitchFamily="34" charset="0"/>
              </a:rPr>
              <a:t>(e) AUC thực tăng dần (áp dụng quy tắc hình thang cho tất cả các khoảng chênh lệch dương và âm).</a:t>
            </a:r>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1901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4BE1C2-A5CA-49A5-954D-B8ED77179673}"/>
              </a:ext>
            </a:extLst>
          </p:cNvPr>
          <p:cNvPicPr>
            <a:picLocks noChangeAspect="1"/>
          </p:cNvPicPr>
          <p:nvPr/>
        </p:nvPicPr>
        <p:blipFill>
          <a:blip r:embed="rId3"/>
          <a:stretch>
            <a:fillRect/>
          </a:stretch>
        </p:blipFill>
        <p:spPr>
          <a:xfrm>
            <a:off x="0" y="0"/>
            <a:ext cx="3635619" cy="5143500"/>
          </a:xfrm>
          <a:prstGeom prst="rect">
            <a:avLst/>
          </a:prstGeom>
        </p:spPr>
      </p:pic>
      <p:pic>
        <p:nvPicPr>
          <p:cNvPr id="15" name="Picture 14">
            <a:extLst>
              <a:ext uri="{FF2B5EF4-FFF2-40B4-BE49-F238E27FC236}">
                <a16:creationId xmlns:a16="http://schemas.microsoft.com/office/drawing/2014/main" id="{3E7BB8CB-02A1-44F3-906A-5F444C9524EF}"/>
              </a:ext>
            </a:extLst>
          </p:cNvPr>
          <p:cNvPicPr>
            <a:picLocks noChangeAspect="1"/>
          </p:cNvPicPr>
          <p:nvPr/>
        </p:nvPicPr>
        <p:blipFill>
          <a:blip r:embed="rId4"/>
          <a:stretch>
            <a:fillRect/>
          </a:stretch>
        </p:blipFill>
        <p:spPr>
          <a:xfrm>
            <a:off x="3635619" y="19050"/>
            <a:ext cx="3450981" cy="5143500"/>
          </a:xfrm>
          <a:prstGeom prst="rect">
            <a:avLst/>
          </a:prstGeom>
        </p:spPr>
      </p:pic>
      <p:sp>
        <p:nvSpPr>
          <p:cNvPr id="17" name="Title 1">
            <a:extLst>
              <a:ext uri="{FF2B5EF4-FFF2-40B4-BE49-F238E27FC236}">
                <a16:creationId xmlns:a16="http://schemas.microsoft.com/office/drawing/2014/main" id="{5D404986-2391-46D7-A820-F81784EF0557}"/>
              </a:ext>
            </a:extLst>
          </p:cNvPr>
          <p:cNvSpPr>
            <a:spLocks noGrp="1"/>
          </p:cNvSpPr>
          <p:nvPr>
            <p:ph type="title"/>
          </p:nvPr>
        </p:nvSpPr>
        <p:spPr>
          <a:xfrm>
            <a:off x="7086600" y="1962150"/>
            <a:ext cx="1981200" cy="857250"/>
          </a:xfrm>
        </p:spPr>
        <p:txBody>
          <a:bodyPr>
            <a:noAutofit/>
          </a:bodyPr>
          <a:lstStyle/>
          <a:p>
            <a:r>
              <a:rPr lang="en-US" sz="2400"/>
              <a:t>Bản tự công bố sản phẩm Sữa </a:t>
            </a:r>
            <a:r>
              <a:rPr lang="en-US" sz="2400" err="1"/>
              <a:t>Anmum</a:t>
            </a:r>
            <a:r>
              <a:rPr lang="en-US" sz="2400"/>
              <a:t> hương </a:t>
            </a:r>
            <a:r>
              <a:rPr lang="en-US" sz="2400" err="1"/>
              <a:t>vani</a:t>
            </a:r>
            <a:r>
              <a:rPr lang="en-US" sz="2400"/>
              <a:t> (mẫu A)</a:t>
            </a:r>
          </a:p>
        </p:txBody>
      </p:sp>
    </p:spTree>
    <p:extLst>
      <p:ext uri="{BB962C8B-B14F-4D97-AF65-F5344CB8AC3E}">
        <p14:creationId xmlns:p14="http://schemas.microsoft.com/office/powerpoint/2010/main" val="3869564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EB34B3-BED7-4188-93A2-493FD5A27E54}"/>
              </a:ext>
            </a:extLst>
          </p:cNvPr>
          <p:cNvPicPr>
            <a:picLocks noChangeAspect="1"/>
          </p:cNvPicPr>
          <p:nvPr/>
        </p:nvPicPr>
        <p:blipFill>
          <a:blip r:embed="rId3"/>
          <a:stretch>
            <a:fillRect/>
          </a:stretch>
        </p:blipFill>
        <p:spPr>
          <a:xfrm>
            <a:off x="1" y="0"/>
            <a:ext cx="3276600" cy="5143500"/>
          </a:xfrm>
          <a:prstGeom prst="rect">
            <a:avLst/>
          </a:prstGeom>
        </p:spPr>
      </p:pic>
      <p:pic>
        <p:nvPicPr>
          <p:cNvPr id="9" name="Picture 8">
            <a:extLst>
              <a:ext uri="{FF2B5EF4-FFF2-40B4-BE49-F238E27FC236}">
                <a16:creationId xmlns:a16="http://schemas.microsoft.com/office/drawing/2014/main" id="{A12F2195-6ACB-4FD4-9131-16A6D8C48E2F}"/>
              </a:ext>
            </a:extLst>
          </p:cNvPr>
          <p:cNvPicPr>
            <a:picLocks noChangeAspect="1"/>
          </p:cNvPicPr>
          <p:nvPr/>
        </p:nvPicPr>
        <p:blipFill>
          <a:blip r:embed="rId4"/>
          <a:stretch>
            <a:fillRect/>
          </a:stretch>
        </p:blipFill>
        <p:spPr>
          <a:xfrm>
            <a:off x="3276602" y="9134"/>
            <a:ext cx="3041736" cy="5143500"/>
          </a:xfrm>
          <a:prstGeom prst="rect">
            <a:avLst/>
          </a:prstGeom>
        </p:spPr>
      </p:pic>
      <p:pic>
        <p:nvPicPr>
          <p:cNvPr id="11" name="Picture 10">
            <a:extLst>
              <a:ext uri="{FF2B5EF4-FFF2-40B4-BE49-F238E27FC236}">
                <a16:creationId xmlns:a16="http://schemas.microsoft.com/office/drawing/2014/main" id="{6BAE66EE-2421-4EEA-9EF3-0DB00EE9246F}"/>
              </a:ext>
            </a:extLst>
          </p:cNvPr>
          <p:cNvPicPr>
            <a:picLocks noChangeAspect="1"/>
          </p:cNvPicPr>
          <p:nvPr/>
        </p:nvPicPr>
        <p:blipFill>
          <a:blip r:embed="rId5"/>
          <a:stretch>
            <a:fillRect/>
          </a:stretch>
        </p:blipFill>
        <p:spPr>
          <a:xfrm>
            <a:off x="6096000" y="0"/>
            <a:ext cx="3041736" cy="5143500"/>
          </a:xfrm>
          <a:prstGeom prst="rect">
            <a:avLst/>
          </a:prstGeom>
        </p:spPr>
      </p:pic>
    </p:spTree>
    <p:extLst>
      <p:ext uri="{BB962C8B-B14F-4D97-AF65-F5344CB8AC3E}">
        <p14:creationId xmlns:p14="http://schemas.microsoft.com/office/powerpoint/2010/main" val="787271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00E900-C406-49F0-8836-42D7ACDA44C0}"/>
              </a:ext>
            </a:extLst>
          </p:cNvPr>
          <p:cNvPicPr>
            <a:picLocks noChangeAspect="1"/>
          </p:cNvPicPr>
          <p:nvPr/>
        </p:nvPicPr>
        <p:blipFill>
          <a:blip r:embed="rId3"/>
          <a:stretch>
            <a:fillRect/>
          </a:stretch>
        </p:blipFill>
        <p:spPr>
          <a:xfrm>
            <a:off x="0" y="0"/>
            <a:ext cx="3624206" cy="5143500"/>
          </a:xfrm>
          <a:prstGeom prst="rect">
            <a:avLst/>
          </a:prstGeom>
        </p:spPr>
      </p:pic>
      <p:pic>
        <p:nvPicPr>
          <p:cNvPr id="6" name="Picture 5">
            <a:extLst>
              <a:ext uri="{FF2B5EF4-FFF2-40B4-BE49-F238E27FC236}">
                <a16:creationId xmlns:a16="http://schemas.microsoft.com/office/drawing/2014/main" id="{A3D1AE62-36A4-4940-BE11-51E137A56122}"/>
              </a:ext>
            </a:extLst>
          </p:cNvPr>
          <p:cNvPicPr>
            <a:picLocks noChangeAspect="1"/>
          </p:cNvPicPr>
          <p:nvPr/>
        </p:nvPicPr>
        <p:blipFill>
          <a:blip r:embed="rId4"/>
          <a:stretch>
            <a:fillRect/>
          </a:stretch>
        </p:blipFill>
        <p:spPr>
          <a:xfrm>
            <a:off x="3624206" y="0"/>
            <a:ext cx="3624206" cy="5143500"/>
          </a:xfrm>
          <a:prstGeom prst="rect">
            <a:avLst/>
          </a:prstGeom>
        </p:spPr>
      </p:pic>
      <p:sp>
        <p:nvSpPr>
          <p:cNvPr id="10" name="Title 1">
            <a:extLst>
              <a:ext uri="{FF2B5EF4-FFF2-40B4-BE49-F238E27FC236}">
                <a16:creationId xmlns:a16="http://schemas.microsoft.com/office/drawing/2014/main" id="{08FEA278-4D39-4858-95FF-045EAE8DCC30}"/>
              </a:ext>
            </a:extLst>
          </p:cNvPr>
          <p:cNvSpPr>
            <a:spLocks noGrp="1"/>
          </p:cNvSpPr>
          <p:nvPr>
            <p:ph type="title"/>
          </p:nvPr>
        </p:nvSpPr>
        <p:spPr>
          <a:xfrm>
            <a:off x="7086600" y="1962150"/>
            <a:ext cx="1981200" cy="857250"/>
          </a:xfrm>
        </p:spPr>
        <p:txBody>
          <a:bodyPr>
            <a:noAutofit/>
          </a:bodyPr>
          <a:lstStyle/>
          <a:p>
            <a:r>
              <a:rPr lang="en-US" sz="2400"/>
              <a:t>Phiếu kiểm định Sữa </a:t>
            </a:r>
            <a:r>
              <a:rPr lang="en-US" sz="2400" err="1"/>
              <a:t>Anmum</a:t>
            </a:r>
            <a:r>
              <a:rPr lang="en-US" sz="2400"/>
              <a:t> công thức mới không đường (mẫu B)</a:t>
            </a:r>
          </a:p>
        </p:txBody>
      </p:sp>
    </p:spTree>
    <p:extLst>
      <p:ext uri="{BB962C8B-B14F-4D97-AF65-F5344CB8AC3E}">
        <p14:creationId xmlns:p14="http://schemas.microsoft.com/office/powerpoint/2010/main" val="1088614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E0C67-2D4B-416C-9342-4FE018797BCC}"/>
              </a:ext>
            </a:extLst>
          </p:cNvPr>
          <p:cNvSpPr>
            <a:spLocks noGrp="1"/>
          </p:cNvSpPr>
          <p:nvPr>
            <p:ph type="ctrTitle"/>
          </p:nvPr>
        </p:nvSpPr>
        <p:spPr>
          <a:xfrm>
            <a:off x="685800" y="1597820"/>
            <a:ext cx="7772400" cy="1102519"/>
          </a:xfrm>
        </p:spPr>
        <p:txBody>
          <a:bodyPr anchor="ctr">
            <a:normAutofit/>
          </a:bodyPr>
          <a:lstStyle/>
          <a:p>
            <a:r>
              <a:rPr lang="vi-VN" b="1">
                <a:latin typeface="Calibri" panose="020F0502020204030204" pitchFamily="34" charset="0"/>
                <a:cs typeface="Calibri" panose="020F0502020204030204" pitchFamily="34" charset="0"/>
              </a:rPr>
              <a:t>Dự kiến kết quả</a:t>
            </a:r>
            <a:endParaRPr lang="en-US" b="1">
              <a:latin typeface="Calibri" panose="020F0502020204030204" pitchFamily="34" charset="0"/>
              <a:cs typeface="Calibri" panose="020F0502020204030204" pitchFamily="34" charset="0"/>
            </a:endParaRPr>
          </a:p>
        </p:txBody>
      </p:sp>
      <p:sp>
        <p:nvSpPr>
          <p:cNvPr id="7" name="Subtitle 2">
            <a:extLst>
              <a:ext uri="{FF2B5EF4-FFF2-40B4-BE49-F238E27FC236}">
                <a16:creationId xmlns:a16="http://schemas.microsoft.com/office/drawing/2014/main" id="{2F4AE9F2-7F43-41CC-8753-CA9B311DB7C8}"/>
              </a:ext>
            </a:extLst>
          </p:cNvPr>
          <p:cNvSpPr>
            <a:spLocks noGrp="1"/>
          </p:cNvSpPr>
          <p:nvPr>
            <p:ph type="subTitle" idx="1"/>
          </p:nvPr>
        </p:nvSpPr>
        <p:spPr>
          <a:xfrm>
            <a:off x="1371600" y="2914650"/>
            <a:ext cx="6400800" cy="1314450"/>
          </a:xfrm>
        </p:spPr>
        <p:txBody>
          <a:bodyPr/>
          <a:lstStyle/>
          <a:p>
            <a:endParaRPr lang="en-US"/>
          </a:p>
        </p:txBody>
      </p:sp>
    </p:spTree>
    <p:extLst>
      <p:ext uri="{BB962C8B-B14F-4D97-AF65-F5344CB8AC3E}">
        <p14:creationId xmlns:p14="http://schemas.microsoft.com/office/powerpoint/2010/main" val="4259792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DCFCC7-07B2-4993-8340-CED4D4C73E61}"/>
              </a:ext>
            </a:extLst>
          </p:cNvPr>
          <p:cNvPicPr>
            <a:picLocks noChangeAspect="1"/>
          </p:cNvPicPr>
          <p:nvPr/>
        </p:nvPicPr>
        <p:blipFill>
          <a:blip r:embed="rId3"/>
          <a:stretch>
            <a:fillRect/>
          </a:stretch>
        </p:blipFill>
        <p:spPr>
          <a:xfrm>
            <a:off x="1867220" y="498208"/>
            <a:ext cx="5263839" cy="4035372"/>
          </a:xfrm>
          <a:prstGeom prst="rect">
            <a:avLst/>
          </a:prstGeom>
        </p:spPr>
      </p:pic>
    </p:spTree>
    <p:extLst>
      <p:ext uri="{BB962C8B-B14F-4D97-AF65-F5344CB8AC3E}">
        <p14:creationId xmlns:p14="http://schemas.microsoft.com/office/powerpoint/2010/main" val="4288744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F3C6E81-72E0-4D16-86D5-9A22200BEAA8}"/>
              </a:ext>
            </a:extLst>
          </p:cNvPr>
          <p:cNvPicPr>
            <a:picLocks noChangeAspect="1"/>
          </p:cNvPicPr>
          <p:nvPr/>
        </p:nvPicPr>
        <p:blipFill>
          <a:blip r:embed="rId3"/>
          <a:stretch>
            <a:fillRect/>
          </a:stretch>
        </p:blipFill>
        <p:spPr>
          <a:xfrm>
            <a:off x="1032968" y="718879"/>
            <a:ext cx="7078063" cy="3705742"/>
          </a:xfrm>
          <a:prstGeom prst="rect">
            <a:avLst/>
          </a:prstGeom>
        </p:spPr>
      </p:pic>
    </p:spTree>
    <p:extLst>
      <p:ext uri="{BB962C8B-B14F-4D97-AF65-F5344CB8AC3E}">
        <p14:creationId xmlns:p14="http://schemas.microsoft.com/office/powerpoint/2010/main" val="3570277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66750"/>
            <a:ext cx="8229600" cy="3394472"/>
          </a:xfrm>
        </p:spPr>
        <p:txBody>
          <a:bodyPr/>
          <a:lstStyle/>
          <a:p>
            <a:pPr marL="0" indent="0" algn="ctr">
              <a:buNone/>
            </a:pPr>
            <a:r>
              <a:rPr lang="en-US" err="1"/>
              <a:t>Biểu</a:t>
            </a:r>
            <a:r>
              <a:rPr lang="en-US"/>
              <a:t> </a:t>
            </a:r>
            <a:r>
              <a:rPr lang="en-US" err="1"/>
              <a:t>đồ</a:t>
            </a:r>
            <a:r>
              <a:rPr lang="en-US"/>
              <a:t>: </a:t>
            </a:r>
            <a:r>
              <a:rPr lang="en-US" err="1"/>
              <a:t>Diễn</a:t>
            </a:r>
            <a:r>
              <a:rPr lang="en-US"/>
              <a:t> </a:t>
            </a:r>
            <a:r>
              <a:rPr lang="en-US" err="1"/>
              <a:t>biến</a:t>
            </a:r>
            <a:r>
              <a:rPr lang="en-US"/>
              <a:t> </a:t>
            </a:r>
            <a:r>
              <a:rPr lang="en-US" err="1"/>
              <a:t>gia</a:t>
            </a:r>
            <a:r>
              <a:rPr lang="en-US"/>
              <a:t> </a:t>
            </a:r>
            <a:r>
              <a:rPr lang="en-US" err="1"/>
              <a:t>tăng</a:t>
            </a:r>
            <a:r>
              <a:rPr lang="en-US"/>
              <a:t> glucose </a:t>
            </a:r>
            <a:r>
              <a:rPr lang="en-US" err="1"/>
              <a:t>sau</a:t>
            </a:r>
            <a:r>
              <a:rPr lang="en-US"/>
              <a:t> </a:t>
            </a:r>
            <a:r>
              <a:rPr lang="en-US" err="1"/>
              <a:t>khi</a:t>
            </a:r>
            <a:r>
              <a:rPr lang="en-US"/>
              <a:t> </a:t>
            </a:r>
            <a:r>
              <a:rPr lang="en-US" err="1"/>
              <a:t>sử</a:t>
            </a:r>
            <a:r>
              <a:rPr lang="en-US"/>
              <a:t> </a:t>
            </a:r>
            <a:r>
              <a:rPr lang="en-US" err="1"/>
              <a:t>dụng</a:t>
            </a:r>
            <a:r>
              <a:rPr lang="en-US"/>
              <a:t> </a:t>
            </a:r>
            <a:r>
              <a:rPr lang="en-US" err="1"/>
              <a:t>đường</a:t>
            </a:r>
            <a:r>
              <a:rPr lang="en-US"/>
              <a:t> glucose </a:t>
            </a:r>
            <a:r>
              <a:rPr lang="en-US" err="1"/>
              <a:t>và</a:t>
            </a:r>
            <a:r>
              <a:rPr lang="en-US"/>
              <a:t> 2 </a:t>
            </a:r>
            <a:r>
              <a:rPr lang="en-US" err="1"/>
              <a:t>sản</a:t>
            </a:r>
            <a:r>
              <a:rPr lang="en-US"/>
              <a:t> </a:t>
            </a:r>
            <a:r>
              <a:rPr lang="en-US" err="1"/>
              <a:t>phẩm</a:t>
            </a:r>
            <a:r>
              <a:rPr lang="en-US"/>
              <a:t> </a:t>
            </a:r>
            <a:r>
              <a:rPr lang="en-US" err="1"/>
              <a:t>mẫu</a:t>
            </a:r>
            <a:endParaRPr lang="en-US" b="1"/>
          </a:p>
          <a:p>
            <a:endParaRPr lang="en-US"/>
          </a:p>
        </p:txBody>
      </p:sp>
      <p:graphicFrame>
        <p:nvGraphicFramePr>
          <p:cNvPr id="5" name="Chart 4">
            <a:extLst>
              <a:ext uri="{FF2B5EF4-FFF2-40B4-BE49-F238E27FC236}">
                <a16:creationId xmlns:a16="http://schemas.microsoft.com/office/drawing/2014/main" id="{AE282191-B0D8-4C62-BAA0-C419F2785118}"/>
              </a:ext>
            </a:extLst>
          </p:cNvPr>
          <p:cNvGraphicFramePr/>
          <p:nvPr>
            <p:extLst>
              <p:ext uri="{D42A27DB-BD31-4B8C-83A1-F6EECF244321}">
                <p14:modId xmlns:p14="http://schemas.microsoft.com/office/powerpoint/2010/main" val="2476241129"/>
              </p:ext>
            </p:extLst>
          </p:nvPr>
        </p:nvGraphicFramePr>
        <p:xfrm>
          <a:off x="685800" y="1428750"/>
          <a:ext cx="7391400" cy="320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97583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B740D49-6CB9-49C7-BBD9-1E32A7DDEE50}"/>
              </a:ext>
            </a:extLst>
          </p:cNvPr>
          <p:cNvPicPr>
            <a:picLocks noChangeAspect="1"/>
          </p:cNvPicPr>
          <p:nvPr/>
        </p:nvPicPr>
        <p:blipFill>
          <a:blip r:embed="rId3"/>
          <a:stretch>
            <a:fillRect/>
          </a:stretch>
        </p:blipFill>
        <p:spPr>
          <a:xfrm>
            <a:off x="1028205" y="461668"/>
            <a:ext cx="7087589" cy="4220164"/>
          </a:xfrm>
          <a:prstGeom prst="rect">
            <a:avLst/>
          </a:prstGeom>
        </p:spPr>
      </p:pic>
    </p:spTree>
    <p:extLst>
      <p:ext uri="{BB962C8B-B14F-4D97-AF65-F5344CB8AC3E}">
        <p14:creationId xmlns:p14="http://schemas.microsoft.com/office/powerpoint/2010/main" val="926561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670E54C-9DFE-417B-A23B-7DE2F03E5DF4}"/>
              </a:ext>
            </a:extLst>
          </p:cNvPr>
          <p:cNvPicPr>
            <a:picLocks noChangeAspect="1"/>
          </p:cNvPicPr>
          <p:nvPr/>
        </p:nvPicPr>
        <p:blipFill>
          <a:blip r:embed="rId3"/>
          <a:stretch>
            <a:fillRect/>
          </a:stretch>
        </p:blipFill>
        <p:spPr>
          <a:xfrm>
            <a:off x="1214077" y="476442"/>
            <a:ext cx="6715846" cy="4190616"/>
          </a:xfrm>
          <a:prstGeom prst="rect">
            <a:avLst/>
          </a:prstGeom>
        </p:spPr>
      </p:pic>
    </p:spTree>
    <p:extLst>
      <p:ext uri="{BB962C8B-B14F-4D97-AF65-F5344CB8AC3E}">
        <p14:creationId xmlns:p14="http://schemas.microsoft.com/office/powerpoint/2010/main" val="1202297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Nên chọn loại sữa nào là tốt nhất cho con: Sữa bột hay sữa tươi?">
            <a:extLst>
              <a:ext uri="{FF2B5EF4-FFF2-40B4-BE49-F238E27FC236}">
                <a16:creationId xmlns:a16="http://schemas.microsoft.com/office/drawing/2014/main" id="{DDFE3250-5BAF-4E60-9DFD-38D00C9B8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6586"/>
            <a:ext cx="9144000" cy="6035152"/>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3">
            <a:extLst>
              <a:ext uri="{FF2B5EF4-FFF2-40B4-BE49-F238E27FC236}">
                <a16:creationId xmlns:a16="http://schemas.microsoft.com/office/drawing/2014/main" id="{4C82682F-C804-45D5-8A12-56E2627DEA62}"/>
              </a:ext>
            </a:extLst>
          </p:cNvPr>
          <p:cNvSpPr txBox="1">
            <a:spLocks/>
          </p:cNvSpPr>
          <p:nvPr/>
        </p:nvSpPr>
        <p:spPr>
          <a:xfrm>
            <a:off x="-838200" y="895350"/>
            <a:ext cx="8229600" cy="857250"/>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Xin trân trọng cảm ơn!</a:t>
            </a:r>
          </a:p>
        </p:txBody>
      </p:sp>
    </p:spTree>
    <p:extLst>
      <p:ext uri="{BB962C8B-B14F-4D97-AF65-F5344CB8AC3E}">
        <p14:creationId xmlns:p14="http://schemas.microsoft.com/office/powerpoint/2010/main" val="2002666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9" name="TextBox 8">
            <a:extLst>
              <a:ext uri="{FF2B5EF4-FFF2-40B4-BE49-F238E27FC236}">
                <a16:creationId xmlns:a16="http://schemas.microsoft.com/office/drawing/2014/main" id="{C04ABC07-4180-4A29-B0AA-3318AE6D90FB}"/>
              </a:ext>
            </a:extLst>
          </p:cNvPr>
          <p:cNvSpPr txBox="1"/>
          <p:nvPr/>
        </p:nvSpPr>
        <p:spPr>
          <a:xfrm>
            <a:off x="323850" y="971550"/>
            <a:ext cx="8591550" cy="3631763"/>
          </a:xfrm>
          <a:prstGeom prst="rect">
            <a:avLst/>
          </a:prstGeom>
          <a:noFill/>
        </p:spPr>
        <p:txBody>
          <a:bodyPr wrap="square">
            <a:spAutoFit/>
          </a:bodyPr>
          <a:lstStyle/>
          <a:p>
            <a:pPr marL="342900" indent="-342900" algn="just">
              <a:buFont typeface="Arial" panose="020B0604020202020204" pitchFamily="34" charset="0"/>
              <a:buChar char="•"/>
            </a:pPr>
            <a:r>
              <a:rPr lang="en-US" sz="2300">
                <a:latin typeface="Calibri" panose="020F0502020204030204" pitchFamily="34" charset="0"/>
                <a:cs typeface="Calibri" panose="020F0502020204030204" pitchFamily="34" charset="0"/>
              </a:rPr>
              <a:t>GI </a:t>
            </a:r>
            <a:r>
              <a:rPr lang="vi-VN" sz="2300">
                <a:latin typeface="Calibri" panose="020F0502020204030204" pitchFamily="34" charset="0"/>
                <a:cs typeface="Calibri" panose="020F0502020204030204" pitchFamily="34" charset="0"/>
              </a:rPr>
              <a:t>thường được áp dụng cho các loại thực phẩm giàu</a:t>
            </a:r>
            <a:r>
              <a:rPr lang="en-US" sz="2300">
                <a:latin typeface="Calibri" panose="020F0502020204030204" pitchFamily="34" charset="0"/>
                <a:cs typeface="Calibri" panose="020F0502020204030204" pitchFamily="34" charset="0"/>
              </a:rPr>
              <a:t> </a:t>
            </a:r>
            <a:r>
              <a:rPr lang="vi-VN" sz="2300">
                <a:latin typeface="Calibri" panose="020F0502020204030204" pitchFamily="34" charset="0"/>
                <a:cs typeface="Calibri" panose="020F0502020204030204" pitchFamily="34" charset="0"/>
              </a:rPr>
              <a:t>carbohydrate</a:t>
            </a:r>
            <a:r>
              <a:rPr lang="en-US" sz="2300">
                <a:latin typeface="Calibri" panose="020F0502020204030204" pitchFamily="34" charset="0"/>
                <a:cs typeface="Calibri" panose="020F0502020204030204" pitchFamily="34" charset="0"/>
              </a:rPr>
              <a:t>. GI </a:t>
            </a:r>
            <a:r>
              <a:rPr lang="vi-VN" sz="2300">
                <a:latin typeface="Calibri" panose="020F0502020204030204" pitchFamily="34" charset="0"/>
                <a:cs typeface="Calibri" panose="020F0502020204030204" pitchFamily="34" charset="0"/>
              </a:rPr>
              <a:t>đánh giá phản ứng đường huyết của một lượng cố định carbohydrate (thường là 50g) từ thực phẩm thử nghiệm với cùng một lượng carbohydrate có sẵn từ thực phẩm tiêu chuẩn. </a:t>
            </a:r>
            <a:endParaRPr lang="en-US" sz="2300">
              <a:latin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300">
                <a:latin typeface="Calibri" panose="020F0502020204030204" pitchFamily="34" charset="0"/>
                <a:cs typeface="Calibri" panose="020F0502020204030204" pitchFamily="34" charset="0"/>
              </a:rPr>
              <a:t>GI </a:t>
            </a:r>
            <a:r>
              <a:rPr lang="vi-VN" sz="2300">
                <a:latin typeface="Calibri" panose="020F0502020204030204" pitchFamily="34" charset="0"/>
                <a:cs typeface="Calibri" panose="020F0502020204030204" pitchFamily="34" charset="0"/>
              </a:rPr>
              <a:t>của thực phẩm được biểu thị bằng phần trăm phản ứng đường huyết của sản phẩm thử nghiệm so với sản phẩm tiêu chuẩn [2]. </a:t>
            </a:r>
            <a:endParaRPr lang="en-US" sz="2300">
              <a:latin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300">
                <a:latin typeface="Calibri" panose="020F0502020204030204" pitchFamily="34" charset="0"/>
                <a:cs typeface="Calibri" panose="020F0502020204030204" pitchFamily="34" charset="0"/>
              </a:rPr>
              <a:t>Chỉ số đường huyết được sử dụng, kết hợp với thông tin về thành phần thực phẩm để hướng dẫn lựa chọn thực phẩm; xếp hạn thực phẩm nhằm cung cấp các loại thực phẩm GI thấp cho những đối tượng cần thiết.</a:t>
            </a:r>
          </a:p>
        </p:txBody>
      </p:sp>
    </p:spTree>
    <p:extLst>
      <p:ext uri="{BB962C8B-B14F-4D97-AF65-F5344CB8AC3E}">
        <p14:creationId xmlns:p14="http://schemas.microsoft.com/office/powerpoint/2010/main" val="3614224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66800" y="285750"/>
            <a:ext cx="5181600" cy="476250"/>
          </a:xfrm>
        </p:spPr>
        <p:txBody>
          <a:bodyPr>
            <a:noAutofit/>
          </a:bodyPr>
          <a:lstStyle/>
          <a:p>
            <a:r>
              <a:rPr lang="en-US" sz="2800"/>
              <a:t>Lưu ý </a:t>
            </a:r>
            <a:r>
              <a:rPr lang="en-US" sz="2800" err="1"/>
              <a:t>khi</a:t>
            </a:r>
            <a:r>
              <a:rPr lang="en-US" sz="2800"/>
              <a:t> </a:t>
            </a:r>
            <a:r>
              <a:rPr lang="en-US" sz="2800" err="1"/>
              <a:t>thực</a:t>
            </a:r>
            <a:r>
              <a:rPr lang="en-US" sz="2800"/>
              <a:t> </a:t>
            </a:r>
            <a:r>
              <a:rPr lang="en-US" sz="2800" err="1"/>
              <a:t>hiện</a:t>
            </a:r>
            <a:r>
              <a:rPr lang="en-US" sz="2800"/>
              <a:t> </a:t>
            </a:r>
            <a:r>
              <a:rPr lang="en-US" sz="2800" err="1"/>
              <a:t>tính</a:t>
            </a:r>
            <a:r>
              <a:rPr lang="en-US" sz="2800"/>
              <a:t> AUC:</a:t>
            </a:r>
          </a:p>
        </p:txBody>
      </p:sp>
      <p:sp>
        <p:nvSpPr>
          <p:cNvPr id="6" name="Content Placeholder 2">
            <a:extLst>
              <a:ext uri="{FF2B5EF4-FFF2-40B4-BE49-F238E27FC236}">
                <a16:creationId xmlns:a16="http://schemas.microsoft.com/office/drawing/2014/main" id="{022F28C2-591E-4AED-B418-24F272BFE193}"/>
              </a:ext>
            </a:extLst>
          </p:cNvPr>
          <p:cNvSpPr>
            <a:spLocks noGrp="1"/>
          </p:cNvSpPr>
          <p:nvPr>
            <p:ph idx="1"/>
          </p:nvPr>
        </p:nvSpPr>
        <p:spPr>
          <a:xfrm>
            <a:off x="134816" y="816301"/>
            <a:ext cx="8780584" cy="3983236"/>
          </a:xfrm>
        </p:spPr>
        <p:txBody>
          <a:bodyPr>
            <a:normAutofit fontScale="92500" lnSpcReduction="20000"/>
          </a:bodyPr>
          <a:lstStyle/>
          <a:p>
            <a:pPr marL="342900" lvl="0" indent="-342900" algn="just">
              <a:lnSpc>
                <a:spcPct val="150000"/>
              </a:lnSpc>
              <a:buFont typeface="Cambria" panose="02040503050406030204" pitchFamily="18" charset="0"/>
              <a:buChar char="-"/>
            </a:pPr>
            <a:r>
              <a:rPr lang="en-US" sz="1800">
                <a:latin typeface="+mj-lt"/>
              </a:rPr>
              <a:t>Í</a:t>
            </a:r>
            <a:r>
              <a:rPr lang="vi-VN" sz="1800">
                <a:latin typeface="+mj-lt"/>
              </a:rPr>
              <a:t>t nhất 10 đối tượng để đảm bảo ý nghĩa thống kê.</a:t>
            </a:r>
            <a:endParaRPr lang="en-US" sz="1800">
              <a:latin typeface="+mj-lt"/>
            </a:endParaRPr>
          </a:p>
          <a:p>
            <a:pPr marL="342900" lvl="0" indent="-342900" algn="just">
              <a:lnSpc>
                <a:spcPct val="150000"/>
              </a:lnSpc>
              <a:buFont typeface="Cambria" panose="02040503050406030204" pitchFamily="18" charset="0"/>
              <a:buChar char="-"/>
            </a:pPr>
            <a:r>
              <a:rPr lang="vi-VN" sz="1800">
                <a:latin typeface="+mj-lt"/>
              </a:rPr>
              <a:t>Không có giới hạn về giới tính </a:t>
            </a:r>
            <a:endParaRPr lang="en-US" sz="1800">
              <a:latin typeface="+mj-lt"/>
            </a:endParaRPr>
          </a:p>
          <a:p>
            <a:pPr marL="342900" lvl="0" indent="-342900" algn="just">
              <a:lnSpc>
                <a:spcPct val="150000"/>
              </a:lnSpc>
              <a:buFont typeface="Cambria" panose="02040503050406030204" pitchFamily="18" charset="0"/>
              <a:buChar char="-"/>
            </a:pPr>
            <a:r>
              <a:rPr lang="en-US" sz="1800">
                <a:latin typeface="+mj-lt"/>
              </a:rPr>
              <a:t>H</a:t>
            </a:r>
            <a:r>
              <a:rPr lang="vi-VN" sz="1800">
                <a:latin typeface="+mj-lt"/>
              </a:rPr>
              <a:t>àm lượng sản phẩm cung cấp carbohydrate nên dựa trên nguồn carbohydrate sẵn có.</a:t>
            </a:r>
            <a:endParaRPr lang="en-US" sz="1800">
              <a:latin typeface="+mj-lt"/>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Khuyến nghị dùng liều 50g carbohydrate</a:t>
            </a:r>
            <a:r>
              <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 </a:t>
            </a: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Đối với thực phẩm có hàm lượng carbohydrate thấp, nên giảm liều thử nghiệm xuống 25g.</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Thực phẩm chứng nên được đo ít nhất hai lần.</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Nên thử nghiệm sản phẩm trên đối tượng kh</a:t>
            </a:r>
            <a:r>
              <a:rPr lang="en-US" sz="1800" err="1">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ỏe</a:t>
            </a: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 mạnh</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Đối với sản phẩm thử nghiệm dạng dung dịch, nên uống trong vòng 5-10 phút.</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Sản phẩm thử nghiệm dạng rắn hoặc bán rắn nên tiêu thụ trong 10-15 phút.</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Sản phẩm chứng là đường glucose hoặc bánh mì trắng </a:t>
            </a:r>
            <a:endParaRPr lang="en-US" sz="1800">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endParaRPr>
          </a:p>
        </p:txBody>
      </p:sp>
      <p:sp>
        <p:nvSpPr>
          <p:cNvPr id="4" name="Content Placeholder 2">
            <a:extLst>
              <a:ext uri="{FF2B5EF4-FFF2-40B4-BE49-F238E27FC236}">
                <a16:creationId xmlns:a16="http://schemas.microsoft.com/office/drawing/2014/main" id="{2EAC68DE-DE4B-4EB1-AA35-D1A5248D8F6E}"/>
              </a:ext>
            </a:extLst>
          </p:cNvPr>
          <p:cNvSpPr txBox="1">
            <a:spLocks/>
          </p:cNvSpPr>
          <p:nvPr/>
        </p:nvSpPr>
        <p:spPr>
          <a:xfrm>
            <a:off x="4466493" y="836414"/>
            <a:ext cx="4542691" cy="4135636"/>
          </a:xfrm>
          <a:prstGeom prst="rect">
            <a:avLst/>
          </a:prstGeom>
        </p:spPr>
        <p:txBody>
          <a:bodyPr vert="horz" lIns="68580" tIns="34290" rIns="68580" bIns="34290" rtlCol="0">
            <a:norm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lvl="0" indent="-342900" algn="just">
              <a:lnSpc>
                <a:spcPct val="150000"/>
              </a:lnSpc>
              <a:buFont typeface="Cambria" panose="02040503050406030204" pitchFamily="18" charset="0"/>
              <a:buChar char="-"/>
            </a:pPr>
            <a:endParaRPr lang="en-US" sz="12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p:txBody>
      </p:sp>
    </p:spTree>
    <p:extLst>
      <p:ext uri="{BB962C8B-B14F-4D97-AF65-F5344CB8AC3E}">
        <p14:creationId xmlns:p14="http://schemas.microsoft.com/office/powerpoint/2010/main" val="1785490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sz="3600"/>
              <a:t>Lưu ý </a:t>
            </a:r>
            <a:r>
              <a:rPr lang="en-US" sz="3600" err="1"/>
              <a:t>khi</a:t>
            </a:r>
            <a:r>
              <a:rPr lang="en-US" sz="3600"/>
              <a:t> </a:t>
            </a:r>
            <a:r>
              <a:rPr lang="en-US" sz="3600" err="1"/>
              <a:t>thực</a:t>
            </a:r>
            <a:r>
              <a:rPr lang="en-US" sz="3600"/>
              <a:t> </a:t>
            </a:r>
            <a:r>
              <a:rPr lang="en-US" sz="3600" err="1"/>
              <a:t>hiện</a:t>
            </a:r>
            <a:r>
              <a:rPr lang="en-US" sz="3600"/>
              <a:t> </a:t>
            </a:r>
            <a:r>
              <a:rPr lang="en-US" sz="3600" err="1"/>
              <a:t>tính</a:t>
            </a:r>
            <a:r>
              <a:rPr lang="en-US" sz="3600"/>
              <a:t> AUC:</a:t>
            </a:r>
            <a:endParaRPr lang="en-US"/>
          </a:p>
        </p:txBody>
      </p:sp>
      <p:sp>
        <p:nvSpPr>
          <p:cNvPr id="9" name="TextBox 8">
            <a:extLst>
              <a:ext uri="{FF2B5EF4-FFF2-40B4-BE49-F238E27FC236}">
                <a16:creationId xmlns:a16="http://schemas.microsoft.com/office/drawing/2014/main" id="{6781BFAC-906B-4055-A76D-6037D836AEBE}"/>
              </a:ext>
            </a:extLst>
          </p:cNvPr>
          <p:cNvSpPr txBox="1"/>
          <p:nvPr/>
        </p:nvSpPr>
        <p:spPr>
          <a:xfrm>
            <a:off x="152400" y="935527"/>
            <a:ext cx="8610600" cy="4204356"/>
          </a:xfrm>
          <a:prstGeom prst="rect">
            <a:avLst/>
          </a:prstGeom>
          <a:noFill/>
        </p:spPr>
        <p:txBody>
          <a:bodyPr wrap="square">
            <a:spAutoFit/>
          </a:bodyPr>
          <a:lstStyle/>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Buổi tối trước mỗi lần thử nghiệm, chỉ nên tiêu thụ một thực đơn cố định, và lặp lại thực đơn đó trước mỗi lần thử nghiệm. Tránh các hoạt động gắng sức bất ngờ.</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Tổng thời gian của các lần thử nghiệm không quá 4 tháng.</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Trong trường hợp thử nghiệm nhiều loại thực phẩm, nên thực hiện thử nghiệm thực phẩm đối chứng ngay từ đầu và lặp lại sau mỗi 6–8 tuần.</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Có thể thực hiện đo một sản phẩm duy nhất là đường glucose.</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en-US"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N</a:t>
            </a: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ên đo cả glucose và insulin;</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Thời gian lấy mẫu máu phải ở 0 phút (mẫu ban đầu), sau đó là 15, 30, 45, 60, 90 và 120 phút sau khi bắt đầu ăn bữa ăn thử nghiệm;</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a:p>
            <a:pPr marL="342900" lvl="0" indent="-342900" algn="just">
              <a:lnSpc>
                <a:spcPct val="150000"/>
              </a:lnSpc>
              <a:buFont typeface="Cambria" panose="02040503050406030204" pitchFamily="18" charset="0"/>
              <a:buChar char="-"/>
            </a:pP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Tính toán AUC nên dựa trên phương pháp (c)</a:t>
            </a:r>
            <a:r>
              <a:rPr lang="en-US">
                <a:solidFill>
                  <a:srgbClr val="000000"/>
                </a:solidFill>
                <a:highlight>
                  <a:srgbClr val="FFFFFF"/>
                </a:highlight>
                <a:latin typeface="Calibri" panose="020F0502020204030204" pitchFamily="34" charset="0"/>
                <a:ea typeface="MS Mincho" panose="02020609040205080304" pitchFamily="49" charset="-128"/>
                <a:cs typeface="Calibri" panose="020F0502020204030204" pitchFamily="34" charset="0"/>
              </a:rPr>
              <a:t>, và t</a:t>
            </a:r>
            <a:r>
              <a:rPr lang="vi-VN" sz="1800">
                <a:solidFill>
                  <a:srgbClr val="000000"/>
                </a:solidFill>
                <a:effectLst/>
                <a:highlight>
                  <a:srgbClr val="FFFFFF"/>
                </a:highlight>
                <a:latin typeface="Calibri" panose="020F0502020204030204" pitchFamily="34" charset="0"/>
                <a:ea typeface="MS Mincho" panose="02020609040205080304" pitchFamily="49" charset="-128"/>
                <a:cs typeface="Calibri" panose="020F0502020204030204" pitchFamily="34" charset="0"/>
              </a:rPr>
              <a:t>ính trung bình giá trị của các lần đo.</a:t>
            </a:r>
            <a:endParaRPr lang="en-US" sz="1800">
              <a:solidFill>
                <a:srgbClr val="000000"/>
              </a:solidFill>
              <a:effectLst/>
              <a:latin typeface="Calibri" panose="020F0502020204030204" pitchFamily="34" charset="0"/>
              <a:ea typeface="MS Mincho" panose="02020609040205080304" pitchFamily="49" charset="-128"/>
              <a:cs typeface="Calibri" panose="020F0502020204030204" pitchFamily="34" charset="0"/>
            </a:endParaRPr>
          </a:p>
        </p:txBody>
      </p:sp>
    </p:spTree>
    <p:extLst>
      <p:ext uri="{BB962C8B-B14F-4D97-AF65-F5344CB8AC3E}">
        <p14:creationId xmlns:p14="http://schemas.microsoft.com/office/powerpoint/2010/main" val="3663343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19E550-613A-4829-B72A-9F801FC1DD98}"/>
              </a:ext>
            </a:extLst>
          </p:cNvPr>
          <p:cNvSpPr>
            <a:spLocks noGrp="1"/>
          </p:cNvSpPr>
          <p:nvPr>
            <p:ph type="ctrTitle"/>
          </p:nvPr>
        </p:nvSpPr>
        <p:spPr>
          <a:xfrm>
            <a:off x="504825" y="1189990"/>
            <a:ext cx="8134350" cy="1676399"/>
          </a:xfrm>
        </p:spPr>
        <p:txBody>
          <a:bodyPr>
            <a:noAutofit/>
          </a:bodyPr>
          <a:lstStyle/>
          <a:p>
            <a:r>
              <a:rPr lang="vi-VN" sz="2800" b="1">
                <a:solidFill>
                  <a:schemeClr val="bg1"/>
                </a:solidFill>
                <a:latin typeface="Calibri" panose="020F0502020204030204" pitchFamily="34" charset="0"/>
                <a:cs typeface="Calibri" panose="020F0502020204030204" pitchFamily="34" charset="0"/>
              </a:rPr>
              <a:t>Các yếu tố </a:t>
            </a:r>
            <a:r>
              <a:rPr lang="en-US" sz="2800" b="1">
                <a:solidFill>
                  <a:schemeClr val="bg1"/>
                </a:solidFill>
                <a:latin typeface="Calibri" panose="020F0502020204030204" pitchFamily="34" charset="0"/>
                <a:cs typeface="Calibri" panose="020F0502020204030204" pitchFamily="34" charset="0"/>
              </a:rPr>
              <a:t>đạo </a:t>
            </a:r>
            <a:r>
              <a:rPr lang="en-US" sz="2800" b="1" err="1">
                <a:solidFill>
                  <a:schemeClr val="bg1"/>
                </a:solidFill>
                <a:latin typeface="Calibri" panose="020F0502020204030204" pitchFamily="34" charset="0"/>
                <a:cs typeface="Calibri" panose="020F0502020204030204" pitchFamily="34" charset="0"/>
              </a:rPr>
              <a:t>đức</a:t>
            </a:r>
            <a:r>
              <a:rPr lang="vi-VN" sz="2800" b="1">
                <a:solidFill>
                  <a:schemeClr val="bg1"/>
                </a:solidFill>
                <a:latin typeface="Calibri" panose="020F0502020204030204" pitchFamily="34" charset="0"/>
                <a:cs typeface="Calibri" panose="020F0502020204030204" pitchFamily="34" charset="0"/>
              </a:rPr>
              <a:t> trong nghiên cứu của đề tài:</a:t>
            </a:r>
            <a:br>
              <a:rPr lang="en-US" sz="2800" b="1">
                <a:solidFill>
                  <a:schemeClr val="bg1"/>
                </a:solidFill>
                <a:latin typeface="Calibri" panose="020F0502020204030204" pitchFamily="34" charset="0"/>
                <a:cs typeface="Calibri" panose="020F0502020204030204" pitchFamily="34" charset="0"/>
              </a:rPr>
            </a:br>
            <a:r>
              <a:rPr lang="en-001" sz="2800" b="1">
                <a:solidFill>
                  <a:schemeClr val="bg1"/>
                </a:solidFill>
                <a:latin typeface="Calibri" panose="020F0502020204030204" pitchFamily="34" charset="0"/>
                <a:cs typeface="Calibri" panose="020F0502020204030204" pitchFamily="34" charset="0"/>
              </a:rPr>
              <a:t>Đo lường chỉ số GI của các sản phẩm sữa ANMUM</a:t>
            </a:r>
            <a:endParaRPr lang="vi-VN" sz="2800" b="1">
              <a:solidFill>
                <a:schemeClr val="bg1"/>
              </a:solidFill>
              <a:latin typeface="Calibri" panose="020F0502020204030204" pitchFamily="34" charset="0"/>
              <a:cs typeface="Calibri" panose="020F0502020204030204" pitchFamily="34" charset="0"/>
            </a:endParaRPr>
          </a:p>
        </p:txBody>
      </p:sp>
      <p:sp>
        <p:nvSpPr>
          <p:cNvPr id="5" name="Subtitle 2">
            <a:extLst>
              <a:ext uri="{FF2B5EF4-FFF2-40B4-BE49-F238E27FC236}">
                <a16:creationId xmlns:a16="http://schemas.microsoft.com/office/drawing/2014/main" id="{DC48CB86-4B7A-400E-9CF5-EC85497BE554}"/>
              </a:ext>
            </a:extLst>
          </p:cNvPr>
          <p:cNvSpPr>
            <a:spLocks noGrp="1"/>
          </p:cNvSpPr>
          <p:nvPr>
            <p:ph type="subTitle" idx="1"/>
          </p:nvPr>
        </p:nvSpPr>
        <p:spPr>
          <a:xfrm>
            <a:off x="3429000" y="2743201"/>
            <a:ext cx="5410200" cy="1676399"/>
          </a:xfrm>
        </p:spPr>
        <p:txBody>
          <a:bodyPr>
            <a:normAutofit/>
          </a:bodyPr>
          <a:lstStyle/>
          <a:p>
            <a:pPr algn="r"/>
            <a:r>
              <a:rPr lang="en-US" sz="2000" b="1">
                <a:solidFill>
                  <a:schemeClr val="bg1"/>
                </a:solidFill>
              </a:rPr>
              <a:t>Chủ nhiệm đề tài: Ts. Bs. Trương Hồng Sơn</a:t>
            </a:r>
          </a:p>
          <a:p>
            <a:pPr algn="r"/>
            <a:r>
              <a:rPr lang="en-US" sz="2000" b="1">
                <a:solidFill>
                  <a:schemeClr val="bg1"/>
                </a:solidFill>
              </a:rPr>
              <a:t>Đồng chủ nhiệm: </a:t>
            </a:r>
            <a:r>
              <a:rPr lang="en-US" sz="2000" b="1" err="1">
                <a:solidFill>
                  <a:schemeClr val="bg1"/>
                </a:solidFill>
              </a:rPr>
              <a:t>PGs.</a:t>
            </a:r>
            <a:r>
              <a:rPr lang="en-US" sz="2000" b="1">
                <a:solidFill>
                  <a:schemeClr val="bg1"/>
                </a:solidFill>
              </a:rPr>
              <a:t> Ts. Bs. </a:t>
            </a:r>
            <a:r>
              <a:rPr lang="en-US" sz="2000" b="1" err="1">
                <a:solidFill>
                  <a:schemeClr val="bg1"/>
                </a:solidFill>
              </a:rPr>
              <a:t>Nguyễn</a:t>
            </a:r>
            <a:r>
              <a:rPr lang="en-US" sz="2000" b="1">
                <a:solidFill>
                  <a:schemeClr val="bg1"/>
                </a:solidFill>
              </a:rPr>
              <a:t> Xuân Ninh</a:t>
            </a:r>
          </a:p>
          <a:p>
            <a:pPr algn="r"/>
            <a:r>
              <a:rPr lang="en-US" sz="2000" b="1">
                <a:solidFill>
                  <a:schemeClr val="bg1"/>
                </a:solidFill>
              </a:rPr>
              <a:t>Viện Y học ứng dụng Việt Nam</a:t>
            </a:r>
          </a:p>
        </p:txBody>
      </p:sp>
    </p:spTree>
    <p:extLst>
      <p:ext uri="{BB962C8B-B14F-4D97-AF65-F5344CB8AC3E}">
        <p14:creationId xmlns:p14="http://schemas.microsoft.com/office/powerpoint/2010/main" val="3808109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547"/>
            <a:ext cx="8229600" cy="857250"/>
          </a:xfrm>
        </p:spPr>
        <p:txBody>
          <a:bodyPr>
            <a:normAutofit/>
          </a:bodyPr>
          <a:lstStyle/>
          <a:p>
            <a:r>
              <a:rPr lang="en-US" sz="3200" b="1"/>
              <a:t>Nội dung trình bày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64642567"/>
              </p:ext>
            </p:extLst>
          </p:nvPr>
        </p:nvGraphicFramePr>
        <p:xfrm>
          <a:off x="152400" y="1200150"/>
          <a:ext cx="8839200" cy="3394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6654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4800535-7F9E-4E19-8F4F-9C3E5AB9E018}"/>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a:latin typeface="+mj-lt"/>
                <a:ea typeface="+mj-ea"/>
                <a:cs typeface="+mj-cs"/>
              </a:rPr>
              <a:t>KHÍA CẠNH ĐẠO ĐỨC CỦA NGHIÊN CỨU</a:t>
            </a:r>
          </a:p>
        </p:txBody>
      </p:sp>
    </p:spTree>
    <p:extLst>
      <p:ext uri="{BB962C8B-B14F-4D97-AF65-F5344CB8AC3E}">
        <p14:creationId xmlns:p14="http://schemas.microsoft.com/office/powerpoint/2010/main" val="3721816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7">
            <a:extLst>
              <a:ext uri="{FF2B5EF4-FFF2-40B4-BE49-F238E27FC236}">
                <a16:creationId xmlns:a16="http://schemas.microsoft.com/office/drawing/2014/main" id="{39D3CC76-4C8C-4315-9AA8-9C252013863F}"/>
              </a:ext>
            </a:extLst>
          </p:cNvPr>
          <p:cNvSpPr txBox="1">
            <a:spLocks/>
          </p:cNvSpPr>
          <p:nvPr/>
        </p:nvSpPr>
        <p:spPr>
          <a:xfrm>
            <a:off x="228600" y="1657350"/>
            <a:ext cx="8534400" cy="3200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spcBef>
                <a:spcPts val="600"/>
              </a:spcBef>
              <a:buFont typeface="Arial" panose="020B0604020202020204" pitchFamily="34" charset="0"/>
              <a:buChar char="•"/>
            </a:pPr>
            <a:r>
              <a:rPr lang="en-US" sz="1800" b="1">
                <a:solidFill>
                  <a:schemeClr val="tx1"/>
                </a:solidFill>
              </a:rPr>
              <a:t>Thiết kế khoa học của đề cương nghiên cứu:</a:t>
            </a:r>
            <a:r>
              <a:rPr lang="en-US" sz="1800">
                <a:solidFill>
                  <a:schemeClr val="tx1"/>
                </a:solidFill>
              </a:rPr>
              <a:t> </a:t>
            </a:r>
            <a:r>
              <a:rPr lang="en-US" sz="1800" i="1">
                <a:solidFill>
                  <a:schemeClr val="tx1"/>
                </a:solidFill>
              </a:rPr>
              <a:t>TCVN10036:2013, ISO 26642:2010</a:t>
            </a:r>
          </a:p>
          <a:p>
            <a:pPr marL="457200" indent="-457200" algn="just">
              <a:spcBef>
                <a:spcPts val="600"/>
              </a:spcBef>
              <a:buFont typeface="Arial" panose="020B0604020202020204" pitchFamily="34" charset="0"/>
              <a:buChar char="•"/>
            </a:pPr>
            <a:r>
              <a:rPr lang="en-US" sz="1800" b="1">
                <a:solidFill>
                  <a:schemeClr val="tx1"/>
                </a:solidFill>
              </a:rPr>
              <a:t>Mục tiêu nghiên cứu: </a:t>
            </a:r>
            <a:r>
              <a:rPr lang="en-US" sz="1800" i="1">
                <a:solidFill>
                  <a:schemeClr val="tx1"/>
                </a:solidFill>
              </a:rPr>
              <a:t>Đo lường chỉ số GI của các sản phẩm sữa ANMUM trên người trưởng thành khỏe mạnh.</a:t>
            </a:r>
          </a:p>
          <a:p>
            <a:pPr marL="457200" indent="-457200" algn="just">
              <a:spcBef>
                <a:spcPts val="600"/>
              </a:spcBef>
              <a:buFont typeface="Arial" panose="020B0604020202020204" pitchFamily="34" charset="0"/>
              <a:buChar char="•"/>
            </a:pPr>
            <a:r>
              <a:rPr lang="en-US" sz="1800" b="1">
                <a:solidFill>
                  <a:schemeClr val="tx1"/>
                </a:solidFill>
              </a:rPr>
              <a:t>Phương pháp chọn mẫu: </a:t>
            </a:r>
            <a:r>
              <a:rPr lang="en-US" sz="1800" i="1">
                <a:solidFill>
                  <a:schemeClr val="tx1"/>
                </a:solidFill>
              </a:rPr>
              <a:t>Chọn mẫu chủ đích.</a:t>
            </a:r>
          </a:p>
          <a:p>
            <a:pPr marL="457200" indent="-457200" algn="just">
              <a:spcBef>
                <a:spcPts val="600"/>
              </a:spcBef>
              <a:buFont typeface="Arial" panose="020B0604020202020204" pitchFamily="34" charset="0"/>
              <a:buChar char="•"/>
            </a:pPr>
            <a:r>
              <a:rPr lang="en-US" sz="1800" b="1">
                <a:solidFill>
                  <a:schemeClr val="tx1"/>
                </a:solidFill>
              </a:rPr>
              <a:t>Cỡ mẫu: </a:t>
            </a:r>
            <a:r>
              <a:rPr lang="en-US" sz="1800" i="1">
                <a:solidFill>
                  <a:schemeClr val="tx1"/>
                </a:solidFill>
              </a:rPr>
              <a:t>20 </a:t>
            </a:r>
            <a:r>
              <a:rPr lang="en-US" sz="1800" i="1" err="1">
                <a:solidFill>
                  <a:schemeClr val="tx1"/>
                </a:solidFill>
              </a:rPr>
              <a:t>đối</a:t>
            </a:r>
            <a:r>
              <a:rPr lang="en-US" sz="1800" i="1">
                <a:solidFill>
                  <a:schemeClr val="tx1"/>
                </a:solidFill>
              </a:rPr>
              <a:t> </a:t>
            </a:r>
            <a:r>
              <a:rPr lang="en-US" sz="1800" i="1" err="1">
                <a:solidFill>
                  <a:schemeClr val="tx1"/>
                </a:solidFill>
              </a:rPr>
              <a:t>tượng</a:t>
            </a:r>
            <a:endParaRPr lang="en-US" sz="1800" i="1">
              <a:solidFill>
                <a:schemeClr val="tx1"/>
              </a:solidFill>
            </a:endParaRPr>
          </a:p>
        </p:txBody>
      </p:sp>
      <p:sp>
        <p:nvSpPr>
          <p:cNvPr id="30" name="Title 1">
            <a:extLst>
              <a:ext uri="{FF2B5EF4-FFF2-40B4-BE49-F238E27FC236}">
                <a16:creationId xmlns:a16="http://schemas.microsoft.com/office/drawing/2014/main" id="{33560BDF-51CC-40F8-A86E-C9AB989027BD}"/>
              </a:ext>
            </a:extLst>
          </p:cNvPr>
          <p:cNvSpPr txBox="1">
            <a:spLocks/>
          </p:cNvSpPr>
          <p:nvPr/>
        </p:nvSpPr>
        <p:spPr>
          <a:xfrm>
            <a:off x="533398" y="326231"/>
            <a:ext cx="8077199"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Thiết kế khoa </a:t>
            </a:r>
            <a:r>
              <a:rPr lang="en-US" sz="2800" b="1" err="1"/>
              <a:t>học</a:t>
            </a:r>
            <a:r>
              <a:rPr lang="en-US" sz="2800" b="1">
                <a:solidFill>
                  <a:schemeClr val="tx1"/>
                </a:solidFill>
              </a:rPr>
              <a:t> </a:t>
            </a:r>
            <a:r>
              <a:rPr lang="en-US" sz="2800" b="1" err="1">
                <a:solidFill>
                  <a:schemeClr val="tx1"/>
                </a:solidFill>
              </a:rPr>
              <a:t>của</a:t>
            </a:r>
            <a:r>
              <a:rPr lang="en-US" sz="2800" b="1">
                <a:solidFill>
                  <a:schemeClr val="tx1"/>
                </a:solidFill>
              </a:rPr>
              <a:t> </a:t>
            </a:r>
            <a:r>
              <a:rPr lang="en-US" sz="2800" b="1" err="1">
                <a:solidFill>
                  <a:schemeClr val="tx1"/>
                </a:solidFill>
              </a:rPr>
              <a:t>đề</a:t>
            </a:r>
            <a:r>
              <a:rPr lang="en-US" sz="2800" b="1">
                <a:solidFill>
                  <a:schemeClr val="tx1"/>
                </a:solidFill>
              </a:rPr>
              <a:t> </a:t>
            </a:r>
            <a:r>
              <a:rPr lang="en-US" sz="2800" b="1" err="1">
                <a:solidFill>
                  <a:schemeClr val="tx1"/>
                </a:solidFill>
              </a:rPr>
              <a:t>cương</a:t>
            </a:r>
            <a:r>
              <a:rPr lang="en-US" sz="2800" b="1">
                <a:solidFill>
                  <a:schemeClr val="tx1"/>
                </a:solidFill>
              </a:rPr>
              <a:t> </a:t>
            </a:r>
            <a:r>
              <a:rPr lang="en-US" sz="2800" b="1" err="1">
                <a:solidFill>
                  <a:schemeClr val="tx1"/>
                </a:solidFill>
              </a:rPr>
              <a:t>nghiên</a:t>
            </a:r>
            <a:r>
              <a:rPr lang="en-US" sz="2800" b="1">
                <a:solidFill>
                  <a:schemeClr val="tx1"/>
                </a:solidFill>
              </a:rPr>
              <a:t> </a:t>
            </a:r>
            <a:r>
              <a:rPr lang="en-US" sz="2800" b="1" err="1">
                <a:solidFill>
                  <a:schemeClr val="tx1"/>
                </a:solidFill>
              </a:rPr>
              <a:t>cứu</a:t>
            </a:r>
            <a:r>
              <a:rPr lang="vi-VN" sz="2800" b="1"/>
              <a:t> </a:t>
            </a:r>
            <a:endParaRPr lang="en-US" sz="2800" b="1" kern="1200">
              <a:latin typeface="+mj-lt"/>
              <a:ea typeface="+mj-ea"/>
              <a:cs typeface="+mj-cs"/>
            </a:endParaRPr>
          </a:p>
        </p:txBody>
      </p:sp>
    </p:spTree>
    <p:extLst>
      <p:ext uri="{BB962C8B-B14F-4D97-AF65-F5344CB8AC3E}">
        <p14:creationId xmlns:p14="http://schemas.microsoft.com/office/powerpoint/2010/main" val="3809276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a:solidFill>
                <a:schemeClr val="tx1"/>
              </a:solidFill>
            </a:endParaRPr>
          </a:p>
          <a:p>
            <a:pPr marL="457200" indent="-457200" algn="just">
              <a:buAutoNum type="arabicPeriod"/>
            </a:pPr>
            <a:endParaRPr lang="en-US" sz="2000">
              <a:solidFill>
                <a:schemeClr val="tx1"/>
              </a:solidFill>
            </a:endParaRPr>
          </a:p>
        </p:txBody>
      </p:sp>
      <p:sp>
        <p:nvSpPr>
          <p:cNvPr id="17" name="Content Placeholder 7">
            <a:extLst>
              <a:ext uri="{FF2B5EF4-FFF2-40B4-BE49-F238E27FC236}">
                <a16:creationId xmlns:a16="http://schemas.microsoft.com/office/drawing/2014/main" id="{B3CCE472-7E73-4EB2-BC7D-6383168C7893}"/>
              </a:ext>
            </a:extLst>
          </p:cNvPr>
          <p:cNvSpPr txBox="1">
            <a:spLocks/>
          </p:cNvSpPr>
          <p:nvPr/>
        </p:nvSpPr>
        <p:spPr>
          <a:xfrm>
            <a:off x="548640" y="1468279"/>
            <a:ext cx="8077200" cy="3868341"/>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AutoNum type="arabicPeriod"/>
            </a:pPr>
            <a:r>
              <a:rPr lang="en-US" sz="2000">
                <a:solidFill>
                  <a:schemeClr val="tx1"/>
                </a:solidFill>
              </a:rPr>
              <a:t>Sau khi đề cương được Hội đồng đạo đức thông qua, tiến hành tuyển chọn đối tượng qua các kênh thông tin: website, </a:t>
            </a:r>
            <a:r>
              <a:rPr lang="en-US" sz="2000" err="1">
                <a:solidFill>
                  <a:schemeClr val="tx1"/>
                </a:solidFill>
              </a:rPr>
              <a:t>fanpage</a:t>
            </a:r>
            <a:r>
              <a:rPr lang="en-US" sz="2000">
                <a:solidFill>
                  <a:schemeClr val="tx1"/>
                </a:solidFill>
              </a:rPr>
              <a:t>, hội nhóm…</a:t>
            </a:r>
          </a:p>
          <a:p>
            <a:pPr marL="457200" indent="-457200" algn="just">
              <a:buAutoNum type="arabicPeriod"/>
            </a:pPr>
            <a:r>
              <a:rPr lang="en-US" sz="2000">
                <a:solidFill>
                  <a:schemeClr val="tx1"/>
                </a:solidFill>
              </a:rPr>
              <a:t>Giải thích đầy đủ thông tin cho cán bộ nghiên cứu, đối tượng tham gia, quyền lợi và trách nhiệm.</a:t>
            </a:r>
          </a:p>
          <a:p>
            <a:pPr marL="457200" indent="-457200" algn="just">
              <a:buAutoNum type="arabicPeriod"/>
            </a:pPr>
            <a:r>
              <a:rPr lang="en-US" sz="2000">
                <a:solidFill>
                  <a:schemeClr val="tx1"/>
                </a:solidFill>
              </a:rPr>
              <a:t>Tiêu chí: dựa trên tiêu chí theo </a:t>
            </a:r>
            <a:r>
              <a:rPr lang="en-US" sz="2000" i="1">
                <a:solidFill>
                  <a:schemeClr val="tx1"/>
                </a:solidFill>
              </a:rPr>
              <a:t>TCVN10036:2013, ISO 26642:2010</a:t>
            </a:r>
          </a:p>
        </p:txBody>
      </p:sp>
      <p:sp>
        <p:nvSpPr>
          <p:cNvPr id="21" name="Title 1">
            <a:extLst>
              <a:ext uri="{FF2B5EF4-FFF2-40B4-BE49-F238E27FC236}">
                <a16:creationId xmlns:a16="http://schemas.microsoft.com/office/drawing/2014/main" id="{B1DDFA73-F2C9-4841-A659-16EBB11B5569}"/>
              </a:ext>
            </a:extLst>
          </p:cNvPr>
          <p:cNvSpPr txBox="1">
            <a:spLocks/>
          </p:cNvSpPr>
          <p:nvPr/>
        </p:nvSpPr>
        <p:spPr>
          <a:xfrm>
            <a:off x="2815590" y="520779"/>
            <a:ext cx="3543300"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Tuyển chọn đối tượng</a:t>
            </a:r>
            <a:endParaRPr lang="en-US" sz="2800" b="1" kern="1200">
              <a:latin typeface="+mj-lt"/>
              <a:ea typeface="+mj-ea"/>
              <a:cs typeface="+mj-cs"/>
            </a:endParaRPr>
          </a:p>
        </p:txBody>
      </p:sp>
    </p:spTree>
    <p:extLst>
      <p:ext uri="{BB962C8B-B14F-4D97-AF65-F5344CB8AC3E}">
        <p14:creationId xmlns:p14="http://schemas.microsoft.com/office/powerpoint/2010/main" val="11529901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35755F3-F9A7-45E5-AFBE-DF22B811E14E}"/>
              </a:ext>
            </a:extLst>
          </p:cNvPr>
          <p:cNvGrpSpPr/>
          <p:nvPr/>
        </p:nvGrpSpPr>
        <p:grpSpPr>
          <a:xfrm>
            <a:off x="807018" y="0"/>
            <a:ext cx="7291517" cy="5143500"/>
            <a:chOff x="807018" y="0"/>
            <a:chExt cx="7291517" cy="5143500"/>
          </a:xfrm>
        </p:grpSpPr>
        <p:pic>
          <p:nvPicPr>
            <p:cNvPr id="4" name="Picture 3">
              <a:extLst>
                <a:ext uri="{FF2B5EF4-FFF2-40B4-BE49-F238E27FC236}">
                  <a16:creationId xmlns:a16="http://schemas.microsoft.com/office/drawing/2014/main" id="{30BFB86F-B6B9-4D62-8337-DAB16F22AAFC}"/>
                </a:ext>
              </a:extLst>
            </p:cNvPr>
            <p:cNvPicPr>
              <a:picLocks noChangeAspect="1"/>
            </p:cNvPicPr>
            <p:nvPr/>
          </p:nvPicPr>
          <p:blipFill>
            <a:blip r:embed="rId3"/>
            <a:stretch>
              <a:fillRect/>
            </a:stretch>
          </p:blipFill>
          <p:spPr>
            <a:xfrm>
              <a:off x="807018" y="0"/>
              <a:ext cx="3591654" cy="5143500"/>
            </a:xfrm>
            <a:prstGeom prst="rect">
              <a:avLst/>
            </a:prstGeom>
          </p:spPr>
        </p:pic>
        <p:pic>
          <p:nvPicPr>
            <p:cNvPr id="8" name="Picture 7">
              <a:extLst>
                <a:ext uri="{FF2B5EF4-FFF2-40B4-BE49-F238E27FC236}">
                  <a16:creationId xmlns:a16="http://schemas.microsoft.com/office/drawing/2014/main" id="{56222055-2E1B-43DA-B468-E473D700DA64}"/>
                </a:ext>
              </a:extLst>
            </p:cNvPr>
            <p:cNvPicPr>
              <a:picLocks noChangeAspect="1"/>
            </p:cNvPicPr>
            <p:nvPr/>
          </p:nvPicPr>
          <p:blipFill>
            <a:blip r:embed="rId4"/>
            <a:stretch>
              <a:fillRect/>
            </a:stretch>
          </p:blipFill>
          <p:spPr>
            <a:xfrm>
              <a:off x="4398672" y="0"/>
              <a:ext cx="3699863" cy="5143500"/>
            </a:xfrm>
            <a:prstGeom prst="rect">
              <a:avLst/>
            </a:prstGeom>
          </p:spPr>
        </p:pic>
      </p:grpSp>
    </p:spTree>
    <p:extLst>
      <p:ext uri="{BB962C8B-B14F-4D97-AF65-F5344CB8AC3E}">
        <p14:creationId xmlns:p14="http://schemas.microsoft.com/office/powerpoint/2010/main" val="2048019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E0FB53-AF01-429C-9506-EAFF7A2EB9A2}"/>
              </a:ext>
            </a:extLst>
          </p:cNvPr>
          <p:cNvSpPr txBox="1">
            <a:spLocks/>
          </p:cNvSpPr>
          <p:nvPr/>
        </p:nvSpPr>
        <p:spPr>
          <a:xfrm>
            <a:off x="685800" y="1597820"/>
            <a:ext cx="7772400" cy="1102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a:latin typeface="+mj-lt"/>
                <a:ea typeface="+mj-ea"/>
                <a:cs typeface="+mj-cs"/>
              </a:rPr>
              <a:t>BẢO VỆ ĐỐI TƯỢNG NGHIÊN CỨU</a:t>
            </a:r>
          </a:p>
        </p:txBody>
      </p:sp>
    </p:spTree>
    <p:extLst>
      <p:ext uri="{BB962C8B-B14F-4D97-AF65-F5344CB8AC3E}">
        <p14:creationId xmlns:p14="http://schemas.microsoft.com/office/powerpoint/2010/main" val="1285245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a:solidFill>
                <a:schemeClr val="tx1"/>
              </a:solidFill>
            </a:endParaRPr>
          </a:p>
          <a:p>
            <a:pPr marL="457200" indent="-457200" algn="just">
              <a:buAutoNum type="arabicPeriod"/>
            </a:pPr>
            <a:endParaRPr lang="en-US" sz="200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938784" y="133349"/>
            <a:ext cx="5068824"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Bảo vệ đối tượng nghiên cứu</a:t>
            </a:r>
            <a:endParaRPr lang="en-US" sz="2800" b="1" kern="120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800" y="971550"/>
            <a:ext cx="8534401" cy="3868341"/>
          </a:xfrm>
          <a:prstGeom prst="rect">
            <a:avLst/>
          </a:prstGeom>
        </p:spPr>
        <p:txBody>
          <a:bodyPr vert="horz" lIns="68580" tIns="34290" rIns="68580" bIns="34290" rtlCol="0">
            <a:normAutofit fontScale="92500" lnSpcReduction="10000"/>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US" sz="2800">
                <a:solidFill>
                  <a:schemeClr val="tx1"/>
                </a:solidFill>
              </a:rPr>
              <a:t>Lựa chọn cán bộ có kinh nghiệm, được tập huấn đầy đủ</a:t>
            </a:r>
          </a:p>
          <a:p>
            <a:pPr marL="457200" indent="-457200" algn="just">
              <a:buFont typeface="Arial" panose="020B0604020202020204" pitchFamily="34" charset="0"/>
              <a:buChar char="•"/>
            </a:pPr>
            <a:r>
              <a:rPr lang="en-US" sz="2800">
                <a:solidFill>
                  <a:schemeClr val="tx1"/>
                </a:solidFill>
              </a:rPr>
              <a:t>Cung cấp đầy đủ thông tin liên quan cho đối tượng nghiên cứu, về dữ liệu cá nhân và các thành viên của nghiên cứu.</a:t>
            </a:r>
          </a:p>
          <a:p>
            <a:pPr marL="457200" indent="-457200" algn="just">
              <a:buFont typeface="Arial" panose="020B0604020202020204" pitchFamily="34" charset="0"/>
              <a:buChar char="•"/>
            </a:pPr>
            <a:r>
              <a:rPr lang="en-US" sz="2800">
                <a:solidFill>
                  <a:schemeClr val="tx1"/>
                </a:solidFill>
              </a:rPr>
              <a:t>Đảm bảo tính bảo mật và an toàn của thông tin cá nhân: thông tin nhân trắc, thông tin xét nghiệm, kết quả các chỉ số. Mọi thông tin được mã hóa cá nhân và chỉ phục vụ mục đích nghiên cứu.</a:t>
            </a:r>
          </a:p>
          <a:p>
            <a:pPr marL="457200" indent="-457200" algn="just">
              <a:buFont typeface="Arial" panose="020B0604020202020204" pitchFamily="34" charset="0"/>
              <a:buChar char="•"/>
            </a:pPr>
            <a:r>
              <a:rPr lang="en-US" sz="2800">
                <a:solidFill>
                  <a:schemeClr val="tx1"/>
                </a:solidFill>
              </a:rPr>
              <a:t>Dụng cụ đảm bảo tiêu chuẩn, </a:t>
            </a:r>
            <a:r>
              <a:rPr lang="en-US" sz="2800" err="1">
                <a:solidFill>
                  <a:schemeClr val="tx1"/>
                </a:solidFill>
              </a:rPr>
              <a:t>Labo</a:t>
            </a:r>
            <a:r>
              <a:rPr lang="en-US" sz="2800">
                <a:solidFill>
                  <a:schemeClr val="tx1"/>
                </a:solidFill>
              </a:rPr>
              <a:t> đạt chuẩn ISO15189:2012.</a:t>
            </a:r>
          </a:p>
        </p:txBody>
      </p:sp>
    </p:spTree>
    <p:extLst>
      <p:ext uri="{BB962C8B-B14F-4D97-AF65-F5344CB8AC3E}">
        <p14:creationId xmlns:p14="http://schemas.microsoft.com/office/powerpoint/2010/main" val="3519854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a:solidFill>
                <a:schemeClr val="tx1"/>
              </a:solidFill>
            </a:endParaRPr>
          </a:p>
          <a:p>
            <a:pPr marL="457200" indent="-457200" algn="just">
              <a:buAutoNum type="arabicPeriod"/>
            </a:pPr>
            <a:endParaRPr lang="en-US" sz="2000">
              <a:solidFill>
                <a:schemeClr val="tx1"/>
              </a:solidFill>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799" y="760809"/>
            <a:ext cx="85344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r>
              <a:rPr lang="en-US" sz="2600">
                <a:solidFill>
                  <a:schemeClr val="tx1"/>
                </a:solidFill>
              </a:rPr>
              <a:t>Cung cấp bữa ăn nhẹ sau lấy máu</a:t>
            </a:r>
          </a:p>
          <a:p>
            <a:pPr marL="457200" indent="-457200" algn="just">
              <a:buFont typeface="Arial" panose="020B0604020202020204" pitchFamily="34" charset="0"/>
              <a:buChar char="•"/>
            </a:pPr>
            <a:r>
              <a:rPr lang="en-US" sz="2600">
                <a:solidFill>
                  <a:schemeClr val="tx1"/>
                </a:solidFill>
              </a:rPr>
              <a:t>Được bồi dưỡng bằng hiện vật và kinh phí các lần xét nghiệm</a:t>
            </a:r>
          </a:p>
          <a:p>
            <a:pPr marL="457200" indent="-457200" algn="just">
              <a:buFont typeface="Arial" panose="020B0604020202020204" pitchFamily="34" charset="0"/>
              <a:buChar char="•"/>
            </a:pPr>
            <a:r>
              <a:rPr lang="en-US" sz="2600">
                <a:solidFill>
                  <a:schemeClr val="tx1"/>
                </a:solidFill>
              </a:rPr>
              <a:t>Được miễn phí các xét nghiệm và đánh giá khác, không phải chi trả bất cứ một khoản nào trong thời gian tham gia nghiên cứu.</a:t>
            </a:r>
          </a:p>
          <a:p>
            <a:pPr marL="457200" indent="-457200" algn="just">
              <a:buFont typeface="Arial" panose="020B0604020202020204" pitchFamily="34" charset="0"/>
              <a:buChar char="•"/>
            </a:pPr>
            <a:r>
              <a:rPr lang="en-US" sz="2600">
                <a:solidFill>
                  <a:schemeClr val="tx1"/>
                </a:solidFill>
              </a:rPr>
              <a:t>Được quyền rút khỏi nghiên cứu khi có các vấn đề sức khỏe phát sinh.</a:t>
            </a:r>
          </a:p>
          <a:p>
            <a:pPr marL="457200" indent="-457200" algn="just">
              <a:buFont typeface="Arial" panose="020B0604020202020204" pitchFamily="34" charset="0"/>
              <a:buChar char="•"/>
            </a:pPr>
            <a:r>
              <a:rPr lang="en-US" sz="2600">
                <a:solidFill>
                  <a:schemeClr val="tx1"/>
                </a:solidFill>
              </a:rPr>
              <a:t>Tư vấn miễn phí về sức khỏe sau thử nghiệm.</a:t>
            </a:r>
          </a:p>
        </p:txBody>
      </p:sp>
      <p:sp>
        <p:nvSpPr>
          <p:cNvPr id="5" name="Title 1">
            <a:extLst>
              <a:ext uri="{FF2B5EF4-FFF2-40B4-BE49-F238E27FC236}">
                <a16:creationId xmlns:a16="http://schemas.microsoft.com/office/drawing/2014/main" id="{F74F0508-1092-451C-81B0-03E8A9FCDE09}"/>
              </a:ext>
            </a:extLst>
          </p:cNvPr>
          <p:cNvSpPr txBox="1">
            <a:spLocks/>
          </p:cNvSpPr>
          <p:nvPr/>
        </p:nvSpPr>
        <p:spPr>
          <a:xfrm>
            <a:off x="938784" y="133349"/>
            <a:ext cx="5068824"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Bảo vệ đối tượng nghiên cứu</a:t>
            </a:r>
            <a:endParaRPr lang="en-US" sz="2800" b="1" kern="1200">
              <a:latin typeface="+mj-lt"/>
              <a:ea typeface="+mj-ea"/>
              <a:cs typeface="+mj-cs"/>
            </a:endParaRPr>
          </a:p>
        </p:txBody>
      </p:sp>
    </p:spTree>
    <p:extLst>
      <p:ext uri="{BB962C8B-B14F-4D97-AF65-F5344CB8AC3E}">
        <p14:creationId xmlns:p14="http://schemas.microsoft.com/office/powerpoint/2010/main" val="3490814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E0FB53-AF01-429C-9506-EAFF7A2EB9A2}"/>
              </a:ext>
            </a:extLst>
          </p:cNvPr>
          <p:cNvSpPr txBox="1">
            <a:spLocks/>
          </p:cNvSpPr>
          <p:nvPr/>
        </p:nvSpPr>
        <p:spPr>
          <a:xfrm>
            <a:off x="685800" y="1597820"/>
            <a:ext cx="7772400" cy="1102519"/>
          </a:xfrm>
          <a:prstGeom prst="rect">
            <a:avLst/>
          </a:prstGeom>
        </p:spPr>
        <p:txBody>
          <a:bodyPr vert="horz" lIns="68580" tIns="34290" rIns="68580" bIns="34290" rtlCol="0" anchor="ctr">
            <a:normAutofit lnSpcReduction="1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spcAft>
                <a:spcPts val="600"/>
              </a:spcAft>
            </a:pPr>
            <a:r>
              <a:rPr lang="en-US" b="1" kern="1200">
                <a:latin typeface="+mj-lt"/>
                <a:ea typeface="+mj-ea"/>
                <a:cs typeface="+mj-cs"/>
              </a:rPr>
              <a:t>QUYỀN LỢI VÀ NGHĨA VỤ CỦA</a:t>
            </a:r>
          </a:p>
          <a:p>
            <a:pPr>
              <a:spcAft>
                <a:spcPts val="600"/>
              </a:spcAft>
            </a:pPr>
            <a:r>
              <a:rPr lang="en-US" b="1" kern="1200">
                <a:latin typeface="+mj-lt"/>
                <a:ea typeface="+mj-ea"/>
                <a:cs typeface="+mj-cs"/>
              </a:rPr>
              <a:t>ĐỐI TƯỢNG NGHIÊN CỨU</a:t>
            </a:r>
          </a:p>
        </p:txBody>
      </p:sp>
    </p:spTree>
    <p:extLst>
      <p:ext uri="{BB962C8B-B14F-4D97-AF65-F5344CB8AC3E}">
        <p14:creationId xmlns:p14="http://schemas.microsoft.com/office/powerpoint/2010/main" val="772288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a:solidFill>
                <a:schemeClr val="tx1"/>
              </a:solidFill>
            </a:endParaRPr>
          </a:p>
          <a:p>
            <a:pPr marL="457200" indent="-457200" algn="just">
              <a:buAutoNum type="arabicPeriod"/>
            </a:pPr>
            <a:endParaRPr lang="en-US" sz="2000">
              <a:solidFill>
                <a:schemeClr val="tx1"/>
              </a:solidFill>
            </a:endParaRPr>
          </a:p>
        </p:txBody>
      </p:sp>
      <p:sp>
        <p:nvSpPr>
          <p:cNvPr id="18" name="Title 1">
            <a:extLst>
              <a:ext uri="{FF2B5EF4-FFF2-40B4-BE49-F238E27FC236}">
                <a16:creationId xmlns:a16="http://schemas.microsoft.com/office/drawing/2014/main" id="{ED09A791-FE77-49C8-832D-F5754CC43F0A}"/>
              </a:ext>
            </a:extLst>
          </p:cNvPr>
          <p:cNvSpPr txBox="1">
            <a:spLocks/>
          </p:cNvSpPr>
          <p:nvPr/>
        </p:nvSpPr>
        <p:spPr>
          <a:xfrm>
            <a:off x="996696" y="165259"/>
            <a:ext cx="5099304"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Quyền lợi đối tượng nghiên cứu</a:t>
            </a:r>
            <a:endParaRPr lang="en-US" sz="2800" b="1" kern="1200">
              <a:latin typeface="+mj-lt"/>
              <a:ea typeface="+mj-ea"/>
              <a:cs typeface="+mj-cs"/>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04799" y="854869"/>
            <a:ext cx="85344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285750" lvl="0" indent="-285750" algn="just">
              <a:lnSpc>
                <a:spcPct val="150000"/>
              </a:lnSpc>
              <a:buFont typeface="Arial" panose="020B0604020202020204" pitchFamily="34" charset="0"/>
              <a:buChar char="•"/>
            </a:pPr>
            <a:r>
              <a:rPr lang="vi-VN">
                <a:solidFill>
                  <a:schemeClr val="tx1"/>
                </a:solidFill>
                <a:effectLst/>
                <a:latin typeface="Calibri" panose="020F0502020204030204" pitchFamily="34" charset="0"/>
                <a:ea typeface="Batang" panose="02030600000101010101" pitchFamily="18" charset="-127"/>
                <a:cs typeface="Calibri" panose="020F0502020204030204" pitchFamily="34" charset="0"/>
              </a:rPr>
              <a:t>Được xét nghiệm công thức máu và sinh hóa máu vào ngày sàng lọc, bao gồm xét nghiệm mỡ máu (bao gồm xét nghiệm cholesterol, LDL, HDL, triglyceride), xét nghiệm men gan (AST, ALT, GGT), ure, creatinine, glucose. </a:t>
            </a:r>
          </a:p>
          <a:p>
            <a:pPr marL="285750" lvl="0" indent="-285750" algn="just">
              <a:lnSpc>
                <a:spcPct val="150000"/>
              </a:lnSpc>
              <a:buFont typeface="Arial" panose="020B0604020202020204" pitchFamily="34" charset="0"/>
              <a:buChar char="•"/>
            </a:pPr>
            <a:r>
              <a:rPr lang="vi-VN">
                <a:solidFill>
                  <a:schemeClr val="tx1"/>
                </a:solidFill>
                <a:effectLst/>
                <a:latin typeface="Calibri" panose="020F0502020204030204" pitchFamily="34" charset="0"/>
                <a:ea typeface="Batang" panose="02030600000101010101" pitchFamily="18" charset="-127"/>
                <a:cs typeface="Calibri" panose="020F0502020204030204" pitchFamily="34" charset="0"/>
              </a:rPr>
              <a:t>Được đo các chỉ số nhân trắc tại thời điểm tham gia nghiên cứu bằng máy Inbody. Tổng chi phí xét nghiệm và cân đo cho một lần sàng lọc là 750.000 VNĐ do nghiên cứu chi trả.</a:t>
            </a:r>
            <a:endParaRPr lang="en-US">
              <a:solidFill>
                <a:schemeClr val="tx1"/>
              </a:solidFill>
              <a:effectLst/>
              <a:latin typeface="Calibri" panose="020F0502020204030204" pitchFamily="34" charset="0"/>
              <a:ea typeface="Batang" panose="02030600000101010101" pitchFamily="18" charset="-127"/>
              <a:cs typeface="Calibri" panose="020F0502020204030204" pitchFamily="34" charset="0"/>
            </a:endParaRPr>
          </a:p>
        </p:txBody>
      </p:sp>
    </p:spTree>
    <p:extLst>
      <p:ext uri="{BB962C8B-B14F-4D97-AF65-F5344CB8AC3E}">
        <p14:creationId xmlns:p14="http://schemas.microsoft.com/office/powerpoint/2010/main" val="953591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342900" indent="-342900" algn="just">
              <a:buFont typeface="Arial" panose="020B0604020202020204" pitchFamily="34" charset="0"/>
              <a:buChar char="•"/>
            </a:pPr>
            <a:r>
              <a:rPr lang="vi-VN" sz="2800">
                <a:solidFill>
                  <a:schemeClr val="tx1"/>
                </a:solidFill>
                <a:latin typeface="Calibri" panose="020F0502020204030204" pitchFamily="34" charset="0"/>
                <a:cs typeface="Calibri" panose="020F0502020204030204" pitchFamily="34" charset="0"/>
              </a:rPr>
              <a:t>Được nhận khoản bồi dưỡng 300,000 VNĐ/mỗi buổi lấy mẫu máu theo khuôn khổ nghiên cứu.</a:t>
            </a:r>
          </a:p>
          <a:p>
            <a:pPr marL="342900" indent="-342900" algn="just">
              <a:buFont typeface="Arial" panose="020B0604020202020204" pitchFamily="34" charset="0"/>
              <a:buChar char="•"/>
            </a:pPr>
            <a:r>
              <a:rPr lang="vi-VN" sz="2800">
                <a:solidFill>
                  <a:schemeClr val="tx1"/>
                </a:solidFill>
                <a:latin typeface="Calibri" panose="020F0502020204030204" pitchFamily="34" charset="0"/>
                <a:cs typeface="Calibri" panose="020F0502020204030204" pitchFamily="34" charset="0"/>
              </a:rPr>
              <a:t>Được đặt bất kỳ câu hỏi nào liên quan đến quá trình nghiên cứu cho nghiên cứu viên và người có thẩm quyền trả lời câu hỏi khác. </a:t>
            </a:r>
          </a:p>
          <a:p>
            <a:pPr marL="342900" indent="-342900" algn="just">
              <a:buFont typeface="Arial" panose="020B0604020202020204" pitchFamily="34" charset="0"/>
              <a:buChar char="•"/>
            </a:pPr>
            <a:r>
              <a:rPr lang="vi-VN" sz="2800">
                <a:solidFill>
                  <a:schemeClr val="tx1"/>
                </a:solidFill>
                <a:latin typeface="Calibri" panose="020F0502020204030204" pitchFamily="34" charset="0"/>
                <a:cs typeface="Calibri" panose="020F0502020204030204" pitchFamily="34" charset="0"/>
              </a:rPr>
              <a:t>Có quyền rút khỏi nghiên cứu bất kỳ lúc nào mà không cần nêu lý do.</a:t>
            </a:r>
            <a:endParaRPr lang="en-US" sz="2800">
              <a:solidFill>
                <a:schemeClr val="tx1"/>
              </a:solidFill>
              <a:latin typeface="Calibri" panose="020F0502020204030204" pitchFamily="34" charset="0"/>
              <a:cs typeface="Calibri" panose="020F0502020204030204" pitchFamily="34" charset="0"/>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342899" y="1109900"/>
            <a:ext cx="8458201"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285750" indent="-285750" algn="just">
              <a:lnSpc>
                <a:spcPct val="150000"/>
              </a:lnSpc>
              <a:buFont typeface="Arial" panose="020B0604020202020204" pitchFamily="34" charset="0"/>
              <a:buChar char="•"/>
            </a:pPr>
            <a:endParaRPr lang="en-US">
              <a:solidFill>
                <a:schemeClr val="tx1"/>
              </a:solidFill>
              <a:effectLst/>
              <a:latin typeface="+mj-lt"/>
              <a:ea typeface="Batang" panose="02030600000101010101" pitchFamily="18" charset="-127"/>
              <a:cs typeface="Times New Roman" panose="02020603050405020304" pitchFamily="18" charset="0"/>
            </a:endParaRPr>
          </a:p>
        </p:txBody>
      </p:sp>
      <p:sp>
        <p:nvSpPr>
          <p:cNvPr id="5" name="Title 1">
            <a:extLst>
              <a:ext uri="{FF2B5EF4-FFF2-40B4-BE49-F238E27FC236}">
                <a16:creationId xmlns:a16="http://schemas.microsoft.com/office/drawing/2014/main" id="{81AB41D1-6D14-47C4-971B-A4A9D9BC38DB}"/>
              </a:ext>
            </a:extLst>
          </p:cNvPr>
          <p:cNvSpPr txBox="1">
            <a:spLocks/>
          </p:cNvSpPr>
          <p:nvPr/>
        </p:nvSpPr>
        <p:spPr>
          <a:xfrm>
            <a:off x="996696" y="165259"/>
            <a:ext cx="5099304" cy="721519"/>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sz="2800" b="1"/>
              <a:t>Quyền lợi đối tượng nghiên cứu</a:t>
            </a:r>
            <a:endParaRPr lang="en-US" sz="2800" b="1" kern="1200">
              <a:latin typeface="+mj-lt"/>
              <a:ea typeface="+mj-ea"/>
              <a:cs typeface="+mj-cs"/>
            </a:endParaRPr>
          </a:p>
        </p:txBody>
      </p:sp>
    </p:spTree>
    <p:extLst>
      <p:ext uri="{BB962C8B-B14F-4D97-AF65-F5344CB8AC3E}">
        <p14:creationId xmlns:p14="http://schemas.microsoft.com/office/powerpoint/2010/main" val="31629109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6080BF5B-5A23-4B5A-8EEE-5D18F1233CDA}"/>
              </a:ext>
            </a:extLst>
          </p:cNvPr>
          <p:cNvSpPr txBox="1">
            <a:spLocks/>
          </p:cNvSpPr>
          <p:nvPr/>
        </p:nvSpPr>
        <p:spPr>
          <a:xfrm>
            <a:off x="533400" y="781050"/>
            <a:ext cx="8077200" cy="3581400"/>
          </a:xfrm>
          <a:prstGeom prst="rect">
            <a:avLst/>
          </a:prstGeom>
        </p:spPr>
        <p:txBody>
          <a:bodyPr vert="horz" lIns="68580" tIns="34290" rIns="68580" bIns="34290" rtlCol="0">
            <a:norm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457200" indent="-457200" algn="just">
              <a:buFont typeface="Arial" panose="020B0604020202020204" pitchFamily="34" charset="0"/>
              <a:buChar char="•"/>
            </a:pPr>
            <a:endParaRPr lang="en-US" sz="2000" b="1">
              <a:solidFill>
                <a:schemeClr val="tx1"/>
              </a:solidFill>
            </a:endParaRPr>
          </a:p>
          <a:p>
            <a:pPr marL="457200" indent="-457200" algn="just">
              <a:buAutoNum type="arabicPeriod"/>
            </a:pPr>
            <a:endParaRPr lang="en-US" sz="2000">
              <a:solidFill>
                <a:schemeClr val="tx1"/>
              </a:solidFill>
            </a:endParaRPr>
          </a:p>
        </p:txBody>
      </p:sp>
      <p:sp>
        <p:nvSpPr>
          <p:cNvPr id="19" name="Content Placeholder 7">
            <a:extLst>
              <a:ext uri="{FF2B5EF4-FFF2-40B4-BE49-F238E27FC236}">
                <a16:creationId xmlns:a16="http://schemas.microsoft.com/office/drawing/2014/main" id="{46FC8C31-29BE-42BD-9244-A78762DD99F5}"/>
              </a:ext>
            </a:extLst>
          </p:cNvPr>
          <p:cNvSpPr txBox="1">
            <a:spLocks/>
          </p:cNvSpPr>
          <p:nvPr/>
        </p:nvSpPr>
        <p:spPr>
          <a:xfrm>
            <a:off x="152401" y="1109900"/>
            <a:ext cx="8763000" cy="3868341"/>
          </a:xfrm>
          <a:prstGeom prst="rect">
            <a:avLst/>
          </a:prstGeom>
        </p:spPr>
        <p:txBody>
          <a:bodyPr vert="horz" lIns="68580" tIns="34290" rIns="68580" bIns="34290" rtlCol="0">
            <a:noAutofit/>
          </a:bodyPr>
          <a:lstStyle>
            <a:lvl1pPr marL="0" indent="0" algn="ctr" defTabSz="6858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342900" indent="0" algn="ctr" defTabSz="685800" rtl="0" eaLnBrk="1" latinLnBrk="0" hangingPunct="1">
              <a:spcBef>
                <a:spcPct val="20000"/>
              </a:spcBef>
              <a:buFont typeface="Arial" pitchFamily="34" charset="0"/>
              <a:buNone/>
              <a:defRPr sz="2100" kern="1200">
                <a:solidFill>
                  <a:schemeClr val="tx1">
                    <a:tint val="75000"/>
                  </a:schemeClr>
                </a:solidFill>
                <a:latin typeface="+mn-lt"/>
                <a:ea typeface="+mn-ea"/>
                <a:cs typeface="+mn-cs"/>
              </a:defRPr>
            </a:lvl2pPr>
            <a:lvl3pPr marL="685800" indent="0" algn="ctr" defTabSz="685800" rtl="0" eaLnBrk="1" latinLnBrk="0" hangingPunct="1">
              <a:spcBef>
                <a:spcPct val="20000"/>
              </a:spcBef>
              <a:buFont typeface="Arial" pitchFamily="34" charset="0"/>
              <a:buNone/>
              <a:defRPr sz="1800" kern="1200">
                <a:solidFill>
                  <a:schemeClr val="tx1">
                    <a:tint val="75000"/>
                  </a:schemeClr>
                </a:solidFill>
                <a:latin typeface="+mn-lt"/>
                <a:ea typeface="+mn-ea"/>
                <a:cs typeface="+mn-cs"/>
              </a:defRPr>
            </a:lvl3pPr>
            <a:lvl4pPr marL="10287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pPr marL="342900" lvl="0" indent="-342900" algn="just">
              <a:lnSpc>
                <a:spcPct val="150000"/>
              </a:lnSpc>
              <a:buFont typeface="Arial" panose="020B0604020202020204" pitchFamily="34" charset="0"/>
              <a:buChar char="•"/>
            </a:pPr>
            <a:r>
              <a:rPr lang="vi-VN">
                <a:solidFill>
                  <a:schemeClr val="tx1"/>
                </a:solidFill>
                <a:effectLst/>
                <a:latin typeface="Calibri" panose="020F0502020204030204" pitchFamily="34" charset="0"/>
                <a:ea typeface="Batang" panose="02030600000101010101" pitchFamily="18" charset="-127"/>
                <a:cs typeface="Calibri" panose="020F0502020204030204" pitchFamily="34" charset="0"/>
              </a:rPr>
              <a:t>Có mặt tại địa điểm nghiên cứu từ thời điểm bắt đầu nghiên cứu, tại các thời điểm thử nghiệm sản phẩm (D1-D6).</a:t>
            </a:r>
          </a:p>
          <a:p>
            <a:pPr marL="342900" lvl="0" indent="-342900" algn="just">
              <a:lnSpc>
                <a:spcPct val="150000"/>
              </a:lnSpc>
              <a:buFont typeface="Arial" panose="020B0604020202020204" pitchFamily="34" charset="0"/>
              <a:buChar char="•"/>
            </a:pPr>
            <a:r>
              <a:rPr lang="vi-VN">
                <a:solidFill>
                  <a:schemeClr val="tx1"/>
                </a:solidFill>
                <a:effectLst/>
                <a:latin typeface="Calibri" panose="020F0502020204030204" pitchFamily="34" charset="0"/>
                <a:ea typeface="Batang" panose="02030600000101010101" pitchFamily="18" charset="-127"/>
                <a:cs typeface="Calibri" panose="020F0502020204030204" pitchFamily="34" charset="0"/>
              </a:rPr>
              <a:t>Cung cấp một số thông tin cá nhân liên quan về hành chính, sức khỏe, phục vụ cho nghiên cứu</a:t>
            </a:r>
          </a:p>
          <a:p>
            <a:pPr marL="342900" lvl="0" indent="-342900" algn="just">
              <a:lnSpc>
                <a:spcPct val="150000"/>
              </a:lnSpc>
              <a:buFont typeface="Arial" panose="020B0604020202020204" pitchFamily="34" charset="0"/>
              <a:buChar char="•"/>
            </a:pPr>
            <a:r>
              <a:rPr lang="vi-VN">
                <a:solidFill>
                  <a:schemeClr val="tx1"/>
                </a:solidFill>
                <a:effectLst/>
                <a:latin typeface="Calibri" panose="020F0502020204030204" pitchFamily="34" charset="0"/>
                <a:ea typeface="Batang" panose="02030600000101010101" pitchFamily="18" charset="-127"/>
                <a:cs typeface="Calibri" panose="020F0502020204030204" pitchFamily="34" charset="0"/>
              </a:rPr>
              <a:t>Tuân thủ các hướng dẫn và yêu cầu về chế độ ăn, bữa ăn liên quan...theo hướng dẫn của đề tài để đảm bảo kết quả chính xác.</a:t>
            </a:r>
            <a:endParaRPr lang="en-US">
              <a:solidFill>
                <a:schemeClr val="tx1"/>
              </a:solidFill>
              <a:effectLst/>
              <a:latin typeface="Calibri" panose="020F0502020204030204" pitchFamily="34" charset="0"/>
              <a:ea typeface="Batang" panose="02030600000101010101" pitchFamily="18" charset="-127"/>
              <a:cs typeface="Calibri" panose="020F0502020204030204" pitchFamily="34" charset="0"/>
            </a:endParaRPr>
          </a:p>
        </p:txBody>
      </p:sp>
      <p:sp>
        <p:nvSpPr>
          <p:cNvPr id="5" name="Title 1">
            <a:extLst>
              <a:ext uri="{FF2B5EF4-FFF2-40B4-BE49-F238E27FC236}">
                <a16:creationId xmlns:a16="http://schemas.microsoft.com/office/drawing/2014/main" id="{F244BB79-AF20-42ED-90F7-5539A55F302D}"/>
              </a:ext>
            </a:extLst>
          </p:cNvPr>
          <p:cNvSpPr txBox="1">
            <a:spLocks/>
          </p:cNvSpPr>
          <p:nvPr/>
        </p:nvSpPr>
        <p:spPr>
          <a:xfrm>
            <a:off x="996696" y="165259"/>
            <a:ext cx="5099304" cy="721519"/>
          </a:xfrm>
          <a:prstGeom prst="rect">
            <a:avLst/>
          </a:prstGeom>
        </p:spPr>
        <p:txBody>
          <a:bodyPr vert="horz" lIns="68580" tIns="34290" rIns="68580" bIns="34290" rtlCol="0" anchor="ctr">
            <a:normAutofit fontScale="85000" lnSpcReduction="1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vi-VN" b="1">
                <a:latin typeface="Calibri" panose="020F0502020204030204" pitchFamily="34" charset="0"/>
                <a:cs typeface="Calibri" panose="020F0502020204030204" pitchFamily="34" charset="0"/>
              </a:rPr>
              <a:t>Nghĩa</a:t>
            </a:r>
            <a:r>
              <a:rPr lang="vi-VN" sz="2800" b="1">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vụ</a:t>
            </a:r>
            <a:r>
              <a:rPr lang="vi-VN" sz="2800" b="1">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đối</a:t>
            </a:r>
            <a:r>
              <a:rPr lang="vi-VN" sz="2800" b="1">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tượng</a:t>
            </a:r>
            <a:r>
              <a:rPr lang="vi-VN" sz="2800" b="1">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nghiên</a:t>
            </a:r>
            <a:r>
              <a:rPr lang="vi-VN" sz="2800" b="1">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cứu</a:t>
            </a:r>
            <a:endParaRPr lang="vi-VN" sz="2800"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207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Nên chọn loại sữa nào là tốt nhất cho con: Sữa bột hay sữa tươi?">
            <a:extLst>
              <a:ext uri="{FF2B5EF4-FFF2-40B4-BE49-F238E27FC236}">
                <a16:creationId xmlns:a16="http://schemas.microsoft.com/office/drawing/2014/main" id="{DDFE3250-5BAF-4E60-9DFD-38D00C9B8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6586"/>
            <a:ext cx="9144000" cy="6035152"/>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3">
            <a:extLst>
              <a:ext uri="{FF2B5EF4-FFF2-40B4-BE49-F238E27FC236}">
                <a16:creationId xmlns:a16="http://schemas.microsoft.com/office/drawing/2014/main" id="{4C82682F-C804-45D5-8A12-56E2627DEA62}"/>
              </a:ext>
            </a:extLst>
          </p:cNvPr>
          <p:cNvSpPr txBox="1">
            <a:spLocks/>
          </p:cNvSpPr>
          <p:nvPr/>
        </p:nvSpPr>
        <p:spPr>
          <a:xfrm>
            <a:off x="-838200" y="895350"/>
            <a:ext cx="8229600" cy="857250"/>
          </a:xfrm>
          <a:prstGeom prst="rect">
            <a:avLst/>
          </a:prstGeom>
        </p:spPr>
        <p:txBody>
          <a:bodyPr vert="horz" lIns="68580" tIns="34290" rIns="68580" bIns="3429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Xin trân trọng cảm ơn!</a:t>
            </a:r>
          </a:p>
        </p:txBody>
      </p:sp>
    </p:spTree>
    <p:extLst>
      <p:ext uri="{BB962C8B-B14F-4D97-AF65-F5344CB8AC3E}">
        <p14:creationId xmlns:p14="http://schemas.microsoft.com/office/powerpoint/2010/main" val="1038048403"/>
      </p:ext>
    </p:extLst>
  </p:cSld>
  <p:clrMapOvr>
    <a:masterClrMapping/>
  </p:clrMapOvr>
</p:sld>
</file>

<file path=ppt/theme/theme1.xml><?xml version="1.0" encoding="utf-8"?>
<a:theme xmlns:a="http://schemas.openxmlformats.org/drawingml/2006/main" name="Dr-Truong-Hong-Son-_Nutrition-and-Chronic-dise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ư vấn công thức sản phẩ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Dr.Son_Thực trạng và giải pháp phòng chống các bệnh không lây nhiễm</Template>
  <TotalTime>102</TotalTime>
  <Words>4094</Words>
  <Application>Microsoft Office PowerPoint</Application>
  <PresentationFormat>On-screen Show (16:9)</PresentationFormat>
  <Paragraphs>249</Paragraphs>
  <Slides>46</Slides>
  <Notes>37</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46</vt:i4>
      </vt:variant>
    </vt:vector>
  </HeadingPairs>
  <TitlesOfParts>
    <vt:vector size="57" baseType="lpstr">
      <vt:lpstr>.VnArial</vt:lpstr>
      <vt:lpstr>Arial</vt:lpstr>
      <vt:lpstr>Calibri</vt:lpstr>
      <vt:lpstr>Cambria</vt:lpstr>
      <vt:lpstr>Times New Roman</vt:lpstr>
      <vt:lpstr>UVnTime</vt:lpstr>
      <vt:lpstr>Dr-Truong-Hong-Son-_Nutrition-and-Chronic-disease</vt:lpstr>
      <vt:lpstr>Office Theme</vt:lpstr>
      <vt:lpstr>1_Office Theme</vt:lpstr>
      <vt:lpstr>Tư vấn công thức sản phẩm</vt:lpstr>
      <vt:lpstr>2_Office Theme</vt:lpstr>
      <vt:lpstr>Đo lường chỉ số GI của các sản phẩm sữa ANMUM</vt:lpstr>
      <vt:lpstr>Nội dung trình bày</vt:lpstr>
      <vt:lpstr>PowerPoint Presentation</vt:lpstr>
      <vt:lpstr>PowerPoint Presentation</vt:lpstr>
      <vt:lpstr>PowerPoint Presentation</vt:lpstr>
      <vt:lpstr>PowerPoint Presentation</vt:lpstr>
      <vt:lpstr>PowerPoint Presentation</vt:lpstr>
      <vt:lpstr>PowerPoint Presentation</vt:lpstr>
      <vt:lpstr>Mục tiêu nghiên cứu</vt:lpstr>
      <vt:lpstr>PowerPoint Presentation</vt:lpstr>
      <vt:lpstr>PowerPoint Presentation</vt:lpstr>
      <vt:lpstr>Tiêu chuẩn lựa chọn đối tượng</vt:lpstr>
      <vt:lpstr>PowerPoint Presentation</vt:lpstr>
      <vt:lpstr>PowerPoint Presentation</vt:lpstr>
      <vt:lpstr>PowerPoint Presentation</vt:lpstr>
      <vt:lpstr>PowerPoint Presentation</vt:lpstr>
      <vt:lpstr>PowerPoint Presentation</vt:lpstr>
      <vt:lpstr>PowerPoint Presentation</vt:lpstr>
      <vt:lpstr>Phương pháp tính diện tích dưới đường cong AUC</vt:lpstr>
      <vt:lpstr>Bản tự công bố sản phẩm Sữa Anmum hương vani (mẫu A)</vt:lpstr>
      <vt:lpstr>PowerPoint Presentation</vt:lpstr>
      <vt:lpstr>Phiếu kiểm định Sữa Anmum công thức mới không đường (mẫu B)</vt:lpstr>
      <vt:lpstr>Dự kiến kết quả</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Lưu ý khi thực hiện tính AUC:</vt:lpstr>
      <vt:lpstr>Lưu ý khi thực hiện tính AUC:</vt:lpstr>
      <vt:lpstr>Các yếu tố đạo đức trong nghiên cứu của đề tài: Đo lường chỉ số GI của các sản phẩm sữa ANMUM</vt:lpstr>
      <vt:lpstr>Nội dung trình bày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Hiệu quả của dầu hỗn hợp Neptune có chứa thành phần dầu gạo lên tình trạng lipid máu ở người trưởng thành 40 – 60 tuổi tại Hà Nội, 2020</dc:title>
  <dc:creator>Admin</dc:creator>
  <cp:lastModifiedBy>Lê Minh Khánh</cp:lastModifiedBy>
  <cp:revision>7</cp:revision>
  <dcterms:created xsi:type="dcterms:W3CDTF">2020-05-20T07:19:20Z</dcterms:created>
  <dcterms:modified xsi:type="dcterms:W3CDTF">2021-11-10T01:55:11Z</dcterms:modified>
</cp:coreProperties>
</file>